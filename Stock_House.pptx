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96" r:id="rId24"/>
    <p:sldId id="292" r:id="rId25"/>
    <p:sldId id="293" r:id="rId26"/>
    <p:sldId id="295" r:id="rId27"/>
  </p:sldIdLst>
  <p:sldSz cx="18288000" cy="10287000"/>
  <p:notesSz cx="6858000" cy="9144000"/>
  <p:embeddedFontLst>
    <p:embeddedFont>
      <p:font typeface="Baloo Thambi" panose="020B0604020202020204" charset="0"/>
      <p:regular r:id="rId29"/>
    </p:embeddedFont>
    <p:embeddedFont>
      <p:font typeface="Canva Sans" panose="020B0604020202020204" charset="0"/>
      <p:regular r:id="rId30"/>
    </p:embeddedFont>
    <p:embeddedFont>
      <p:font typeface="Canva Sans Bold" panose="020B0604020202020204" charset="0"/>
      <p:regular r:id="rId31"/>
    </p:embeddedFont>
    <p:embeddedFont>
      <p:font typeface="Caveat Brush" pitchFamily="2" charset="0"/>
      <p:regular r:id="rId32"/>
    </p:embeddedFont>
    <p:embeddedFont>
      <p:font typeface="Itim" panose="020B0604020202020204" charset="-3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CF3B5E-A990-429C-A7E2-190F82F54D8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1E23CD-6F32-432F-9F5F-0DC81FB591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Login / Role Access</a:t>
          </a:r>
        </a:p>
      </dgm:t>
    </dgm:pt>
    <dgm:pt modelId="{0748B961-980B-4C79-93D7-E40407D79ADB}" type="parTrans" cxnId="{E230E967-98C7-4B19-8F69-844EEFD94E94}">
      <dgm:prSet/>
      <dgm:spPr/>
      <dgm:t>
        <a:bodyPr/>
        <a:lstStyle/>
        <a:p>
          <a:endParaRPr lang="en-US"/>
        </a:p>
      </dgm:t>
    </dgm:pt>
    <dgm:pt modelId="{50E47A38-79A1-449A-9ECC-1F5C3C79A26A}" type="sibTrans" cxnId="{E230E967-98C7-4B19-8F69-844EEFD94E94}">
      <dgm:prSet/>
      <dgm:spPr/>
      <dgm:t>
        <a:bodyPr/>
        <a:lstStyle/>
        <a:p>
          <a:endParaRPr lang="en-US"/>
        </a:p>
      </dgm:t>
    </dgm:pt>
    <dgm:pt modelId="{CD144959-C1C4-44EF-8AC3-C01397F6F1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 Products &amp; Stock</a:t>
          </a:r>
        </a:p>
      </dgm:t>
    </dgm:pt>
    <dgm:pt modelId="{0367448D-D33E-49C4-ABF4-3AF50F5D0A6D}" type="parTrans" cxnId="{2DFFD14F-6555-402F-8A97-B6244C1D5831}">
      <dgm:prSet/>
      <dgm:spPr/>
      <dgm:t>
        <a:bodyPr/>
        <a:lstStyle/>
        <a:p>
          <a:endParaRPr lang="en-US"/>
        </a:p>
      </dgm:t>
    </dgm:pt>
    <dgm:pt modelId="{DAE7D1C0-EBA5-4493-A012-2A598602ACE0}" type="sibTrans" cxnId="{2DFFD14F-6555-402F-8A97-B6244C1D5831}">
      <dgm:prSet/>
      <dgm:spPr/>
      <dgm:t>
        <a:bodyPr/>
        <a:lstStyle/>
        <a:p>
          <a:endParaRPr lang="en-US"/>
        </a:p>
      </dgm:t>
    </dgm:pt>
    <dgm:pt modelId="{336E89C0-57F4-4294-9E6D-774492577D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Place &amp; Process Orders</a:t>
          </a:r>
        </a:p>
      </dgm:t>
    </dgm:pt>
    <dgm:pt modelId="{0BCAE5AD-A97B-4A5D-AAF9-225DCF21895D}" type="parTrans" cxnId="{223AB73E-1682-4128-8E4F-46DC449F9FBA}">
      <dgm:prSet/>
      <dgm:spPr/>
      <dgm:t>
        <a:bodyPr/>
        <a:lstStyle/>
        <a:p>
          <a:endParaRPr lang="en-US"/>
        </a:p>
      </dgm:t>
    </dgm:pt>
    <dgm:pt modelId="{C68512B7-6878-40EB-901A-B4A8BF2B16DF}" type="sibTrans" cxnId="{223AB73E-1682-4128-8E4F-46DC449F9FBA}">
      <dgm:prSet/>
      <dgm:spPr/>
      <dgm:t>
        <a:bodyPr/>
        <a:lstStyle/>
        <a:p>
          <a:endParaRPr lang="en-US"/>
        </a:p>
      </dgm:t>
    </dgm:pt>
    <dgm:pt modelId="{6F318D58-5541-45A7-9F78-7545344552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Supplier &amp; Delivery Updates</a:t>
          </a:r>
        </a:p>
      </dgm:t>
    </dgm:pt>
    <dgm:pt modelId="{439CBAD9-C7BC-4325-AFBD-35593A83E2F1}" type="parTrans" cxnId="{7B973DF3-F061-47EE-AF1B-C2351188D549}">
      <dgm:prSet/>
      <dgm:spPr/>
      <dgm:t>
        <a:bodyPr/>
        <a:lstStyle/>
        <a:p>
          <a:endParaRPr lang="en-US"/>
        </a:p>
      </dgm:t>
    </dgm:pt>
    <dgm:pt modelId="{D6D282CD-47F5-4016-AE5B-8DEACA375386}" type="sibTrans" cxnId="{7B973DF3-F061-47EE-AF1B-C2351188D549}">
      <dgm:prSet/>
      <dgm:spPr/>
      <dgm:t>
        <a:bodyPr/>
        <a:lstStyle/>
        <a:p>
          <a:endParaRPr lang="en-US"/>
        </a:p>
      </dgm:t>
    </dgm:pt>
    <dgm:pt modelId="{0F529D50-2D3F-401E-BC48-19F95630CD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Reports &amp; Notifications</a:t>
          </a:r>
        </a:p>
      </dgm:t>
    </dgm:pt>
    <dgm:pt modelId="{47596304-ED2C-4EEF-B77D-90051F260C26}" type="parTrans" cxnId="{022090E2-4A1C-4098-8DF1-ADFF19033097}">
      <dgm:prSet/>
      <dgm:spPr/>
      <dgm:t>
        <a:bodyPr/>
        <a:lstStyle/>
        <a:p>
          <a:endParaRPr lang="en-US"/>
        </a:p>
      </dgm:t>
    </dgm:pt>
    <dgm:pt modelId="{ABEF87F5-4C62-413C-ADC4-01ADF22144C0}" type="sibTrans" cxnId="{022090E2-4A1C-4098-8DF1-ADFF19033097}">
      <dgm:prSet/>
      <dgm:spPr/>
      <dgm:t>
        <a:bodyPr/>
        <a:lstStyle/>
        <a:p>
          <a:endParaRPr lang="en-US"/>
        </a:p>
      </dgm:t>
    </dgm:pt>
    <dgm:pt modelId="{FC568BAF-4EA8-4563-B6B6-7147E310D87E}" type="pres">
      <dgm:prSet presAssocID="{32CF3B5E-A990-429C-A7E2-190F82F54D8C}" presName="root" presStyleCnt="0">
        <dgm:presLayoutVars>
          <dgm:dir/>
          <dgm:resizeHandles val="exact"/>
        </dgm:presLayoutVars>
      </dgm:prSet>
      <dgm:spPr/>
    </dgm:pt>
    <dgm:pt modelId="{F46048C5-0B5F-431C-BDE1-D4EFF94FCF25}" type="pres">
      <dgm:prSet presAssocID="{EC1E23CD-6F32-432F-9F5F-0DC81FB591BB}" presName="compNode" presStyleCnt="0"/>
      <dgm:spPr/>
    </dgm:pt>
    <dgm:pt modelId="{FCF1BAEB-4E3E-4C6F-B8B9-7303BA79813F}" type="pres">
      <dgm:prSet presAssocID="{EC1E23CD-6F32-432F-9F5F-0DC81FB591BB}" presName="bgRect" presStyleLbl="bgShp" presStyleIdx="0" presStyleCnt="5"/>
      <dgm:spPr/>
    </dgm:pt>
    <dgm:pt modelId="{089AD45B-4E1C-4AB9-8804-0F509617DA37}" type="pres">
      <dgm:prSet presAssocID="{EC1E23CD-6F32-432F-9F5F-0DC81FB591B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7803361-AF7C-42F0-9DE6-BBF139CA9CD2}" type="pres">
      <dgm:prSet presAssocID="{EC1E23CD-6F32-432F-9F5F-0DC81FB591BB}" presName="spaceRect" presStyleCnt="0"/>
      <dgm:spPr/>
    </dgm:pt>
    <dgm:pt modelId="{9D2A0BC8-B8AB-422C-A94E-573687A70D0B}" type="pres">
      <dgm:prSet presAssocID="{EC1E23CD-6F32-432F-9F5F-0DC81FB591BB}" presName="parTx" presStyleLbl="revTx" presStyleIdx="0" presStyleCnt="5">
        <dgm:presLayoutVars>
          <dgm:chMax val="0"/>
          <dgm:chPref val="0"/>
        </dgm:presLayoutVars>
      </dgm:prSet>
      <dgm:spPr/>
    </dgm:pt>
    <dgm:pt modelId="{05896107-2621-4051-92D6-6D30F9BCB8EE}" type="pres">
      <dgm:prSet presAssocID="{50E47A38-79A1-449A-9ECC-1F5C3C79A26A}" presName="sibTrans" presStyleCnt="0"/>
      <dgm:spPr/>
    </dgm:pt>
    <dgm:pt modelId="{F0D752C1-140D-4129-9AE3-6FA11727E4E3}" type="pres">
      <dgm:prSet presAssocID="{CD144959-C1C4-44EF-8AC3-C01397F6F18E}" presName="compNode" presStyleCnt="0"/>
      <dgm:spPr/>
    </dgm:pt>
    <dgm:pt modelId="{2DDF8C8F-DABE-40E6-B4B5-668CBD2CBA9C}" type="pres">
      <dgm:prSet presAssocID="{CD144959-C1C4-44EF-8AC3-C01397F6F18E}" presName="bgRect" presStyleLbl="bgShp" presStyleIdx="1" presStyleCnt="5"/>
      <dgm:spPr/>
    </dgm:pt>
    <dgm:pt modelId="{058DDE3C-FA55-4A90-8D54-7FDFE9498AF4}" type="pres">
      <dgm:prSet presAssocID="{CD144959-C1C4-44EF-8AC3-C01397F6F18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B8B7D173-C32C-4A95-ACEB-46E026179A5C}" type="pres">
      <dgm:prSet presAssocID="{CD144959-C1C4-44EF-8AC3-C01397F6F18E}" presName="spaceRect" presStyleCnt="0"/>
      <dgm:spPr/>
    </dgm:pt>
    <dgm:pt modelId="{AAA28B95-1FA3-4CA7-B699-186BBBDEE20F}" type="pres">
      <dgm:prSet presAssocID="{CD144959-C1C4-44EF-8AC3-C01397F6F18E}" presName="parTx" presStyleLbl="revTx" presStyleIdx="1" presStyleCnt="5">
        <dgm:presLayoutVars>
          <dgm:chMax val="0"/>
          <dgm:chPref val="0"/>
        </dgm:presLayoutVars>
      </dgm:prSet>
      <dgm:spPr/>
    </dgm:pt>
    <dgm:pt modelId="{5808BEBF-F484-4584-9C3E-69A7992DCE44}" type="pres">
      <dgm:prSet presAssocID="{DAE7D1C0-EBA5-4493-A012-2A598602ACE0}" presName="sibTrans" presStyleCnt="0"/>
      <dgm:spPr/>
    </dgm:pt>
    <dgm:pt modelId="{828B5685-2F3A-4D39-9232-D8B75F612784}" type="pres">
      <dgm:prSet presAssocID="{336E89C0-57F4-4294-9E6D-774492577D3F}" presName="compNode" presStyleCnt="0"/>
      <dgm:spPr/>
    </dgm:pt>
    <dgm:pt modelId="{85D90F37-DBF4-483C-82B9-6AEF1EAD989B}" type="pres">
      <dgm:prSet presAssocID="{336E89C0-57F4-4294-9E6D-774492577D3F}" presName="bgRect" presStyleLbl="bgShp" presStyleIdx="2" presStyleCnt="5"/>
      <dgm:spPr/>
    </dgm:pt>
    <dgm:pt modelId="{080DEC38-0E0E-4C16-BA29-D417AB9D71A8}" type="pres">
      <dgm:prSet presAssocID="{336E89C0-57F4-4294-9E6D-774492577D3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044F5211-4C5E-43CE-B002-7AE9D8CBCD61}" type="pres">
      <dgm:prSet presAssocID="{336E89C0-57F4-4294-9E6D-774492577D3F}" presName="spaceRect" presStyleCnt="0"/>
      <dgm:spPr/>
    </dgm:pt>
    <dgm:pt modelId="{F53A72A2-E1FD-402F-B28F-A6243756ABCD}" type="pres">
      <dgm:prSet presAssocID="{336E89C0-57F4-4294-9E6D-774492577D3F}" presName="parTx" presStyleLbl="revTx" presStyleIdx="2" presStyleCnt="5">
        <dgm:presLayoutVars>
          <dgm:chMax val="0"/>
          <dgm:chPref val="0"/>
        </dgm:presLayoutVars>
      </dgm:prSet>
      <dgm:spPr/>
    </dgm:pt>
    <dgm:pt modelId="{93436EA5-C36E-4E0C-8687-BF6E1237E5E2}" type="pres">
      <dgm:prSet presAssocID="{C68512B7-6878-40EB-901A-B4A8BF2B16DF}" presName="sibTrans" presStyleCnt="0"/>
      <dgm:spPr/>
    </dgm:pt>
    <dgm:pt modelId="{8B91020C-F3FF-49BB-AFCE-83387634D2E4}" type="pres">
      <dgm:prSet presAssocID="{6F318D58-5541-45A7-9F78-75453445529B}" presName="compNode" presStyleCnt="0"/>
      <dgm:spPr/>
    </dgm:pt>
    <dgm:pt modelId="{717000B0-8491-46B5-AC64-0C02F9668505}" type="pres">
      <dgm:prSet presAssocID="{6F318D58-5541-45A7-9F78-75453445529B}" presName="bgRect" presStyleLbl="bgShp" presStyleIdx="3" presStyleCnt="5"/>
      <dgm:spPr/>
    </dgm:pt>
    <dgm:pt modelId="{4F35B374-1A03-4B3A-B93E-1799B6A43BAC}" type="pres">
      <dgm:prSet presAssocID="{6F318D58-5541-45A7-9F78-75453445529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4D5E54F3-44CC-4BFE-A7A1-A77A1BA5DA62}" type="pres">
      <dgm:prSet presAssocID="{6F318D58-5541-45A7-9F78-75453445529B}" presName="spaceRect" presStyleCnt="0"/>
      <dgm:spPr/>
    </dgm:pt>
    <dgm:pt modelId="{D799A227-63C8-405B-AE10-201791751B4F}" type="pres">
      <dgm:prSet presAssocID="{6F318D58-5541-45A7-9F78-75453445529B}" presName="parTx" presStyleLbl="revTx" presStyleIdx="3" presStyleCnt="5">
        <dgm:presLayoutVars>
          <dgm:chMax val="0"/>
          <dgm:chPref val="0"/>
        </dgm:presLayoutVars>
      </dgm:prSet>
      <dgm:spPr/>
    </dgm:pt>
    <dgm:pt modelId="{5FA26076-E022-4AC9-8186-AC0B66FFF854}" type="pres">
      <dgm:prSet presAssocID="{D6D282CD-47F5-4016-AE5B-8DEACA375386}" presName="sibTrans" presStyleCnt="0"/>
      <dgm:spPr/>
    </dgm:pt>
    <dgm:pt modelId="{9DA95E07-900A-4563-92D9-26D2B2E0BA95}" type="pres">
      <dgm:prSet presAssocID="{0F529D50-2D3F-401E-BC48-19F95630CDB7}" presName="compNode" presStyleCnt="0"/>
      <dgm:spPr/>
    </dgm:pt>
    <dgm:pt modelId="{278A8742-3F21-452B-A600-60274E603F98}" type="pres">
      <dgm:prSet presAssocID="{0F529D50-2D3F-401E-BC48-19F95630CDB7}" presName="bgRect" presStyleLbl="bgShp" presStyleIdx="4" presStyleCnt="5"/>
      <dgm:spPr/>
    </dgm:pt>
    <dgm:pt modelId="{9E83C2CB-2D5B-4BBA-9C77-DAED90CB3589}" type="pres">
      <dgm:prSet presAssocID="{0F529D50-2D3F-401E-BC48-19F95630CDB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inger"/>
        </a:ext>
      </dgm:extLst>
    </dgm:pt>
    <dgm:pt modelId="{BB7E9B69-469B-4F2C-80FE-0FCFEC39907D}" type="pres">
      <dgm:prSet presAssocID="{0F529D50-2D3F-401E-BC48-19F95630CDB7}" presName="spaceRect" presStyleCnt="0"/>
      <dgm:spPr/>
    </dgm:pt>
    <dgm:pt modelId="{45219327-EEF3-4341-A530-56D355C47E7F}" type="pres">
      <dgm:prSet presAssocID="{0F529D50-2D3F-401E-BC48-19F95630CDB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0EA2929-AC25-4260-9399-494D99962DE1}" type="presOf" srcId="{32CF3B5E-A990-429C-A7E2-190F82F54D8C}" destId="{FC568BAF-4EA8-4563-B6B6-7147E310D87E}" srcOrd="0" destOrd="0" presId="urn:microsoft.com/office/officeart/2018/2/layout/IconVerticalSolidList"/>
    <dgm:cxn modelId="{223AB73E-1682-4128-8E4F-46DC449F9FBA}" srcId="{32CF3B5E-A990-429C-A7E2-190F82F54D8C}" destId="{336E89C0-57F4-4294-9E6D-774492577D3F}" srcOrd="2" destOrd="0" parTransId="{0BCAE5AD-A97B-4A5D-AAF9-225DCF21895D}" sibTransId="{C68512B7-6878-40EB-901A-B4A8BF2B16DF}"/>
    <dgm:cxn modelId="{E230E967-98C7-4B19-8F69-844EEFD94E94}" srcId="{32CF3B5E-A990-429C-A7E2-190F82F54D8C}" destId="{EC1E23CD-6F32-432F-9F5F-0DC81FB591BB}" srcOrd="0" destOrd="0" parTransId="{0748B961-980B-4C79-93D7-E40407D79ADB}" sibTransId="{50E47A38-79A1-449A-9ECC-1F5C3C79A26A}"/>
    <dgm:cxn modelId="{B0CC296D-BAAD-4203-B709-E61C9BBA8243}" type="presOf" srcId="{6F318D58-5541-45A7-9F78-75453445529B}" destId="{D799A227-63C8-405B-AE10-201791751B4F}" srcOrd="0" destOrd="0" presId="urn:microsoft.com/office/officeart/2018/2/layout/IconVerticalSolidList"/>
    <dgm:cxn modelId="{2DFFD14F-6555-402F-8A97-B6244C1D5831}" srcId="{32CF3B5E-A990-429C-A7E2-190F82F54D8C}" destId="{CD144959-C1C4-44EF-8AC3-C01397F6F18E}" srcOrd="1" destOrd="0" parTransId="{0367448D-D33E-49C4-ABF4-3AF50F5D0A6D}" sibTransId="{DAE7D1C0-EBA5-4493-A012-2A598602ACE0}"/>
    <dgm:cxn modelId="{E32B0496-935C-4D82-87F8-1031015B45EF}" type="presOf" srcId="{0F529D50-2D3F-401E-BC48-19F95630CDB7}" destId="{45219327-EEF3-4341-A530-56D355C47E7F}" srcOrd="0" destOrd="0" presId="urn:microsoft.com/office/officeart/2018/2/layout/IconVerticalSolidList"/>
    <dgm:cxn modelId="{C452879C-4ACD-445A-AF22-F8372E0A6D82}" type="presOf" srcId="{336E89C0-57F4-4294-9E6D-774492577D3F}" destId="{F53A72A2-E1FD-402F-B28F-A6243756ABCD}" srcOrd="0" destOrd="0" presId="urn:microsoft.com/office/officeart/2018/2/layout/IconVerticalSolidList"/>
    <dgm:cxn modelId="{2A9022C1-2C63-48D8-BA57-8803DB4E67E6}" type="presOf" srcId="{EC1E23CD-6F32-432F-9F5F-0DC81FB591BB}" destId="{9D2A0BC8-B8AB-422C-A94E-573687A70D0B}" srcOrd="0" destOrd="0" presId="urn:microsoft.com/office/officeart/2018/2/layout/IconVerticalSolidList"/>
    <dgm:cxn modelId="{022090E2-4A1C-4098-8DF1-ADFF19033097}" srcId="{32CF3B5E-A990-429C-A7E2-190F82F54D8C}" destId="{0F529D50-2D3F-401E-BC48-19F95630CDB7}" srcOrd="4" destOrd="0" parTransId="{47596304-ED2C-4EEF-B77D-90051F260C26}" sibTransId="{ABEF87F5-4C62-413C-ADC4-01ADF22144C0}"/>
    <dgm:cxn modelId="{ADB256E4-98B0-409D-A7D6-E667F4228DDF}" type="presOf" srcId="{CD144959-C1C4-44EF-8AC3-C01397F6F18E}" destId="{AAA28B95-1FA3-4CA7-B699-186BBBDEE20F}" srcOrd="0" destOrd="0" presId="urn:microsoft.com/office/officeart/2018/2/layout/IconVerticalSolidList"/>
    <dgm:cxn modelId="{7B973DF3-F061-47EE-AF1B-C2351188D549}" srcId="{32CF3B5E-A990-429C-A7E2-190F82F54D8C}" destId="{6F318D58-5541-45A7-9F78-75453445529B}" srcOrd="3" destOrd="0" parTransId="{439CBAD9-C7BC-4325-AFBD-35593A83E2F1}" sibTransId="{D6D282CD-47F5-4016-AE5B-8DEACA375386}"/>
    <dgm:cxn modelId="{0E648BCF-0941-4109-BF1C-FFDF6B22988E}" type="presParOf" srcId="{FC568BAF-4EA8-4563-B6B6-7147E310D87E}" destId="{F46048C5-0B5F-431C-BDE1-D4EFF94FCF25}" srcOrd="0" destOrd="0" presId="urn:microsoft.com/office/officeart/2018/2/layout/IconVerticalSolidList"/>
    <dgm:cxn modelId="{23598E0F-8712-4EB2-8267-88C17C3D8D34}" type="presParOf" srcId="{F46048C5-0B5F-431C-BDE1-D4EFF94FCF25}" destId="{FCF1BAEB-4E3E-4C6F-B8B9-7303BA79813F}" srcOrd="0" destOrd="0" presId="urn:microsoft.com/office/officeart/2018/2/layout/IconVerticalSolidList"/>
    <dgm:cxn modelId="{8E19CDE9-C61B-4CA7-9CC3-80CDB42716E2}" type="presParOf" srcId="{F46048C5-0B5F-431C-BDE1-D4EFF94FCF25}" destId="{089AD45B-4E1C-4AB9-8804-0F509617DA37}" srcOrd="1" destOrd="0" presId="urn:microsoft.com/office/officeart/2018/2/layout/IconVerticalSolidList"/>
    <dgm:cxn modelId="{5DBC10B6-47D5-45BD-863A-A6B9A1A2C86E}" type="presParOf" srcId="{F46048C5-0B5F-431C-BDE1-D4EFF94FCF25}" destId="{B7803361-AF7C-42F0-9DE6-BBF139CA9CD2}" srcOrd="2" destOrd="0" presId="urn:microsoft.com/office/officeart/2018/2/layout/IconVerticalSolidList"/>
    <dgm:cxn modelId="{A03077BD-0007-4C2E-A227-74AF9984D04D}" type="presParOf" srcId="{F46048C5-0B5F-431C-BDE1-D4EFF94FCF25}" destId="{9D2A0BC8-B8AB-422C-A94E-573687A70D0B}" srcOrd="3" destOrd="0" presId="urn:microsoft.com/office/officeart/2018/2/layout/IconVerticalSolidList"/>
    <dgm:cxn modelId="{0A0593D0-2D9D-4759-A8A9-C695DE97DB3B}" type="presParOf" srcId="{FC568BAF-4EA8-4563-B6B6-7147E310D87E}" destId="{05896107-2621-4051-92D6-6D30F9BCB8EE}" srcOrd="1" destOrd="0" presId="urn:microsoft.com/office/officeart/2018/2/layout/IconVerticalSolidList"/>
    <dgm:cxn modelId="{18ADC3C6-AEA0-49FC-88B9-988C4E7E4E02}" type="presParOf" srcId="{FC568BAF-4EA8-4563-B6B6-7147E310D87E}" destId="{F0D752C1-140D-4129-9AE3-6FA11727E4E3}" srcOrd="2" destOrd="0" presId="urn:microsoft.com/office/officeart/2018/2/layout/IconVerticalSolidList"/>
    <dgm:cxn modelId="{44A9AA18-5957-41D0-BFB3-551A80FDC5E1}" type="presParOf" srcId="{F0D752C1-140D-4129-9AE3-6FA11727E4E3}" destId="{2DDF8C8F-DABE-40E6-B4B5-668CBD2CBA9C}" srcOrd="0" destOrd="0" presId="urn:microsoft.com/office/officeart/2018/2/layout/IconVerticalSolidList"/>
    <dgm:cxn modelId="{B2C2D6C5-C1FE-4B7C-B4A6-5B5DD73556A0}" type="presParOf" srcId="{F0D752C1-140D-4129-9AE3-6FA11727E4E3}" destId="{058DDE3C-FA55-4A90-8D54-7FDFE9498AF4}" srcOrd="1" destOrd="0" presId="urn:microsoft.com/office/officeart/2018/2/layout/IconVerticalSolidList"/>
    <dgm:cxn modelId="{83FB53C0-8780-41FB-9FA9-D50FF5725FA6}" type="presParOf" srcId="{F0D752C1-140D-4129-9AE3-6FA11727E4E3}" destId="{B8B7D173-C32C-4A95-ACEB-46E026179A5C}" srcOrd="2" destOrd="0" presId="urn:microsoft.com/office/officeart/2018/2/layout/IconVerticalSolidList"/>
    <dgm:cxn modelId="{20ED9E8E-3103-4A83-B761-737333D56257}" type="presParOf" srcId="{F0D752C1-140D-4129-9AE3-6FA11727E4E3}" destId="{AAA28B95-1FA3-4CA7-B699-186BBBDEE20F}" srcOrd="3" destOrd="0" presId="urn:microsoft.com/office/officeart/2018/2/layout/IconVerticalSolidList"/>
    <dgm:cxn modelId="{361C635F-405D-42DD-9655-5445EA135D20}" type="presParOf" srcId="{FC568BAF-4EA8-4563-B6B6-7147E310D87E}" destId="{5808BEBF-F484-4584-9C3E-69A7992DCE44}" srcOrd="3" destOrd="0" presId="urn:microsoft.com/office/officeart/2018/2/layout/IconVerticalSolidList"/>
    <dgm:cxn modelId="{D49D2759-89DB-41BA-8434-B11A451847BC}" type="presParOf" srcId="{FC568BAF-4EA8-4563-B6B6-7147E310D87E}" destId="{828B5685-2F3A-4D39-9232-D8B75F612784}" srcOrd="4" destOrd="0" presId="urn:microsoft.com/office/officeart/2018/2/layout/IconVerticalSolidList"/>
    <dgm:cxn modelId="{396AA57E-6401-4F24-B672-3C40522FDF8C}" type="presParOf" srcId="{828B5685-2F3A-4D39-9232-D8B75F612784}" destId="{85D90F37-DBF4-483C-82B9-6AEF1EAD989B}" srcOrd="0" destOrd="0" presId="urn:microsoft.com/office/officeart/2018/2/layout/IconVerticalSolidList"/>
    <dgm:cxn modelId="{9AF80079-095B-43E5-B552-21C31DABA25E}" type="presParOf" srcId="{828B5685-2F3A-4D39-9232-D8B75F612784}" destId="{080DEC38-0E0E-4C16-BA29-D417AB9D71A8}" srcOrd="1" destOrd="0" presId="urn:microsoft.com/office/officeart/2018/2/layout/IconVerticalSolidList"/>
    <dgm:cxn modelId="{BC6E77E9-BDEC-445A-ABA1-8B916C53901B}" type="presParOf" srcId="{828B5685-2F3A-4D39-9232-D8B75F612784}" destId="{044F5211-4C5E-43CE-B002-7AE9D8CBCD61}" srcOrd="2" destOrd="0" presId="urn:microsoft.com/office/officeart/2018/2/layout/IconVerticalSolidList"/>
    <dgm:cxn modelId="{1931D457-D855-4FA0-B5CF-9D8FF2784366}" type="presParOf" srcId="{828B5685-2F3A-4D39-9232-D8B75F612784}" destId="{F53A72A2-E1FD-402F-B28F-A6243756ABCD}" srcOrd="3" destOrd="0" presId="urn:microsoft.com/office/officeart/2018/2/layout/IconVerticalSolidList"/>
    <dgm:cxn modelId="{9A481CFA-94C9-4B24-B8A6-A761118284C4}" type="presParOf" srcId="{FC568BAF-4EA8-4563-B6B6-7147E310D87E}" destId="{93436EA5-C36E-4E0C-8687-BF6E1237E5E2}" srcOrd="5" destOrd="0" presId="urn:microsoft.com/office/officeart/2018/2/layout/IconVerticalSolidList"/>
    <dgm:cxn modelId="{7846E1A9-8CC1-4F4C-85BD-08384C738B98}" type="presParOf" srcId="{FC568BAF-4EA8-4563-B6B6-7147E310D87E}" destId="{8B91020C-F3FF-49BB-AFCE-83387634D2E4}" srcOrd="6" destOrd="0" presId="urn:microsoft.com/office/officeart/2018/2/layout/IconVerticalSolidList"/>
    <dgm:cxn modelId="{4E5D2292-7D49-4B6B-83F3-80025035488C}" type="presParOf" srcId="{8B91020C-F3FF-49BB-AFCE-83387634D2E4}" destId="{717000B0-8491-46B5-AC64-0C02F9668505}" srcOrd="0" destOrd="0" presId="urn:microsoft.com/office/officeart/2018/2/layout/IconVerticalSolidList"/>
    <dgm:cxn modelId="{7EF75870-A6C7-4B03-B0B3-00C112EB549A}" type="presParOf" srcId="{8B91020C-F3FF-49BB-AFCE-83387634D2E4}" destId="{4F35B374-1A03-4B3A-B93E-1799B6A43BAC}" srcOrd="1" destOrd="0" presId="urn:microsoft.com/office/officeart/2018/2/layout/IconVerticalSolidList"/>
    <dgm:cxn modelId="{0FBE3FEA-C768-4F12-B536-A1478B51FD9E}" type="presParOf" srcId="{8B91020C-F3FF-49BB-AFCE-83387634D2E4}" destId="{4D5E54F3-44CC-4BFE-A7A1-A77A1BA5DA62}" srcOrd="2" destOrd="0" presId="urn:microsoft.com/office/officeart/2018/2/layout/IconVerticalSolidList"/>
    <dgm:cxn modelId="{82D2846A-704F-4C8C-982E-7019327EED5A}" type="presParOf" srcId="{8B91020C-F3FF-49BB-AFCE-83387634D2E4}" destId="{D799A227-63C8-405B-AE10-201791751B4F}" srcOrd="3" destOrd="0" presId="urn:microsoft.com/office/officeart/2018/2/layout/IconVerticalSolidList"/>
    <dgm:cxn modelId="{E14CC29A-175F-4FA2-9EFE-2FF0F481CEE4}" type="presParOf" srcId="{FC568BAF-4EA8-4563-B6B6-7147E310D87E}" destId="{5FA26076-E022-4AC9-8186-AC0B66FFF854}" srcOrd="7" destOrd="0" presId="urn:microsoft.com/office/officeart/2018/2/layout/IconVerticalSolidList"/>
    <dgm:cxn modelId="{1F2A3A57-1B84-4988-AFB2-09DC0887266E}" type="presParOf" srcId="{FC568BAF-4EA8-4563-B6B6-7147E310D87E}" destId="{9DA95E07-900A-4563-92D9-26D2B2E0BA95}" srcOrd="8" destOrd="0" presId="urn:microsoft.com/office/officeart/2018/2/layout/IconVerticalSolidList"/>
    <dgm:cxn modelId="{A42833F5-FBEC-4308-ABF8-DAB03B1BAE7F}" type="presParOf" srcId="{9DA95E07-900A-4563-92D9-26D2B2E0BA95}" destId="{278A8742-3F21-452B-A600-60274E603F98}" srcOrd="0" destOrd="0" presId="urn:microsoft.com/office/officeart/2018/2/layout/IconVerticalSolidList"/>
    <dgm:cxn modelId="{E95AAF62-D171-4583-B309-9AF8D47B610D}" type="presParOf" srcId="{9DA95E07-900A-4563-92D9-26D2B2E0BA95}" destId="{9E83C2CB-2D5B-4BBA-9C77-DAED90CB3589}" srcOrd="1" destOrd="0" presId="urn:microsoft.com/office/officeart/2018/2/layout/IconVerticalSolidList"/>
    <dgm:cxn modelId="{351AE90C-AB83-4E40-9E87-E86A973CCDD7}" type="presParOf" srcId="{9DA95E07-900A-4563-92D9-26D2B2E0BA95}" destId="{BB7E9B69-469B-4F2C-80FE-0FCFEC39907D}" srcOrd="2" destOrd="0" presId="urn:microsoft.com/office/officeart/2018/2/layout/IconVerticalSolidList"/>
    <dgm:cxn modelId="{3B5E7D13-2F89-4CA0-9D45-17362C219310}" type="presParOf" srcId="{9DA95E07-900A-4563-92D9-26D2B2E0BA95}" destId="{45219327-EEF3-4341-A530-56D355C47E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F1BAEB-4E3E-4C6F-B8B9-7303BA79813F}">
      <dsp:nvSpPr>
        <dsp:cNvPr id="0" name=""/>
        <dsp:cNvSpPr/>
      </dsp:nvSpPr>
      <dsp:spPr>
        <a:xfrm>
          <a:off x="0" y="3515"/>
          <a:ext cx="10346537" cy="7487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9AD45B-4E1C-4AB9-8804-0F509617DA37}">
      <dsp:nvSpPr>
        <dsp:cNvPr id="0" name=""/>
        <dsp:cNvSpPr/>
      </dsp:nvSpPr>
      <dsp:spPr>
        <a:xfrm>
          <a:off x="226482" y="171973"/>
          <a:ext cx="411786" cy="4117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A0BC8-B8AB-422C-A94E-573687A70D0B}">
      <dsp:nvSpPr>
        <dsp:cNvPr id="0" name=""/>
        <dsp:cNvSpPr/>
      </dsp:nvSpPr>
      <dsp:spPr>
        <a:xfrm>
          <a:off x="864751" y="3515"/>
          <a:ext cx="9481785" cy="748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238" tIns="79238" rIns="79238" bIns="7923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Login / Role Access</a:t>
          </a:r>
        </a:p>
      </dsp:txBody>
      <dsp:txXfrm>
        <a:off x="864751" y="3515"/>
        <a:ext cx="9481785" cy="748702"/>
      </dsp:txXfrm>
    </dsp:sp>
    <dsp:sp modelId="{2DDF8C8F-DABE-40E6-B4B5-668CBD2CBA9C}">
      <dsp:nvSpPr>
        <dsp:cNvPr id="0" name=""/>
        <dsp:cNvSpPr/>
      </dsp:nvSpPr>
      <dsp:spPr>
        <a:xfrm>
          <a:off x="0" y="939393"/>
          <a:ext cx="10346537" cy="7487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8DDE3C-FA55-4A90-8D54-7FDFE9498AF4}">
      <dsp:nvSpPr>
        <dsp:cNvPr id="0" name=""/>
        <dsp:cNvSpPr/>
      </dsp:nvSpPr>
      <dsp:spPr>
        <a:xfrm>
          <a:off x="226482" y="1107851"/>
          <a:ext cx="411786" cy="4117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A28B95-1FA3-4CA7-B699-186BBBDEE20F}">
      <dsp:nvSpPr>
        <dsp:cNvPr id="0" name=""/>
        <dsp:cNvSpPr/>
      </dsp:nvSpPr>
      <dsp:spPr>
        <a:xfrm>
          <a:off x="864751" y="939393"/>
          <a:ext cx="9481785" cy="748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238" tIns="79238" rIns="79238" bIns="7923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Manage Products &amp; Stock</a:t>
          </a:r>
        </a:p>
      </dsp:txBody>
      <dsp:txXfrm>
        <a:off x="864751" y="939393"/>
        <a:ext cx="9481785" cy="748702"/>
      </dsp:txXfrm>
    </dsp:sp>
    <dsp:sp modelId="{85D90F37-DBF4-483C-82B9-6AEF1EAD989B}">
      <dsp:nvSpPr>
        <dsp:cNvPr id="0" name=""/>
        <dsp:cNvSpPr/>
      </dsp:nvSpPr>
      <dsp:spPr>
        <a:xfrm>
          <a:off x="0" y="1875271"/>
          <a:ext cx="10346537" cy="7487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0DEC38-0E0E-4C16-BA29-D417AB9D71A8}">
      <dsp:nvSpPr>
        <dsp:cNvPr id="0" name=""/>
        <dsp:cNvSpPr/>
      </dsp:nvSpPr>
      <dsp:spPr>
        <a:xfrm>
          <a:off x="226482" y="2043729"/>
          <a:ext cx="411786" cy="4117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3A72A2-E1FD-402F-B28F-A6243756ABCD}">
      <dsp:nvSpPr>
        <dsp:cNvPr id="0" name=""/>
        <dsp:cNvSpPr/>
      </dsp:nvSpPr>
      <dsp:spPr>
        <a:xfrm>
          <a:off x="864751" y="1875271"/>
          <a:ext cx="9481785" cy="748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238" tIns="79238" rIns="79238" bIns="7923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Place &amp; Process Orders</a:t>
          </a:r>
        </a:p>
      </dsp:txBody>
      <dsp:txXfrm>
        <a:off x="864751" y="1875271"/>
        <a:ext cx="9481785" cy="748702"/>
      </dsp:txXfrm>
    </dsp:sp>
    <dsp:sp modelId="{717000B0-8491-46B5-AC64-0C02F9668505}">
      <dsp:nvSpPr>
        <dsp:cNvPr id="0" name=""/>
        <dsp:cNvSpPr/>
      </dsp:nvSpPr>
      <dsp:spPr>
        <a:xfrm>
          <a:off x="0" y="2811149"/>
          <a:ext cx="10346537" cy="7487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35B374-1A03-4B3A-B93E-1799B6A43BAC}">
      <dsp:nvSpPr>
        <dsp:cNvPr id="0" name=""/>
        <dsp:cNvSpPr/>
      </dsp:nvSpPr>
      <dsp:spPr>
        <a:xfrm>
          <a:off x="226482" y="2979607"/>
          <a:ext cx="411786" cy="4117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99A227-63C8-405B-AE10-201791751B4F}">
      <dsp:nvSpPr>
        <dsp:cNvPr id="0" name=""/>
        <dsp:cNvSpPr/>
      </dsp:nvSpPr>
      <dsp:spPr>
        <a:xfrm>
          <a:off x="864751" y="2811149"/>
          <a:ext cx="9481785" cy="748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238" tIns="79238" rIns="79238" bIns="7923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Supplier &amp; Delivery Updates</a:t>
          </a:r>
        </a:p>
      </dsp:txBody>
      <dsp:txXfrm>
        <a:off x="864751" y="2811149"/>
        <a:ext cx="9481785" cy="748702"/>
      </dsp:txXfrm>
    </dsp:sp>
    <dsp:sp modelId="{278A8742-3F21-452B-A600-60274E603F98}">
      <dsp:nvSpPr>
        <dsp:cNvPr id="0" name=""/>
        <dsp:cNvSpPr/>
      </dsp:nvSpPr>
      <dsp:spPr>
        <a:xfrm>
          <a:off x="0" y="3747027"/>
          <a:ext cx="10346537" cy="7487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83C2CB-2D5B-4BBA-9C77-DAED90CB3589}">
      <dsp:nvSpPr>
        <dsp:cNvPr id="0" name=""/>
        <dsp:cNvSpPr/>
      </dsp:nvSpPr>
      <dsp:spPr>
        <a:xfrm>
          <a:off x="226482" y="3915485"/>
          <a:ext cx="411786" cy="41178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219327-EEF3-4341-A530-56D355C47E7F}">
      <dsp:nvSpPr>
        <dsp:cNvPr id="0" name=""/>
        <dsp:cNvSpPr/>
      </dsp:nvSpPr>
      <dsp:spPr>
        <a:xfrm>
          <a:off x="864751" y="3747027"/>
          <a:ext cx="9481785" cy="748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238" tIns="79238" rIns="79238" bIns="7923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Reports &amp; Notifications</a:t>
          </a:r>
        </a:p>
      </dsp:txBody>
      <dsp:txXfrm>
        <a:off x="864751" y="3747027"/>
        <a:ext cx="9481785" cy="748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14896-64C6-42EB-BD71-CCEB2855712B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58E4A2-1935-486A-A61C-39CD1AB8A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58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58E4A2-1935-486A-A61C-39CD1AB8A00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15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jpeg"/><Relationship Id="rId4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jpeg"/><Relationship Id="rId7" Type="http://schemas.openxmlformats.org/officeDocument/2006/relationships/image" Target="../media/image29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3.svg"/><Relationship Id="rId4" Type="http://schemas.openxmlformats.org/officeDocument/2006/relationships/image" Target="../media/image20.png"/><Relationship Id="rId9" Type="http://schemas.openxmlformats.org/officeDocument/2006/relationships/image" Target="../media/image3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48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5" Type="http://schemas.openxmlformats.org/officeDocument/2006/relationships/image" Target="../media/image50.svg"/><Relationship Id="rId10" Type="http://schemas.microsoft.com/office/2007/relationships/diagramDrawing" Target="../diagrams/drawing1.xml"/><Relationship Id="rId4" Type="http://schemas.openxmlformats.org/officeDocument/2006/relationships/image" Target="../media/image49.png"/><Relationship Id="rId9" Type="http://schemas.openxmlformats.org/officeDocument/2006/relationships/diagramColors" Target="../diagrams/colors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0.svg"/><Relationship Id="rId7" Type="http://schemas.openxmlformats.org/officeDocument/2006/relationships/image" Target="../media/image6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7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4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sv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sv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74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90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96.svg"/><Relationship Id="rId3" Type="http://schemas.openxmlformats.org/officeDocument/2006/relationships/image" Target="../media/image4.svg"/><Relationship Id="rId7" Type="http://schemas.openxmlformats.org/officeDocument/2006/relationships/image" Target="../media/image92.svg"/><Relationship Id="rId12" Type="http://schemas.openxmlformats.org/officeDocument/2006/relationships/image" Target="../media/image9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11" Type="http://schemas.openxmlformats.org/officeDocument/2006/relationships/image" Target="../media/image12.jpeg"/><Relationship Id="rId5" Type="http://schemas.openxmlformats.org/officeDocument/2006/relationships/image" Target="../media/image6.svg"/><Relationship Id="rId10" Type="http://schemas.openxmlformats.org/officeDocument/2006/relationships/image" Target="../media/image94.svg"/><Relationship Id="rId4" Type="http://schemas.openxmlformats.org/officeDocument/2006/relationships/image" Target="../media/image5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61880"/>
            <a:ext cx="3409188" cy="2676858"/>
          </a:xfrm>
          <a:custGeom>
            <a:avLst/>
            <a:gdLst/>
            <a:ahLst/>
            <a:cxnLst/>
            <a:rect l="l" t="t" r="r" b="b"/>
            <a:pathLst>
              <a:path w="3409188" h="2676858">
                <a:moveTo>
                  <a:pt x="0" y="0"/>
                </a:moveTo>
                <a:lnTo>
                  <a:pt x="3409188" y="0"/>
                </a:lnTo>
                <a:lnTo>
                  <a:pt x="3409188" y="2676859"/>
                </a:lnTo>
                <a:lnTo>
                  <a:pt x="0" y="2676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63503" y="8941308"/>
            <a:ext cx="10226050" cy="1409195"/>
          </a:xfrm>
          <a:custGeom>
            <a:avLst/>
            <a:gdLst/>
            <a:ahLst/>
            <a:cxnLst/>
            <a:rect l="l" t="t" r="r" b="b"/>
            <a:pathLst>
              <a:path w="10226050" h="1409195">
                <a:moveTo>
                  <a:pt x="0" y="0"/>
                </a:moveTo>
                <a:lnTo>
                  <a:pt x="10226049" y="0"/>
                </a:lnTo>
                <a:lnTo>
                  <a:pt x="10226049" y="1409195"/>
                </a:lnTo>
                <a:lnTo>
                  <a:pt x="0" y="1409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864635" y="7521864"/>
            <a:ext cx="502653" cy="388601"/>
            <a:chOff x="0" y="0"/>
            <a:chExt cx="502653" cy="388595"/>
          </a:xfrm>
        </p:grpSpPr>
        <p:sp>
          <p:nvSpPr>
            <p:cNvPr id="5" name="Freeform 5"/>
            <p:cNvSpPr/>
            <p:nvPr/>
          </p:nvSpPr>
          <p:spPr>
            <a:xfrm>
              <a:off x="-1270" y="-1778"/>
              <a:ext cx="504825" cy="401955"/>
            </a:xfrm>
            <a:custGeom>
              <a:avLst/>
              <a:gdLst/>
              <a:ahLst/>
              <a:cxnLst/>
              <a:rect l="l" t="t" r="r" b="b"/>
              <a:pathLst>
                <a:path w="504825" h="401955">
                  <a:moveTo>
                    <a:pt x="334010" y="37211"/>
                  </a:moveTo>
                  <a:cubicBezTo>
                    <a:pt x="294640" y="18923"/>
                    <a:pt x="253365" y="0"/>
                    <a:pt x="209931" y="1905"/>
                  </a:cubicBezTo>
                  <a:cubicBezTo>
                    <a:pt x="156464" y="4191"/>
                    <a:pt x="108331" y="38227"/>
                    <a:pt x="76200" y="81153"/>
                  </a:cubicBezTo>
                  <a:cubicBezTo>
                    <a:pt x="44196" y="124206"/>
                    <a:pt x="25781" y="175387"/>
                    <a:pt x="8382" y="226060"/>
                  </a:cubicBezTo>
                  <a:cubicBezTo>
                    <a:pt x="4191" y="238125"/>
                    <a:pt x="0" y="250698"/>
                    <a:pt x="1651" y="263271"/>
                  </a:cubicBezTo>
                  <a:cubicBezTo>
                    <a:pt x="3810" y="279654"/>
                    <a:pt x="15240" y="293116"/>
                    <a:pt x="26035" y="305562"/>
                  </a:cubicBezTo>
                  <a:cubicBezTo>
                    <a:pt x="47498" y="329819"/>
                    <a:pt x="69469" y="354711"/>
                    <a:pt x="98298" y="369443"/>
                  </a:cubicBezTo>
                  <a:cubicBezTo>
                    <a:pt x="127127" y="384175"/>
                    <a:pt x="164592" y="386588"/>
                    <a:pt x="190119" y="366776"/>
                  </a:cubicBezTo>
                  <a:cubicBezTo>
                    <a:pt x="205359" y="354965"/>
                    <a:pt x="215011" y="336677"/>
                    <a:pt x="231521" y="326771"/>
                  </a:cubicBezTo>
                  <a:cubicBezTo>
                    <a:pt x="248031" y="316865"/>
                    <a:pt x="276606" y="324231"/>
                    <a:pt x="275463" y="343535"/>
                  </a:cubicBezTo>
                  <a:cubicBezTo>
                    <a:pt x="274701" y="356489"/>
                    <a:pt x="260477" y="369570"/>
                    <a:pt x="267843" y="380238"/>
                  </a:cubicBezTo>
                  <a:cubicBezTo>
                    <a:pt x="270891" y="384556"/>
                    <a:pt x="276352" y="386207"/>
                    <a:pt x="281559" y="387350"/>
                  </a:cubicBezTo>
                  <a:cubicBezTo>
                    <a:pt x="350647" y="401955"/>
                    <a:pt x="418846" y="363982"/>
                    <a:pt x="479171" y="327533"/>
                  </a:cubicBezTo>
                  <a:cubicBezTo>
                    <a:pt x="486791" y="322961"/>
                    <a:pt x="494538" y="318135"/>
                    <a:pt x="499110" y="310515"/>
                  </a:cubicBezTo>
                  <a:cubicBezTo>
                    <a:pt x="504825" y="300990"/>
                    <a:pt x="504063" y="289052"/>
                    <a:pt x="502920" y="278130"/>
                  </a:cubicBezTo>
                  <a:cubicBezTo>
                    <a:pt x="498983" y="239268"/>
                    <a:pt x="491490" y="200914"/>
                    <a:pt x="480441" y="163449"/>
                  </a:cubicBezTo>
                  <a:cubicBezTo>
                    <a:pt x="476885" y="151511"/>
                    <a:pt x="472694" y="138938"/>
                    <a:pt x="463931" y="130175"/>
                  </a:cubicBezTo>
                  <a:cubicBezTo>
                    <a:pt x="449834" y="116205"/>
                    <a:pt x="427609" y="114935"/>
                    <a:pt x="407670" y="114935"/>
                  </a:cubicBezTo>
                  <a:cubicBezTo>
                    <a:pt x="387731" y="114935"/>
                    <a:pt x="365887" y="114935"/>
                    <a:pt x="350266" y="102616"/>
                  </a:cubicBezTo>
                  <a:cubicBezTo>
                    <a:pt x="334645" y="90170"/>
                    <a:pt x="333375" y="60071"/>
                    <a:pt x="352298" y="5359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044160" y="3574409"/>
            <a:ext cx="2800960" cy="3246520"/>
            <a:chOff x="0" y="0"/>
            <a:chExt cx="2800960" cy="3246526"/>
          </a:xfrm>
        </p:grpSpPr>
        <p:sp>
          <p:nvSpPr>
            <p:cNvPr id="7" name="Freeform 7"/>
            <p:cNvSpPr/>
            <p:nvPr/>
          </p:nvSpPr>
          <p:spPr>
            <a:xfrm>
              <a:off x="2209038" y="63500"/>
              <a:ext cx="432689" cy="1668145"/>
            </a:xfrm>
            <a:custGeom>
              <a:avLst/>
              <a:gdLst/>
              <a:ahLst/>
              <a:cxnLst/>
              <a:rect l="l" t="t" r="r" b="b"/>
              <a:pathLst>
                <a:path w="432689" h="1668145">
                  <a:moveTo>
                    <a:pt x="140462" y="1668018"/>
                  </a:moveTo>
                  <a:cubicBezTo>
                    <a:pt x="40894" y="1417320"/>
                    <a:pt x="0" y="1142746"/>
                    <a:pt x="21590" y="873887"/>
                  </a:cubicBezTo>
                  <a:cubicBezTo>
                    <a:pt x="28448" y="788543"/>
                    <a:pt x="43434" y="678561"/>
                    <a:pt x="98425" y="585724"/>
                  </a:cubicBezTo>
                  <a:cubicBezTo>
                    <a:pt x="120904" y="547878"/>
                    <a:pt x="148844" y="515493"/>
                    <a:pt x="180594" y="490093"/>
                  </a:cubicBezTo>
                  <a:cubicBezTo>
                    <a:pt x="141859" y="439166"/>
                    <a:pt x="121158" y="372872"/>
                    <a:pt x="119761" y="312039"/>
                  </a:cubicBezTo>
                  <a:cubicBezTo>
                    <a:pt x="117221" y="200787"/>
                    <a:pt x="163068" y="94107"/>
                    <a:pt x="203581" y="0"/>
                  </a:cubicBezTo>
                  <a:lnTo>
                    <a:pt x="223139" y="8382"/>
                  </a:lnTo>
                  <a:cubicBezTo>
                    <a:pt x="183388" y="100457"/>
                    <a:pt x="138557" y="204851"/>
                    <a:pt x="141224" y="311404"/>
                  </a:cubicBezTo>
                  <a:cubicBezTo>
                    <a:pt x="142494" y="368300"/>
                    <a:pt x="161798" y="430022"/>
                    <a:pt x="197612" y="477139"/>
                  </a:cubicBezTo>
                  <a:cubicBezTo>
                    <a:pt x="242824" y="445262"/>
                    <a:pt x="294132" y="427101"/>
                    <a:pt x="345567" y="426466"/>
                  </a:cubicBezTo>
                  <a:cubicBezTo>
                    <a:pt x="376682" y="426085"/>
                    <a:pt x="400177" y="433578"/>
                    <a:pt x="415163" y="449326"/>
                  </a:cubicBezTo>
                  <a:cubicBezTo>
                    <a:pt x="426974" y="461645"/>
                    <a:pt x="432689" y="478790"/>
                    <a:pt x="431419" y="497459"/>
                  </a:cubicBezTo>
                  <a:cubicBezTo>
                    <a:pt x="429895" y="519557"/>
                    <a:pt x="418719" y="540893"/>
                    <a:pt x="401701" y="554101"/>
                  </a:cubicBezTo>
                  <a:cubicBezTo>
                    <a:pt x="375285" y="574675"/>
                    <a:pt x="336677" y="580390"/>
                    <a:pt x="295656" y="569722"/>
                  </a:cubicBezTo>
                  <a:cubicBezTo>
                    <a:pt x="255143" y="559181"/>
                    <a:pt x="221234" y="536194"/>
                    <a:pt x="194437" y="506349"/>
                  </a:cubicBezTo>
                  <a:cubicBezTo>
                    <a:pt x="164719" y="530352"/>
                    <a:pt x="138303" y="560705"/>
                    <a:pt x="117221" y="596519"/>
                  </a:cubicBezTo>
                  <a:cubicBezTo>
                    <a:pt x="64516" y="685800"/>
                    <a:pt x="49911" y="792607"/>
                    <a:pt x="43307" y="875665"/>
                  </a:cubicBezTo>
                  <a:cubicBezTo>
                    <a:pt x="21844" y="1141222"/>
                    <a:pt x="62484" y="1412494"/>
                    <a:pt x="160655" y="1660271"/>
                  </a:cubicBezTo>
                  <a:lnTo>
                    <a:pt x="140970" y="1668145"/>
                  </a:lnTo>
                  <a:lnTo>
                    <a:pt x="140462" y="1668145"/>
                  </a:lnTo>
                  <a:close/>
                  <a:moveTo>
                    <a:pt x="210947" y="493649"/>
                  </a:moveTo>
                  <a:cubicBezTo>
                    <a:pt x="234950" y="519811"/>
                    <a:pt x="264922" y="539750"/>
                    <a:pt x="300609" y="549021"/>
                  </a:cubicBezTo>
                  <a:cubicBezTo>
                    <a:pt x="335153" y="558038"/>
                    <a:pt x="367157" y="553847"/>
                    <a:pt x="388112" y="537337"/>
                  </a:cubicBezTo>
                  <a:cubicBezTo>
                    <a:pt x="400304" y="527939"/>
                    <a:pt x="408559" y="512064"/>
                    <a:pt x="409702" y="495935"/>
                  </a:cubicBezTo>
                  <a:cubicBezTo>
                    <a:pt x="410591" y="483235"/>
                    <a:pt x="407035" y="471932"/>
                    <a:pt x="399288" y="463931"/>
                  </a:cubicBezTo>
                  <a:cubicBezTo>
                    <a:pt x="388620" y="452755"/>
                    <a:pt x="370459" y="447167"/>
                    <a:pt x="345440" y="447675"/>
                  </a:cubicBezTo>
                  <a:cubicBezTo>
                    <a:pt x="298831" y="448437"/>
                    <a:pt x="252349" y="464820"/>
                    <a:pt x="210820" y="493522"/>
                  </a:cubicBezTo>
                  <a:lnTo>
                    <a:pt x="210947" y="493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2474214" y="1979930"/>
              <a:ext cx="263271" cy="385445"/>
            </a:xfrm>
            <a:custGeom>
              <a:avLst/>
              <a:gdLst/>
              <a:ahLst/>
              <a:cxnLst/>
              <a:rect l="l" t="t" r="r" b="b"/>
              <a:pathLst>
                <a:path w="263271" h="385445">
                  <a:moveTo>
                    <a:pt x="247015" y="385318"/>
                  </a:moveTo>
                  <a:cubicBezTo>
                    <a:pt x="151638" y="269621"/>
                    <a:pt x="68453" y="143256"/>
                    <a:pt x="0" y="9652"/>
                  </a:cubicBezTo>
                  <a:lnTo>
                    <a:pt x="18796" y="0"/>
                  </a:lnTo>
                  <a:cubicBezTo>
                    <a:pt x="86614" y="132207"/>
                    <a:pt x="168783" y="257302"/>
                    <a:pt x="263271" y="371856"/>
                  </a:cubicBezTo>
                  <a:lnTo>
                    <a:pt x="246888" y="385445"/>
                  </a:lnTo>
                  <a:lnTo>
                    <a:pt x="247015" y="3854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430018" y="941197"/>
              <a:ext cx="50546" cy="299593"/>
            </a:xfrm>
            <a:custGeom>
              <a:avLst/>
              <a:gdLst/>
              <a:ahLst/>
              <a:cxnLst/>
              <a:rect l="l" t="t" r="r" b="b"/>
              <a:pathLst>
                <a:path w="50546" h="299593">
                  <a:moveTo>
                    <a:pt x="0" y="2032"/>
                  </a:moveTo>
                  <a:lnTo>
                    <a:pt x="21209" y="0"/>
                  </a:lnTo>
                  <a:lnTo>
                    <a:pt x="50546" y="297561"/>
                  </a:lnTo>
                  <a:lnTo>
                    <a:pt x="29337" y="2995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4356" y="1838197"/>
              <a:ext cx="2369693" cy="1344549"/>
            </a:xfrm>
            <a:custGeom>
              <a:avLst/>
              <a:gdLst/>
              <a:ahLst/>
              <a:cxnLst/>
              <a:rect l="l" t="t" r="r" b="b"/>
              <a:pathLst>
                <a:path w="2369693" h="1344549">
                  <a:moveTo>
                    <a:pt x="1204214" y="255"/>
                  </a:moveTo>
                  <a:cubicBezTo>
                    <a:pt x="1092454" y="255"/>
                    <a:pt x="995553" y="74169"/>
                    <a:pt x="940181" y="147194"/>
                  </a:cubicBezTo>
                  <a:cubicBezTo>
                    <a:pt x="872236" y="236729"/>
                    <a:pt x="836549" y="349124"/>
                    <a:pt x="805053" y="448057"/>
                  </a:cubicBezTo>
                  <a:lnTo>
                    <a:pt x="825373" y="454534"/>
                  </a:lnTo>
                  <a:cubicBezTo>
                    <a:pt x="857885" y="352299"/>
                    <a:pt x="891540" y="246762"/>
                    <a:pt x="957199" y="160021"/>
                  </a:cubicBezTo>
                  <a:cubicBezTo>
                    <a:pt x="1009396" y="91187"/>
                    <a:pt x="1100201" y="21464"/>
                    <a:pt x="1204087" y="21464"/>
                  </a:cubicBezTo>
                  <a:cubicBezTo>
                    <a:pt x="1211834" y="21464"/>
                    <a:pt x="1219581" y="21845"/>
                    <a:pt x="1227455" y="22607"/>
                  </a:cubicBezTo>
                  <a:cubicBezTo>
                    <a:pt x="1322959" y="32259"/>
                    <a:pt x="1414526" y="106808"/>
                    <a:pt x="1460754" y="212472"/>
                  </a:cubicBezTo>
                  <a:cubicBezTo>
                    <a:pt x="1505712" y="314961"/>
                    <a:pt x="1507744" y="429642"/>
                    <a:pt x="1503680" y="528448"/>
                  </a:cubicBezTo>
                  <a:lnTo>
                    <a:pt x="1502283" y="562230"/>
                  </a:lnTo>
                  <a:lnTo>
                    <a:pt x="1522730" y="535179"/>
                  </a:lnTo>
                  <a:cubicBezTo>
                    <a:pt x="1559179" y="487173"/>
                    <a:pt x="1616202" y="455931"/>
                    <a:pt x="1683512" y="447041"/>
                  </a:cubicBezTo>
                  <a:cubicBezTo>
                    <a:pt x="1696466" y="445390"/>
                    <a:pt x="1709674" y="444501"/>
                    <a:pt x="1722755" y="444501"/>
                  </a:cubicBezTo>
                  <a:cubicBezTo>
                    <a:pt x="1790446" y="444501"/>
                    <a:pt x="1858010" y="466599"/>
                    <a:pt x="1909445" y="506858"/>
                  </a:cubicBezTo>
                  <a:cubicBezTo>
                    <a:pt x="2014220" y="588646"/>
                    <a:pt x="2072005" y="735331"/>
                    <a:pt x="2063623" y="899288"/>
                  </a:cubicBezTo>
                  <a:lnTo>
                    <a:pt x="2063242" y="907797"/>
                  </a:lnTo>
                  <a:lnTo>
                    <a:pt x="2071624" y="909956"/>
                  </a:lnTo>
                  <a:cubicBezTo>
                    <a:pt x="2173351" y="936372"/>
                    <a:pt x="2310638" y="984505"/>
                    <a:pt x="2330831" y="1096011"/>
                  </a:cubicBezTo>
                  <a:cubicBezTo>
                    <a:pt x="2347214" y="1186434"/>
                    <a:pt x="2271141" y="1271652"/>
                    <a:pt x="2188210" y="1301878"/>
                  </a:cubicBezTo>
                  <a:cubicBezTo>
                    <a:pt x="2144268" y="1317880"/>
                    <a:pt x="2097659" y="1323087"/>
                    <a:pt x="2050923" y="1323087"/>
                  </a:cubicBezTo>
                  <a:cubicBezTo>
                    <a:pt x="2002536" y="1323087"/>
                    <a:pt x="1954149" y="1317372"/>
                    <a:pt x="1908810" y="1312165"/>
                  </a:cubicBezTo>
                  <a:cubicBezTo>
                    <a:pt x="1350645" y="1246633"/>
                    <a:pt x="773557" y="1178815"/>
                    <a:pt x="222758" y="1025018"/>
                  </a:cubicBezTo>
                  <a:cubicBezTo>
                    <a:pt x="103124" y="991617"/>
                    <a:pt x="40386" y="943611"/>
                    <a:pt x="31369" y="878333"/>
                  </a:cubicBezTo>
                  <a:cubicBezTo>
                    <a:pt x="22479" y="814452"/>
                    <a:pt x="71247" y="755524"/>
                    <a:pt x="114808" y="711200"/>
                  </a:cubicBezTo>
                  <a:cubicBezTo>
                    <a:pt x="166878" y="658242"/>
                    <a:pt x="224917" y="606299"/>
                    <a:pt x="296037" y="586105"/>
                  </a:cubicBezTo>
                  <a:cubicBezTo>
                    <a:pt x="312547" y="581406"/>
                    <a:pt x="330708" y="578993"/>
                    <a:pt x="349250" y="578993"/>
                  </a:cubicBezTo>
                  <a:cubicBezTo>
                    <a:pt x="402336" y="578993"/>
                    <a:pt x="458089" y="599440"/>
                    <a:pt x="485775" y="646684"/>
                  </a:cubicBezTo>
                  <a:lnTo>
                    <a:pt x="513080" y="693293"/>
                  </a:lnTo>
                  <a:lnTo>
                    <a:pt x="505460" y="639826"/>
                  </a:lnTo>
                  <a:cubicBezTo>
                    <a:pt x="498602" y="591947"/>
                    <a:pt x="520065" y="541909"/>
                    <a:pt x="562483" y="505714"/>
                  </a:cubicBezTo>
                  <a:cubicBezTo>
                    <a:pt x="593598" y="479298"/>
                    <a:pt x="630301" y="465201"/>
                    <a:pt x="665734" y="465201"/>
                  </a:cubicBezTo>
                  <a:cubicBezTo>
                    <a:pt x="678688" y="465201"/>
                    <a:pt x="691515" y="467106"/>
                    <a:pt x="703834" y="470916"/>
                  </a:cubicBezTo>
                  <a:lnTo>
                    <a:pt x="710057" y="450596"/>
                  </a:lnTo>
                  <a:cubicBezTo>
                    <a:pt x="695706" y="446151"/>
                    <a:pt x="680720" y="443992"/>
                    <a:pt x="665734" y="443992"/>
                  </a:cubicBezTo>
                  <a:cubicBezTo>
                    <a:pt x="625221" y="443992"/>
                    <a:pt x="583565" y="459740"/>
                    <a:pt x="548513" y="489585"/>
                  </a:cubicBezTo>
                  <a:cubicBezTo>
                    <a:pt x="510413" y="522097"/>
                    <a:pt x="487426" y="565023"/>
                    <a:pt x="483362" y="608838"/>
                  </a:cubicBezTo>
                  <a:cubicBezTo>
                    <a:pt x="449199" y="573278"/>
                    <a:pt x="399034" y="557530"/>
                    <a:pt x="350266" y="557530"/>
                  </a:cubicBezTo>
                  <a:cubicBezTo>
                    <a:pt x="329565" y="557530"/>
                    <a:pt x="309118" y="560324"/>
                    <a:pt x="290068" y="565785"/>
                  </a:cubicBezTo>
                  <a:cubicBezTo>
                    <a:pt x="214122" y="587375"/>
                    <a:pt x="153543" y="641350"/>
                    <a:pt x="99441" y="696468"/>
                  </a:cubicBezTo>
                  <a:cubicBezTo>
                    <a:pt x="52578" y="744220"/>
                    <a:pt x="0" y="808482"/>
                    <a:pt x="10160" y="881380"/>
                  </a:cubicBezTo>
                  <a:cubicBezTo>
                    <a:pt x="20574" y="955802"/>
                    <a:pt x="88138" y="1009523"/>
                    <a:pt x="216916" y="1045464"/>
                  </a:cubicBezTo>
                  <a:cubicBezTo>
                    <a:pt x="769112" y="1199642"/>
                    <a:pt x="1347216" y="1267714"/>
                    <a:pt x="1906143" y="1333373"/>
                  </a:cubicBezTo>
                  <a:cubicBezTo>
                    <a:pt x="1952244" y="1338834"/>
                    <a:pt x="2001393" y="1344549"/>
                    <a:pt x="2050796" y="1344549"/>
                  </a:cubicBezTo>
                  <a:lnTo>
                    <a:pt x="2050669" y="1344549"/>
                  </a:lnTo>
                  <a:cubicBezTo>
                    <a:pt x="2099310" y="1344549"/>
                    <a:pt x="2148332" y="1338961"/>
                    <a:pt x="2195068" y="1321943"/>
                  </a:cubicBezTo>
                  <a:cubicBezTo>
                    <a:pt x="2286381" y="1288669"/>
                    <a:pt x="2369693" y="1193673"/>
                    <a:pt x="2351405" y="1092327"/>
                  </a:cubicBezTo>
                  <a:cubicBezTo>
                    <a:pt x="2329561" y="972058"/>
                    <a:pt x="2191131" y="920115"/>
                    <a:pt x="2084959" y="891667"/>
                  </a:cubicBezTo>
                  <a:cubicBezTo>
                    <a:pt x="2091055" y="724281"/>
                    <a:pt x="2030730" y="574675"/>
                    <a:pt x="1922272" y="489966"/>
                  </a:cubicBezTo>
                  <a:cubicBezTo>
                    <a:pt x="1867154" y="447040"/>
                    <a:pt x="1794764" y="423164"/>
                    <a:pt x="1722247" y="423164"/>
                  </a:cubicBezTo>
                  <a:cubicBezTo>
                    <a:pt x="1708277" y="423164"/>
                    <a:pt x="1694307" y="424053"/>
                    <a:pt x="1680464" y="425831"/>
                  </a:cubicBezTo>
                  <a:cubicBezTo>
                    <a:pt x="1618869" y="433832"/>
                    <a:pt x="1564894" y="459486"/>
                    <a:pt x="1525651" y="499110"/>
                  </a:cubicBezTo>
                  <a:cubicBezTo>
                    <a:pt x="1527810" y="405130"/>
                    <a:pt x="1522095" y="299720"/>
                    <a:pt x="1479931" y="203708"/>
                  </a:cubicBezTo>
                  <a:cubicBezTo>
                    <a:pt x="1430655" y="91186"/>
                    <a:pt x="1332230" y="11811"/>
                    <a:pt x="1229360" y="1270"/>
                  </a:cubicBezTo>
                  <a:cubicBezTo>
                    <a:pt x="1220851" y="381"/>
                    <a:pt x="1212342" y="0"/>
                    <a:pt x="120383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2689805" y="2823077"/>
            <a:ext cx="222771" cy="355006"/>
            <a:chOff x="0" y="0"/>
            <a:chExt cx="222771" cy="3550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2758" cy="354965"/>
            </a:xfrm>
            <a:custGeom>
              <a:avLst/>
              <a:gdLst/>
              <a:ahLst/>
              <a:cxnLst/>
              <a:rect l="l" t="t" r="r" b="b"/>
              <a:pathLst>
                <a:path w="222758" h="354965">
                  <a:moveTo>
                    <a:pt x="19177" y="354965"/>
                  </a:moveTo>
                  <a:lnTo>
                    <a:pt x="0" y="345694"/>
                  </a:lnTo>
                  <a:cubicBezTo>
                    <a:pt x="58674" y="225298"/>
                    <a:pt x="127762" y="108966"/>
                    <a:pt x="205486" y="0"/>
                  </a:cubicBezTo>
                  <a:lnTo>
                    <a:pt x="222758" y="12319"/>
                  </a:lnTo>
                  <a:cubicBezTo>
                    <a:pt x="145669" y="120269"/>
                    <a:pt x="77089" y="235585"/>
                    <a:pt x="19050" y="354965"/>
                  </a:cubicBezTo>
                  <a:lnTo>
                    <a:pt x="19177" y="3549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2999634" y="4316997"/>
            <a:ext cx="434073" cy="340547"/>
            <a:chOff x="0" y="0"/>
            <a:chExt cx="434073" cy="340550"/>
          </a:xfrm>
        </p:grpSpPr>
        <p:sp>
          <p:nvSpPr>
            <p:cNvPr id="14" name="Freeform 14"/>
            <p:cNvSpPr/>
            <p:nvPr/>
          </p:nvSpPr>
          <p:spPr>
            <a:xfrm>
              <a:off x="-10033" y="-15367"/>
              <a:ext cx="448183" cy="357378"/>
            </a:xfrm>
            <a:custGeom>
              <a:avLst/>
              <a:gdLst/>
              <a:ahLst/>
              <a:cxnLst/>
              <a:rect l="l" t="t" r="r" b="b"/>
              <a:pathLst>
                <a:path w="448183" h="357378">
                  <a:moveTo>
                    <a:pt x="283718" y="32893"/>
                  </a:moveTo>
                  <a:cubicBezTo>
                    <a:pt x="216408" y="15367"/>
                    <a:pt x="137287" y="0"/>
                    <a:pt x="83820" y="44323"/>
                  </a:cubicBezTo>
                  <a:cubicBezTo>
                    <a:pt x="56769" y="66548"/>
                    <a:pt x="42037" y="100076"/>
                    <a:pt x="28321" y="132207"/>
                  </a:cubicBezTo>
                  <a:cubicBezTo>
                    <a:pt x="13970" y="166116"/>
                    <a:pt x="0" y="206883"/>
                    <a:pt x="20066" y="237744"/>
                  </a:cubicBezTo>
                  <a:cubicBezTo>
                    <a:pt x="45593" y="276733"/>
                    <a:pt x="104775" y="269621"/>
                    <a:pt x="148209" y="252730"/>
                  </a:cubicBezTo>
                  <a:cubicBezTo>
                    <a:pt x="146812" y="291973"/>
                    <a:pt x="152527" y="342011"/>
                    <a:pt x="189992" y="353568"/>
                  </a:cubicBezTo>
                  <a:cubicBezTo>
                    <a:pt x="202438" y="357378"/>
                    <a:pt x="215646" y="355727"/>
                    <a:pt x="228600" y="353822"/>
                  </a:cubicBezTo>
                  <a:lnTo>
                    <a:pt x="366522" y="335026"/>
                  </a:lnTo>
                  <a:cubicBezTo>
                    <a:pt x="397383" y="330835"/>
                    <a:pt x="434594" y="321310"/>
                    <a:pt x="442722" y="291211"/>
                  </a:cubicBezTo>
                  <a:cubicBezTo>
                    <a:pt x="448183" y="270764"/>
                    <a:pt x="436245" y="248920"/>
                    <a:pt x="419354" y="236347"/>
                  </a:cubicBezTo>
                  <a:cubicBezTo>
                    <a:pt x="402463" y="223774"/>
                    <a:pt x="381127" y="218821"/>
                    <a:pt x="360553" y="214249"/>
                  </a:cubicBezTo>
                  <a:cubicBezTo>
                    <a:pt x="352171" y="212344"/>
                    <a:pt x="343408" y="210566"/>
                    <a:pt x="336423" y="205359"/>
                  </a:cubicBezTo>
                  <a:cubicBezTo>
                    <a:pt x="319151" y="192659"/>
                    <a:pt x="322834" y="161036"/>
                    <a:pt x="342519" y="152781"/>
                  </a:cubicBezTo>
                  <a:cubicBezTo>
                    <a:pt x="355092" y="157353"/>
                    <a:pt x="368046" y="161925"/>
                    <a:pt x="381381" y="160655"/>
                  </a:cubicBezTo>
                  <a:cubicBezTo>
                    <a:pt x="394716" y="159385"/>
                    <a:pt x="408051" y="150368"/>
                    <a:pt x="410083" y="137287"/>
                  </a:cubicBezTo>
                  <a:cubicBezTo>
                    <a:pt x="410972" y="131191"/>
                    <a:pt x="409321" y="124841"/>
                    <a:pt x="407035" y="119126"/>
                  </a:cubicBezTo>
                  <a:cubicBezTo>
                    <a:pt x="389636" y="74549"/>
                    <a:pt x="331343" y="51562"/>
                    <a:pt x="288036" y="72136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3140061" y="2366658"/>
            <a:ext cx="1215390" cy="178803"/>
            <a:chOff x="0" y="0"/>
            <a:chExt cx="1215390" cy="178803"/>
          </a:xfrm>
        </p:grpSpPr>
        <p:sp>
          <p:nvSpPr>
            <p:cNvPr id="16" name="Freeform 16"/>
            <p:cNvSpPr/>
            <p:nvPr/>
          </p:nvSpPr>
          <p:spPr>
            <a:xfrm>
              <a:off x="0" y="-1143"/>
              <a:ext cx="1215390" cy="179959"/>
            </a:xfrm>
            <a:custGeom>
              <a:avLst/>
              <a:gdLst/>
              <a:ahLst/>
              <a:cxnLst/>
              <a:rect l="l" t="t" r="r" b="b"/>
              <a:pathLst>
                <a:path w="1215390" h="179959">
                  <a:moveTo>
                    <a:pt x="11684" y="179832"/>
                  </a:moveTo>
                  <a:lnTo>
                    <a:pt x="0" y="162052"/>
                  </a:lnTo>
                  <a:cubicBezTo>
                    <a:pt x="162052" y="55245"/>
                    <a:pt x="369570" y="0"/>
                    <a:pt x="599821" y="1143"/>
                  </a:cubicBezTo>
                  <a:cubicBezTo>
                    <a:pt x="827659" y="2794"/>
                    <a:pt x="1048512" y="59182"/>
                    <a:pt x="1215390" y="108077"/>
                  </a:cubicBezTo>
                  <a:lnTo>
                    <a:pt x="1209421" y="128524"/>
                  </a:lnTo>
                  <a:cubicBezTo>
                    <a:pt x="1043940" y="80010"/>
                    <a:pt x="824992" y="24003"/>
                    <a:pt x="599567" y="22479"/>
                  </a:cubicBezTo>
                  <a:cubicBezTo>
                    <a:pt x="374396" y="21336"/>
                    <a:pt x="170180" y="75311"/>
                    <a:pt x="11684" y="179959"/>
                  </a:cubicBezTo>
                  <a:lnTo>
                    <a:pt x="11684" y="1798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7628620" y="-63503"/>
            <a:ext cx="10722874" cy="1404528"/>
          </a:xfrm>
          <a:custGeom>
            <a:avLst/>
            <a:gdLst/>
            <a:ahLst/>
            <a:cxnLst/>
            <a:rect l="l" t="t" r="r" b="b"/>
            <a:pathLst>
              <a:path w="10722874" h="1404528">
                <a:moveTo>
                  <a:pt x="0" y="0"/>
                </a:moveTo>
                <a:lnTo>
                  <a:pt x="10722874" y="0"/>
                </a:lnTo>
                <a:lnTo>
                  <a:pt x="10722874" y="1404528"/>
                </a:lnTo>
                <a:lnTo>
                  <a:pt x="0" y="1404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3933094" y="2836974"/>
            <a:ext cx="2358295" cy="2023843"/>
            <a:chOff x="0" y="0"/>
            <a:chExt cx="2358288" cy="2023847"/>
          </a:xfrm>
        </p:grpSpPr>
        <p:sp>
          <p:nvSpPr>
            <p:cNvPr id="19" name="Freeform 19"/>
            <p:cNvSpPr/>
            <p:nvPr/>
          </p:nvSpPr>
          <p:spPr>
            <a:xfrm>
              <a:off x="63500" y="112014"/>
              <a:ext cx="2231263" cy="1848358"/>
            </a:xfrm>
            <a:custGeom>
              <a:avLst/>
              <a:gdLst/>
              <a:ahLst/>
              <a:cxnLst/>
              <a:rect l="l" t="t" r="r" b="b"/>
              <a:pathLst>
                <a:path w="2231263" h="1848358">
                  <a:moveTo>
                    <a:pt x="2231263" y="1848358"/>
                  </a:moveTo>
                  <a:lnTo>
                    <a:pt x="2196084" y="1828546"/>
                  </a:lnTo>
                  <a:cubicBezTo>
                    <a:pt x="1437513" y="1399540"/>
                    <a:pt x="723138" y="716280"/>
                    <a:pt x="92964" y="113538"/>
                  </a:cubicBezTo>
                  <a:lnTo>
                    <a:pt x="0" y="24765"/>
                  </a:lnTo>
                  <a:lnTo>
                    <a:pt x="28829" y="26416"/>
                  </a:lnTo>
                  <a:cubicBezTo>
                    <a:pt x="340614" y="44958"/>
                    <a:pt x="678053" y="54737"/>
                    <a:pt x="1034542" y="1016"/>
                  </a:cubicBezTo>
                  <a:lnTo>
                    <a:pt x="1041273" y="0"/>
                  </a:lnTo>
                  <a:lnTo>
                    <a:pt x="1044956" y="5588"/>
                  </a:lnTo>
                  <a:cubicBezTo>
                    <a:pt x="1445514" y="605790"/>
                    <a:pt x="1865376" y="1240028"/>
                    <a:pt x="2210308" y="1813814"/>
                  </a:cubicBezTo>
                  <a:lnTo>
                    <a:pt x="2231136" y="1848358"/>
                  </a:lnTo>
                  <a:close/>
                  <a:moveTo>
                    <a:pt x="56515" y="49276"/>
                  </a:moveTo>
                  <a:lnTo>
                    <a:pt x="107696" y="98171"/>
                  </a:lnTo>
                  <a:cubicBezTo>
                    <a:pt x="727202" y="690626"/>
                    <a:pt x="1427988" y="1360932"/>
                    <a:pt x="2171319" y="1789684"/>
                  </a:cubicBezTo>
                  <a:cubicBezTo>
                    <a:pt x="1831594" y="1227328"/>
                    <a:pt x="1422273" y="609092"/>
                    <a:pt x="1031240" y="22860"/>
                  </a:cubicBezTo>
                  <a:cubicBezTo>
                    <a:pt x="686181" y="74168"/>
                    <a:pt x="359410" y="66548"/>
                    <a:pt x="56515" y="49149"/>
                  </a:cubicBezTo>
                  <a:lnTo>
                    <a:pt x="56515" y="492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159764" y="86233"/>
              <a:ext cx="1159891" cy="1816735"/>
            </a:xfrm>
            <a:custGeom>
              <a:avLst/>
              <a:gdLst/>
              <a:ahLst/>
              <a:cxnLst/>
              <a:rect l="l" t="t" r="r" b="b"/>
              <a:pathLst>
                <a:path w="1159891" h="1816735">
                  <a:moveTo>
                    <a:pt x="0" y="119126"/>
                  </a:moveTo>
                  <a:cubicBezTo>
                    <a:pt x="49149" y="82677"/>
                    <a:pt x="98044" y="46355"/>
                    <a:pt x="149098" y="0"/>
                  </a:cubicBezTo>
                  <a:cubicBezTo>
                    <a:pt x="1159891" y="1735201"/>
                    <a:pt x="1078738" y="1816735"/>
                    <a:pt x="1078738" y="181673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326134" y="63500"/>
              <a:ext cx="948944" cy="1869948"/>
            </a:xfrm>
            <a:custGeom>
              <a:avLst/>
              <a:gdLst/>
              <a:ahLst/>
              <a:cxnLst/>
              <a:rect l="l" t="t" r="r" b="b"/>
              <a:pathLst>
                <a:path w="948944" h="1869948">
                  <a:moveTo>
                    <a:pt x="928370" y="1869948"/>
                  </a:moveTo>
                  <a:cubicBezTo>
                    <a:pt x="813181" y="1337818"/>
                    <a:pt x="719836" y="794258"/>
                    <a:pt x="651002" y="254254"/>
                  </a:cubicBezTo>
                  <a:cubicBezTo>
                    <a:pt x="646049" y="214884"/>
                    <a:pt x="639953" y="180467"/>
                    <a:pt x="617855" y="156845"/>
                  </a:cubicBezTo>
                  <a:cubicBezTo>
                    <a:pt x="595630" y="133223"/>
                    <a:pt x="561594" y="125349"/>
                    <a:pt x="522605" y="117983"/>
                  </a:cubicBezTo>
                  <a:lnTo>
                    <a:pt x="0" y="20828"/>
                  </a:lnTo>
                  <a:lnTo>
                    <a:pt x="3810" y="0"/>
                  </a:lnTo>
                  <a:lnTo>
                    <a:pt x="526415" y="97282"/>
                  </a:lnTo>
                  <a:cubicBezTo>
                    <a:pt x="559435" y="103378"/>
                    <a:pt x="604393" y="111887"/>
                    <a:pt x="633222" y="142367"/>
                  </a:cubicBezTo>
                  <a:cubicBezTo>
                    <a:pt x="661924" y="172847"/>
                    <a:pt x="667512" y="216535"/>
                    <a:pt x="671957" y="251587"/>
                  </a:cubicBezTo>
                  <a:cubicBezTo>
                    <a:pt x="740664" y="790956"/>
                    <a:pt x="833882" y="1333881"/>
                    <a:pt x="948944" y="1865376"/>
                  </a:cubicBezTo>
                  <a:lnTo>
                    <a:pt x="928243" y="1869948"/>
                  </a:lnTo>
                  <a:lnTo>
                    <a:pt x="928243" y="1869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314960" y="530352"/>
              <a:ext cx="1949831" cy="1401064"/>
            </a:xfrm>
            <a:custGeom>
              <a:avLst/>
              <a:gdLst/>
              <a:ahLst/>
              <a:cxnLst/>
              <a:rect l="l" t="t" r="r" b="b"/>
              <a:pathLst>
                <a:path w="1949831" h="1401064">
                  <a:moveTo>
                    <a:pt x="176784" y="0"/>
                  </a:moveTo>
                  <a:cubicBezTo>
                    <a:pt x="133223" y="93472"/>
                    <a:pt x="43561" y="210947"/>
                    <a:pt x="0" y="304546"/>
                  </a:cubicBezTo>
                  <a:cubicBezTo>
                    <a:pt x="231775" y="449961"/>
                    <a:pt x="529209" y="637286"/>
                    <a:pt x="760984" y="782701"/>
                  </a:cubicBezTo>
                  <a:cubicBezTo>
                    <a:pt x="1108710" y="1000760"/>
                    <a:pt x="1557655" y="1279652"/>
                    <a:pt x="1949831" y="140106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3024676" y="4861560"/>
            <a:ext cx="4286726" cy="2992545"/>
          </a:xfrm>
          <a:custGeom>
            <a:avLst/>
            <a:gdLst/>
            <a:ahLst/>
            <a:cxnLst/>
            <a:rect l="l" t="t" r="r" b="b"/>
            <a:pathLst>
              <a:path w="4286726" h="2992545">
                <a:moveTo>
                  <a:pt x="0" y="0"/>
                </a:moveTo>
                <a:lnTo>
                  <a:pt x="4286726" y="0"/>
                </a:lnTo>
                <a:lnTo>
                  <a:pt x="4286726" y="2992545"/>
                </a:lnTo>
                <a:lnTo>
                  <a:pt x="0" y="29925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16150371" y="8131502"/>
            <a:ext cx="1679067" cy="1734826"/>
            <a:chOff x="0" y="0"/>
            <a:chExt cx="2238756" cy="231310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38756" cy="2313051"/>
            </a:xfrm>
            <a:custGeom>
              <a:avLst/>
              <a:gdLst/>
              <a:ahLst/>
              <a:cxnLst/>
              <a:rect l="l" t="t" r="r" b="b"/>
              <a:pathLst>
                <a:path w="2238756" h="2313051">
                  <a:moveTo>
                    <a:pt x="380873" y="0"/>
                  </a:moveTo>
                  <a:cubicBezTo>
                    <a:pt x="170688" y="381"/>
                    <a:pt x="0" y="170815"/>
                    <a:pt x="0" y="381508"/>
                  </a:cubicBezTo>
                  <a:lnTo>
                    <a:pt x="0" y="1932432"/>
                  </a:lnTo>
                  <a:cubicBezTo>
                    <a:pt x="0" y="2134235"/>
                    <a:pt x="156845" y="2299843"/>
                    <a:pt x="355854" y="2313051"/>
                  </a:cubicBezTo>
                  <a:lnTo>
                    <a:pt x="1882902" y="2313051"/>
                  </a:lnTo>
                  <a:cubicBezTo>
                    <a:pt x="2081403" y="2299843"/>
                    <a:pt x="2238756" y="2134616"/>
                    <a:pt x="2238756" y="1932432"/>
                  </a:cubicBezTo>
                  <a:lnTo>
                    <a:pt x="2238756" y="381508"/>
                  </a:lnTo>
                  <a:cubicBezTo>
                    <a:pt x="2238756" y="171196"/>
                    <a:pt x="2068449" y="381"/>
                    <a:pt x="1857883" y="0"/>
                  </a:cubicBezTo>
                  <a:close/>
                </a:path>
              </a:pathLst>
            </a:custGeom>
            <a:blipFill>
              <a:blip r:embed="rId10"/>
              <a:stretch>
                <a:fillRect l="-1910" r="-1819" b="-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26"/>
          <p:cNvSpPr/>
          <p:nvPr/>
        </p:nvSpPr>
        <p:spPr>
          <a:xfrm>
            <a:off x="16130083" y="8111214"/>
            <a:ext cx="1719653" cy="1776051"/>
          </a:xfrm>
          <a:custGeom>
            <a:avLst/>
            <a:gdLst/>
            <a:ahLst/>
            <a:cxnLst/>
            <a:rect l="l" t="t" r="r" b="b"/>
            <a:pathLst>
              <a:path w="1719653" h="1776051">
                <a:moveTo>
                  <a:pt x="0" y="0"/>
                </a:moveTo>
                <a:lnTo>
                  <a:pt x="1719653" y="0"/>
                </a:lnTo>
                <a:lnTo>
                  <a:pt x="1719653" y="1776050"/>
                </a:lnTo>
                <a:lnTo>
                  <a:pt x="0" y="17760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4062596" y="8141237"/>
            <a:ext cx="1660236" cy="1715376"/>
            <a:chOff x="0" y="0"/>
            <a:chExt cx="2213648" cy="228716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13610" cy="2287143"/>
            </a:xfrm>
            <a:custGeom>
              <a:avLst/>
              <a:gdLst/>
              <a:ahLst/>
              <a:cxnLst/>
              <a:rect l="l" t="t" r="r" b="b"/>
              <a:pathLst>
                <a:path w="2213610" h="2287143">
                  <a:moveTo>
                    <a:pt x="377317" y="0"/>
                  </a:moveTo>
                  <a:cubicBezTo>
                    <a:pt x="169164" y="0"/>
                    <a:pt x="0" y="168656"/>
                    <a:pt x="0" y="377317"/>
                  </a:cubicBezTo>
                  <a:lnTo>
                    <a:pt x="0" y="1910715"/>
                  </a:lnTo>
                  <a:cubicBezTo>
                    <a:pt x="0" y="2110359"/>
                    <a:pt x="155067" y="2274062"/>
                    <a:pt x="351790" y="2287143"/>
                  </a:cubicBezTo>
                  <a:lnTo>
                    <a:pt x="1861820" y="2287143"/>
                  </a:lnTo>
                  <a:cubicBezTo>
                    <a:pt x="2058162" y="2274062"/>
                    <a:pt x="2213610" y="2110740"/>
                    <a:pt x="2213610" y="1910715"/>
                  </a:cubicBezTo>
                  <a:lnTo>
                    <a:pt x="2213610" y="377317"/>
                  </a:lnTo>
                  <a:cubicBezTo>
                    <a:pt x="2213610" y="169164"/>
                    <a:pt x="2044954" y="0"/>
                    <a:pt x="1836420" y="0"/>
                  </a:cubicBezTo>
                  <a:close/>
                </a:path>
              </a:pathLst>
            </a:custGeom>
            <a:blipFill>
              <a:blip r:embed="rId13"/>
              <a:stretch>
                <a:fillRect l="-1679" r="-1643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0" y="259023"/>
            <a:ext cx="3416960" cy="2690584"/>
            <a:chOff x="0" y="0"/>
            <a:chExt cx="3416960" cy="269058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416935" cy="2690622"/>
            </a:xfrm>
            <a:custGeom>
              <a:avLst/>
              <a:gdLst/>
              <a:ahLst/>
              <a:cxnLst/>
              <a:rect l="l" t="t" r="r" b="b"/>
              <a:pathLst>
                <a:path w="3416935" h="2690622">
                  <a:moveTo>
                    <a:pt x="0" y="0"/>
                  </a:moveTo>
                  <a:lnTo>
                    <a:pt x="0" y="2690622"/>
                  </a:lnTo>
                  <a:lnTo>
                    <a:pt x="3416935" y="2690622"/>
                  </a:lnTo>
                  <a:lnTo>
                    <a:pt x="34169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0" y="8999239"/>
            <a:ext cx="10099081" cy="1287761"/>
            <a:chOff x="0" y="0"/>
            <a:chExt cx="10099078" cy="128775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099040" cy="1287780"/>
            </a:xfrm>
            <a:custGeom>
              <a:avLst/>
              <a:gdLst/>
              <a:ahLst/>
              <a:cxnLst/>
              <a:rect l="l" t="t" r="r" b="b"/>
              <a:pathLst>
                <a:path w="10099040" h="1287780">
                  <a:moveTo>
                    <a:pt x="0" y="0"/>
                  </a:moveTo>
                  <a:lnTo>
                    <a:pt x="0" y="1287780"/>
                  </a:lnTo>
                  <a:lnTo>
                    <a:pt x="10099040" y="1287780"/>
                  </a:lnTo>
                  <a:lnTo>
                    <a:pt x="1009904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>
            <a:grpSpLocks noChangeAspect="1"/>
          </p:cNvGrpSpPr>
          <p:nvPr/>
        </p:nvGrpSpPr>
        <p:grpSpPr>
          <a:xfrm>
            <a:off x="7692123" y="0"/>
            <a:ext cx="10595877" cy="1283256"/>
            <a:chOff x="0" y="0"/>
            <a:chExt cx="10595877" cy="128325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595864" cy="1283208"/>
            </a:xfrm>
            <a:custGeom>
              <a:avLst/>
              <a:gdLst/>
              <a:ahLst/>
              <a:cxnLst/>
              <a:rect l="l" t="t" r="r" b="b"/>
              <a:pathLst>
                <a:path w="10595864" h="1283208">
                  <a:moveTo>
                    <a:pt x="0" y="0"/>
                  </a:moveTo>
                  <a:lnTo>
                    <a:pt x="0" y="1283208"/>
                  </a:lnTo>
                  <a:lnTo>
                    <a:pt x="10595864" y="1283208"/>
                  </a:lnTo>
                  <a:lnTo>
                    <a:pt x="1059586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10058400" y="2364029"/>
            <a:ext cx="7160219" cy="5558933"/>
            <a:chOff x="0" y="0"/>
            <a:chExt cx="7160222" cy="555893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160260" cy="5558917"/>
            </a:xfrm>
            <a:custGeom>
              <a:avLst/>
              <a:gdLst/>
              <a:ahLst/>
              <a:cxnLst/>
              <a:rect l="l" t="t" r="r" b="b"/>
              <a:pathLst>
                <a:path w="7160260" h="5558917">
                  <a:moveTo>
                    <a:pt x="0" y="5558917"/>
                  </a:moveTo>
                  <a:lnTo>
                    <a:pt x="7160260" y="5558917"/>
                  </a:lnTo>
                  <a:lnTo>
                    <a:pt x="71602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Freeform 37"/>
          <p:cNvSpPr/>
          <p:nvPr/>
        </p:nvSpPr>
        <p:spPr>
          <a:xfrm>
            <a:off x="14042536" y="8121177"/>
            <a:ext cx="1700365" cy="1756134"/>
          </a:xfrm>
          <a:custGeom>
            <a:avLst/>
            <a:gdLst/>
            <a:ahLst/>
            <a:cxnLst/>
            <a:rect l="l" t="t" r="r" b="b"/>
            <a:pathLst>
              <a:path w="1700365" h="1756134">
                <a:moveTo>
                  <a:pt x="0" y="0"/>
                </a:moveTo>
                <a:lnTo>
                  <a:pt x="1700365" y="0"/>
                </a:lnTo>
                <a:lnTo>
                  <a:pt x="1700365" y="1756134"/>
                </a:lnTo>
                <a:lnTo>
                  <a:pt x="0" y="17561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1028700" y="3291059"/>
            <a:ext cx="10116855" cy="5356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22"/>
              </a:lnSpc>
            </a:pPr>
            <a:r>
              <a:rPr lang="en-US" sz="12018" dirty="0">
                <a:solidFill>
                  <a:srgbClr val="FF914D"/>
                </a:solidFill>
                <a:latin typeface="Caveat Brush"/>
                <a:ea typeface="Caveat Brush"/>
                <a:cs typeface="Caveat Brush"/>
                <a:sym typeface="Caveat Brush"/>
              </a:rPr>
              <a:t> Stock </a:t>
            </a:r>
            <a:r>
              <a:rPr lang="en-US" sz="12018" dirty="0">
                <a:solidFill>
                  <a:srgbClr val="FFFFF4"/>
                </a:solidFill>
                <a:latin typeface="Caveat Brush"/>
                <a:ea typeface="Caveat Brush"/>
                <a:cs typeface="Caveat Brush"/>
                <a:sym typeface="Caveat Brush"/>
              </a:rPr>
              <a:t>UP    </a:t>
            </a:r>
          </a:p>
          <a:p>
            <a:pPr algn="l">
              <a:lnSpc>
                <a:spcPts val="14422"/>
              </a:lnSpc>
            </a:pPr>
            <a:r>
              <a:rPr lang="en-US" sz="12018" dirty="0">
                <a:solidFill>
                  <a:srgbClr val="FFFFF4"/>
                </a:solidFill>
                <a:latin typeface="Caveat Brush"/>
                <a:ea typeface="Caveat Brush"/>
                <a:cs typeface="Caveat Brush"/>
                <a:sym typeface="Caveat Brush"/>
              </a:rPr>
              <a:t> </a:t>
            </a:r>
            <a:r>
              <a:rPr lang="en-US" sz="9600" dirty="0">
                <a:solidFill>
                  <a:srgbClr val="FFFFFF"/>
                </a:solidFill>
                <a:latin typeface="Caveat Brush"/>
                <a:ea typeface="Caveat Brush"/>
                <a:cs typeface="Caveat Brush"/>
                <a:sym typeface="Caveat Brush"/>
              </a:rPr>
              <a:t>PRESENTATION</a:t>
            </a:r>
          </a:p>
          <a:p>
            <a:pPr algn="l">
              <a:lnSpc>
                <a:spcPts val="6999"/>
              </a:lnSpc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</a:t>
            </a:r>
            <a:r>
              <a:rPr lang="en-US" sz="2799" b="1" dirty="0">
                <a:solidFill>
                  <a:schemeClr val="accent6"/>
                </a:solidFill>
                <a:latin typeface="Canva Sans"/>
                <a:ea typeface="Canva Sans"/>
                <a:cs typeface="Canva Sans"/>
                <a:sym typeface="Canva Sans"/>
              </a:rPr>
              <a:t>managing</a:t>
            </a: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inventory, suppliers, orders, and products”</a:t>
            </a:r>
          </a:p>
          <a:p>
            <a:pPr algn="l">
              <a:lnSpc>
                <a:spcPts val="6999"/>
              </a:lnSpc>
            </a:pPr>
            <a:endParaRPr lang="en-US" sz="27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11400" y="6248399"/>
            <a:ext cx="2908297" cy="3174997"/>
          </a:xfrm>
          <a:custGeom>
            <a:avLst/>
            <a:gdLst/>
            <a:ahLst/>
            <a:cxnLst/>
            <a:rect l="l" t="t" r="r" b="b"/>
            <a:pathLst>
              <a:path w="2908297" h="3174997">
                <a:moveTo>
                  <a:pt x="0" y="0"/>
                </a:moveTo>
                <a:lnTo>
                  <a:pt x="2908297" y="0"/>
                </a:lnTo>
                <a:lnTo>
                  <a:pt x="2908297" y="3174997"/>
                </a:lnTo>
                <a:lnTo>
                  <a:pt x="0" y="31749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73103" y="5791200"/>
            <a:ext cx="4432297" cy="4089397"/>
          </a:xfrm>
          <a:custGeom>
            <a:avLst/>
            <a:gdLst/>
            <a:ahLst/>
            <a:cxnLst/>
            <a:rect l="l" t="t" r="r" b="b"/>
            <a:pathLst>
              <a:path w="4432297" h="4089397">
                <a:moveTo>
                  <a:pt x="0" y="0"/>
                </a:moveTo>
                <a:lnTo>
                  <a:pt x="4432297" y="0"/>
                </a:lnTo>
                <a:lnTo>
                  <a:pt x="4432297" y="4089397"/>
                </a:lnTo>
                <a:lnTo>
                  <a:pt x="0" y="4089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657863" y="5779837"/>
            <a:ext cx="4446251" cy="4114800"/>
            <a:chOff x="0" y="0"/>
            <a:chExt cx="4446245" cy="4114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46270" cy="4114800"/>
            </a:xfrm>
            <a:custGeom>
              <a:avLst/>
              <a:gdLst/>
              <a:ahLst/>
              <a:cxnLst/>
              <a:rect l="l" t="t" r="r" b="b"/>
              <a:pathLst>
                <a:path w="4446270" h="4114800">
                  <a:moveTo>
                    <a:pt x="0" y="4114800"/>
                  </a:moveTo>
                  <a:lnTo>
                    <a:pt x="4446270" y="4114800"/>
                  </a:lnTo>
                  <a:lnTo>
                    <a:pt x="44462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4401800" y="5761637"/>
            <a:ext cx="2925432" cy="3192437"/>
            <a:chOff x="0" y="0"/>
            <a:chExt cx="2925432" cy="31924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25445" cy="3192399"/>
            </a:xfrm>
            <a:custGeom>
              <a:avLst/>
              <a:gdLst/>
              <a:ahLst/>
              <a:cxnLst/>
              <a:rect l="l" t="t" r="r" b="b"/>
              <a:pathLst>
                <a:path w="2925445" h="3192399">
                  <a:moveTo>
                    <a:pt x="0" y="3192399"/>
                  </a:moveTo>
                  <a:lnTo>
                    <a:pt x="2925445" y="3192399"/>
                  </a:lnTo>
                  <a:lnTo>
                    <a:pt x="29254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 rot="-10620">
            <a:off x="4339810" y="1071277"/>
            <a:ext cx="9702670" cy="1936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88"/>
              </a:lnSpc>
            </a:pPr>
            <a:r>
              <a:rPr lang="en-US" sz="10706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62400" y="3211425"/>
            <a:ext cx="11963400" cy="4816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221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- Our project is to organize and automate all warehouse operations.</a:t>
            </a:r>
          </a:p>
          <a:p>
            <a:pPr algn="l">
              <a:lnSpc>
                <a:spcPts val="4200"/>
              </a:lnSpc>
            </a:pPr>
            <a:r>
              <a:rPr lang="en-US" sz="3221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 - It provides an easy way to manage products, track stock levels.</a:t>
            </a:r>
          </a:p>
          <a:p>
            <a:pPr algn="l">
              <a:lnSpc>
                <a:spcPts val="4200"/>
              </a:lnSpc>
            </a:pPr>
            <a:r>
              <a:rPr lang="en-US" sz="3221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 - The system ensures accuracy, reduces human errors, and gives                                               </a:t>
            </a:r>
          </a:p>
          <a:p>
            <a:pPr algn="l">
              <a:lnSpc>
                <a:spcPts val="4200"/>
              </a:lnSpc>
            </a:pPr>
            <a:r>
              <a:rPr lang="en-US" sz="3221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    real-time visibility over all inventory.</a:t>
            </a:r>
          </a:p>
          <a:p>
            <a:pPr algn="l">
              <a:lnSpc>
                <a:spcPts val="4200"/>
              </a:lnSpc>
            </a:pPr>
            <a:r>
              <a:rPr lang="en-US" sz="3221" dirty="0">
                <a:solidFill>
                  <a:srgbClr val="FF914D"/>
                </a:solidFill>
                <a:latin typeface="Itim"/>
                <a:ea typeface="Itim"/>
                <a:cs typeface="Itim"/>
                <a:sym typeface="Itim"/>
              </a:rPr>
              <a:t>Our Goal:</a:t>
            </a:r>
          </a:p>
          <a:p>
            <a:pPr algn="l">
              <a:lnSpc>
                <a:spcPts val="4200"/>
              </a:lnSpc>
            </a:pPr>
            <a:r>
              <a:rPr lang="en-US" sz="3221" dirty="0">
                <a:solidFill>
                  <a:srgbClr val="FF914D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3221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- Build a simple and efficient platform for warehouse management.</a:t>
            </a:r>
          </a:p>
          <a:p>
            <a:pPr algn="l">
              <a:lnSpc>
                <a:spcPts val="4200"/>
              </a:lnSpc>
            </a:pPr>
            <a:r>
              <a:rPr lang="en-US" sz="3221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 - Enable fast tracking of products and quantities in stock.</a:t>
            </a:r>
          </a:p>
          <a:p>
            <a:pPr algn="l">
              <a:lnSpc>
                <a:spcPts val="4200"/>
              </a:lnSpc>
            </a:pPr>
            <a:r>
              <a:rPr lang="en-US" sz="3221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 - Reduce manual work by digitalizing all inventory operations.</a:t>
            </a:r>
          </a:p>
          <a:p>
            <a:pPr algn="l">
              <a:lnSpc>
                <a:spcPts val="4200"/>
              </a:lnSpc>
            </a:pPr>
            <a:r>
              <a:rPr lang="en-US" sz="3221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 - Provide a secure system with clear roles for admin and staff.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5214425" y="6855046"/>
            <a:ext cx="3296145" cy="1036672"/>
            <a:chOff x="0" y="0"/>
            <a:chExt cx="3296145" cy="1036676"/>
          </a:xfrm>
        </p:grpSpPr>
        <p:sp>
          <p:nvSpPr>
            <p:cNvPr id="3" name="Freeform 3"/>
            <p:cNvSpPr/>
            <p:nvPr/>
          </p:nvSpPr>
          <p:spPr>
            <a:xfrm>
              <a:off x="-11811" y="0"/>
              <a:ext cx="3311144" cy="1036320"/>
            </a:xfrm>
            <a:custGeom>
              <a:avLst/>
              <a:gdLst/>
              <a:ahLst/>
              <a:cxnLst/>
              <a:rect l="l" t="t" r="r" b="b"/>
              <a:pathLst>
                <a:path w="3311144" h="1036320">
                  <a:moveTo>
                    <a:pt x="1991741" y="0"/>
                  </a:moveTo>
                  <a:cubicBezTo>
                    <a:pt x="1991360" y="0"/>
                    <a:pt x="1991106" y="0"/>
                    <a:pt x="1990725" y="0"/>
                  </a:cubicBezTo>
                  <a:cubicBezTo>
                    <a:pt x="1960626" y="127"/>
                    <a:pt x="1930400" y="2413"/>
                    <a:pt x="1900301" y="2921"/>
                  </a:cubicBezTo>
                  <a:cubicBezTo>
                    <a:pt x="1860042" y="3556"/>
                    <a:pt x="1819783" y="3429"/>
                    <a:pt x="1779651" y="3683"/>
                  </a:cubicBezTo>
                  <a:cubicBezTo>
                    <a:pt x="1772412" y="3810"/>
                    <a:pt x="1765173" y="4191"/>
                    <a:pt x="1757934" y="4318"/>
                  </a:cubicBezTo>
                  <a:cubicBezTo>
                    <a:pt x="1723263" y="4572"/>
                    <a:pt x="1688719" y="4445"/>
                    <a:pt x="1654048" y="5080"/>
                  </a:cubicBezTo>
                  <a:cubicBezTo>
                    <a:pt x="1632458" y="5461"/>
                    <a:pt x="1610741" y="7366"/>
                    <a:pt x="1589151" y="7620"/>
                  </a:cubicBezTo>
                  <a:cubicBezTo>
                    <a:pt x="1541526" y="8128"/>
                    <a:pt x="1493774" y="8001"/>
                    <a:pt x="1446149" y="8382"/>
                  </a:cubicBezTo>
                  <a:cubicBezTo>
                    <a:pt x="1441196" y="8509"/>
                    <a:pt x="1436243" y="10160"/>
                    <a:pt x="1431290" y="11303"/>
                  </a:cubicBezTo>
                  <a:cubicBezTo>
                    <a:pt x="1431163" y="12827"/>
                    <a:pt x="1431036" y="14478"/>
                    <a:pt x="1430909" y="16129"/>
                  </a:cubicBezTo>
                  <a:cubicBezTo>
                    <a:pt x="1437513" y="17907"/>
                    <a:pt x="1444117" y="20828"/>
                    <a:pt x="1450721" y="21336"/>
                  </a:cubicBezTo>
                  <a:cubicBezTo>
                    <a:pt x="1457833" y="21844"/>
                    <a:pt x="1464945" y="21844"/>
                    <a:pt x="1472184" y="21844"/>
                  </a:cubicBezTo>
                  <a:cubicBezTo>
                    <a:pt x="1474978" y="21844"/>
                    <a:pt x="1477899" y="21844"/>
                    <a:pt x="1480693" y="21844"/>
                  </a:cubicBezTo>
                  <a:cubicBezTo>
                    <a:pt x="1484122" y="21844"/>
                    <a:pt x="1487678" y="21844"/>
                    <a:pt x="1491107" y="21971"/>
                  </a:cubicBezTo>
                  <a:cubicBezTo>
                    <a:pt x="1557274" y="23368"/>
                    <a:pt x="1623568" y="25146"/>
                    <a:pt x="1689862" y="26162"/>
                  </a:cubicBezTo>
                  <a:cubicBezTo>
                    <a:pt x="1751838" y="27051"/>
                    <a:pt x="1813941" y="26670"/>
                    <a:pt x="1875917" y="27559"/>
                  </a:cubicBezTo>
                  <a:cubicBezTo>
                    <a:pt x="1936496" y="28448"/>
                    <a:pt x="1997075" y="30480"/>
                    <a:pt x="2057654" y="31750"/>
                  </a:cubicBezTo>
                  <a:cubicBezTo>
                    <a:pt x="2098675" y="32639"/>
                    <a:pt x="2139823" y="31877"/>
                    <a:pt x="2180844" y="34290"/>
                  </a:cubicBezTo>
                  <a:cubicBezTo>
                    <a:pt x="2231517" y="37338"/>
                    <a:pt x="2282063" y="42799"/>
                    <a:pt x="2332609" y="47371"/>
                  </a:cubicBezTo>
                  <a:cubicBezTo>
                    <a:pt x="2360803" y="49911"/>
                    <a:pt x="2389124" y="52070"/>
                    <a:pt x="2417191" y="55626"/>
                  </a:cubicBezTo>
                  <a:cubicBezTo>
                    <a:pt x="2466086" y="61722"/>
                    <a:pt x="2514727" y="70485"/>
                    <a:pt x="2563749" y="75057"/>
                  </a:cubicBezTo>
                  <a:cubicBezTo>
                    <a:pt x="2621280" y="80518"/>
                    <a:pt x="2676906" y="93980"/>
                    <a:pt x="2732786" y="106934"/>
                  </a:cubicBezTo>
                  <a:cubicBezTo>
                    <a:pt x="2758440" y="112903"/>
                    <a:pt x="2784348" y="118618"/>
                    <a:pt x="2809621" y="126365"/>
                  </a:cubicBezTo>
                  <a:cubicBezTo>
                    <a:pt x="2861310" y="142240"/>
                    <a:pt x="2913634" y="156591"/>
                    <a:pt x="2963799" y="176403"/>
                  </a:cubicBezTo>
                  <a:cubicBezTo>
                    <a:pt x="3007868" y="193802"/>
                    <a:pt x="3050159" y="216281"/>
                    <a:pt x="3091942" y="239141"/>
                  </a:cubicBezTo>
                  <a:cubicBezTo>
                    <a:pt x="3150108" y="270891"/>
                    <a:pt x="3200146" y="312674"/>
                    <a:pt x="3235833" y="369443"/>
                  </a:cubicBezTo>
                  <a:cubicBezTo>
                    <a:pt x="3252597" y="396240"/>
                    <a:pt x="3259455" y="427101"/>
                    <a:pt x="3256026" y="457581"/>
                  </a:cubicBezTo>
                  <a:cubicBezTo>
                    <a:pt x="3251708" y="496189"/>
                    <a:pt x="3231261" y="529209"/>
                    <a:pt x="3204591" y="557022"/>
                  </a:cubicBezTo>
                  <a:cubicBezTo>
                    <a:pt x="3150742" y="613029"/>
                    <a:pt x="3084957" y="652780"/>
                    <a:pt x="3015869" y="686054"/>
                  </a:cubicBezTo>
                  <a:cubicBezTo>
                    <a:pt x="2934461" y="725297"/>
                    <a:pt x="2850261" y="758444"/>
                    <a:pt x="2763773" y="784606"/>
                  </a:cubicBezTo>
                  <a:cubicBezTo>
                    <a:pt x="2714370" y="799592"/>
                    <a:pt x="2664841" y="814070"/>
                    <a:pt x="2614929" y="826897"/>
                  </a:cubicBezTo>
                  <a:cubicBezTo>
                    <a:pt x="2567558" y="839089"/>
                    <a:pt x="2519553" y="849122"/>
                    <a:pt x="2471800" y="859536"/>
                  </a:cubicBezTo>
                  <a:cubicBezTo>
                    <a:pt x="2435605" y="867410"/>
                    <a:pt x="2399283" y="874776"/>
                    <a:pt x="2362834" y="881634"/>
                  </a:cubicBezTo>
                  <a:cubicBezTo>
                    <a:pt x="2335910" y="886587"/>
                    <a:pt x="2308605" y="889381"/>
                    <a:pt x="2281808" y="894842"/>
                  </a:cubicBezTo>
                  <a:cubicBezTo>
                    <a:pt x="2235326" y="904113"/>
                    <a:pt x="2188590" y="910336"/>
                    <a:pt x="2141473" y="915416"/>
                  </a:cubicBezTo>
                  <a:cubicBezTo>
                    <a:pt x="2104643" y="919353"/>
                    <a:pt x="2067813" y="924814"/>
                    <a:pt x="2030983" y="929132"/>
                  </a:cubicBezTo>
                  <a:cubicBezTo>
                    <a:pt x="1984374" y="934466"/>
                    <a:pt x="1937892" y="939673"/>
                    <a:pt x="1891283" y="944372"/>
                  </a:cubicBezTo>
                  <a:cubicBezTo>
                    <a:pt x="1876297" y="945896"/>
                    <a:pt x="1861057" y="946150"/>
                    <a:pt x="1845944" y="947039"/>
                  </a:cubicBezTo>
                  <a:cubicBezTo>
                    <a:pt x="1822703" y="948309"/>
                    <a:pt x="1799462" y="949071"/>
                    <a:pt x="1776348" y="950849"/>
                  </a:cubicBezTo>
                  <a:cubicBezTo>
                    <a:pt x="1747519" y="953135"/>
                    <a:pt x="1718690" y="957580"/>
                    <a:pt x="1689861" y="958596"/>
                  </a:cubicBezTo>
                  <a:cubicBezTo>
                    <a:pt x="1674367" y="959104"/>
                    <a:pt x="1658873" y="959231"/>
                    <a:pt x="1643379" y="959231"/>
                  </a:cubicBezTo>
                  <a:cubicBezTo>
                    <a:pt x="1636394" y="959231"/>
                    <a:pt x="1629536" y="959231"/>
                    <a:pt x="1622551" y="959231"/>
                  </a:cubicBezTo>
                  <a:cubicBezTo>
                    <a:pt x="1599183" y="959231"/>
                    <a:pt x="1575688" y="959485"/>
                    <a:pt x="1552447" y="961136"/>
                  </a:cubicBezTo>
                  <a:cubicBezTo>
                    <a:pt x="1527936" y="962914"/>
                    <a:pt x="1503552" y="964565"/>
                    <a:pt x="1479168" y="964565"/>
                  </a:cubicBezTo>
                  <a:cubicBezTo>
                    <a:pt x="1470024" y="964565"/>
                    <a:pt x="1460753" y="964311"/>
                    <a:pt x="1451482" y="963803"/>
                  </a:cubicBezTo>
                  <a:cubicBezTo>
                    <a:pt x="1441703" y="963168"/>
                    <a:pt x="1432051" y="963041"/>
                    <a:pt x="1422272" y="963041"/>
                  </a:cubicBezTo>
                  <a:cubicBezTo>
                    <a:pt x="1414271" y="963041"/>
                    <a:pt x="1406143" y="963168"/>
                    <a:pt x="1398142" y="963168"/>
                  </a:cubicBezTo>
                  <a:cubicBezTo>
                    <a:pt x="1373377" y="963295"/>
                    <a:pt x="1348739" y="963930"/>
                    <a:pt x="1324101" y="963930"/>
                  </a:cubicBezTo>
                  <a:cubicBezTo>
                    <a:pt x="1318894" y="963930"/>
                    <a:pt x="1313687" y="963930"/>
                    <a:pt x="1308480" y="963803"/>
                  </a:cubicBezTo>
                  <a:cubicBezTo>
                    <a:pt x="1280286" y="963422"/>
                    <a:pt x="1252219" y="961136"/>
                    <a:pt x="1224025" y="960628"/>
                  </a:cubicBezTo>
                  <a:cubicBezTo>
                    <a:pt x="1219453" y="960501"/>
                    <a:pt x="1214754" y="960501"/>
                    <a:pt x="1210182" y="960501"/>
                  </a:cubicBezTo>
                  <a:cubicBezTo>
                    <a:pt x="1194815" y="960501"/>
                    <a:pt x="1179321" y="960882"/>
                    <a:pt x="1163954" y="960882"/>
                  </a:cubicBezTo>
                  <a:cubicBezTo>
                    <a:pt x="1156842" y="960882"/>
                    <a:pt x="1149603" y="960755"/>
                    <a:pt x="1142491" y="960501"/>
                  </a:cubicBezTo>
                  <a:cubicBezTo>
                    <a:pt x="1107820" y="959358"/>
                    <a:pt x="1073276" y="956564"/>
                    <a:pt x="1038605" y="954532"/>
                  </a:cubicBezTo>
                  <a:cubicBezTo>
                    <a:pt x="1030477" y="954024"/>
                    <a:pt x="1022222" y="954659"/>
                    <a:pt x="1014221" y="953516"/>
                  </a:cubicBezTo>
                  <a:cubicBezTo>
                    <a:pt x="978026" y="948563"/>
                    <a:pt x="941958" y="941451"/>
                    <a:pt x="905382" y="941451"/>
                  </a:cubicBezTo>
                  <a:cubicBezTo>
                    <a:pt x="897000" y="941451"/>
                    <a:pt x="888491" y="941832"/>
                    <a:pt x="880109" y="942721"/>
                  </a:cubicBezTo>
                  <a:cubicBezTo>
                    <a:pt x="879728" y="942721"/>
                    <a:pt x="879347" y="942721"/>
                    <a:pt x="878966" y="942721"/>
                  </a:cubicBezTo>
                  <a:cubicBezTo>
                    <a:pt x="874775" y="942721"/>
                    <a:pt x="870330" y="940435"/>
                    <a:pt x="866012" y="939419"/>
                  </a:cubicBezTo>
                  <a:cubicBezTo>
                    <a:pt x="859789" y="937895"/>
                    <a:pt x="853566" y="935609"/>
                    <a:pt x="847343" y="935228"/>
                  </a:cubicBezTo>
                  <a:cubicBezTo>
                    <a:pt x="816355" y="932815"/>
                    <a:pt x="785494" y="929640"/>
                    <a:pt x="754887" y="923798"/>
                  </a:cubicBezTo>
                  <a:cubicBezTo>
                    <a:pt x="717041" y="916559"/>
                    <a:pt x="678814" y="911225"/>
                    <a:pt x="640841" y="905002"/>
                  </a:cubicBezTo>
                  <a:cubicBezTo>
                    <a:pt x="611377" y="900176"/>
                    <a:pt x="581786" y="895604"/>
                    <a:pt x="552449" y="890016"/>
                  </a:cubicBezTo>
                  <a:cubicBezTo>
                    <a:pt x="530605" y="885952"/>
                    <a:pt x="508634" y="881634"/>
                    <a:pt x="487298" y="875157"/>
                  </a:cubicBezTo>
                  <a:cubicBezTo>
                    <a:pt x="447293" y="863219"/>
                    <a:pt x="407669" y="849757"/>
                    <a:pt x="368172" y="836676"/>
                  </a:cubicBezTo>
                  <a:cubicBezTo>
                    <a:pt x="340105" y="827405"/>
                    <a:pt x="312165" y="818007"/>
                    <a:pt x="284479" y="807720"/>
                  </a:cubicBezTo>
                  <a:cubicBezTo>
                    <a:pt x="275716" y="804418"/>
                    <a:pt x="268350" y="797814"/>
                    <a:pt x="259968" y="793369"/>
                  </a:cubicBezTo>
                  <a:cubicBezTo>
                    <a:pt x="237362" y="781431"/>
                    <a:pt x="215264" y="768477"/>
                    <a:pt x="191896" y="758571"/>
                  </a:cubicBezTo>
                  <a:cubicBezTo>
                    <a:pt x="174751" y="751332"/>
                    <a:pt x="164337" y="736981"/>
                    <a:pt x="149986" y="726694"/>
                  </a:cubicBezTo>
                  <a:cubicBezTo>
                    <a:pt x="95885" y="688340"/>
                    <a:pt x="76454" y="635635"/>
                    <a:pt x="97155" y="572770"/>
                  </a:cubicBezTo>
                  <a:cubicBezTo>
                    <a:pt x="101854" y="558419"/>
                    <a:pt x="107188" y="542290"/>
                    <a:pt x="117475" y="532257"/>
                  </a:cubicBezTo>
                  <a:cubicBezTo>
                    <a:pt x="148082" y="502285"/>
                    <a:pt x="174244" y="467868"/>
                    <a:pt x="210312" y="443611"/>
                  </a:cubicBezTo>
                  <a:cubicBezTo>
                    <a:pt x="226949" y="432435"/>
                    <a:pt x="242189" y="419100"/>
                    <a:pt x="259080" y="408178"/>
                  </a:cubicBezTo>
                  <a:cubicBezTo>
                    <a:pt x="294005" y="385572"/>
                    <a:pt x="331851" y="368808"/>
                    <a:pt x="369443" y="351282"/>
                  </a:cubicBezTo>
                  <a:cubicBezTo>
                    <a:pt x="388366" y="342519"/>
                    <a:pt x="405257" y="329565"/>
                    <a:pt x="424434" y="321564"/>
                  </a:cubicBezTo>
                  <a:cubicBezTo>
                    <a:pt x="456946" y="308229"/>
                    <a:pt x="490474" y="297434"/>
                    <a:pt x="523494" y="285369"/>
                  </a:cubicBezTo>
                  <a:cubicBezTo>
                    <a:pt x="547624" y="276479"/>
                    <a:pt x="571246" y="266319"/>
                    <a:pt x="595503" y="258191"/>
                  </a:cubicBezTo>
                  <a:cubicBezTo>
                    <a:pt x="636397" y="244348"/>
                    <a:pt x="678561" y="234696"/>
                    <a:pt x="719455" y="219710"/>
                  </a:cubicBezTo>
                  <a:cubicBezTo>
                    <a:pt x="743712" y="210820"/>
                    <a:pt x="770763" y="207772"/>
                    <a:pt x="796290" y="199644"/>
                  </a:cubicBezTo>
                  <a:cubicBezTo>
                    <a:pt x="829945" y="188976"/>
                    <a:pt x="865124" y="182499"/>
                    <a:pt x="899541" y="174117"/>
                  </a:cubicBezTo>
                  <a:cubicBezTo>
                    <a:pt x="912749" y="170815"/>
                    <a:pt x="925830" y="166878"/>
                    <a:pt x="939038" y="163703"/>
                  </a:cubicBezTo>
                  <a:cubicBezTo>
                    <a:pt x="953897" y="160274"/>
                    <a:pt x="968883" y="157734"/>
                    <a:pt x="983869" y="154559"/>
                  </a:cubicBezTo>
                  <a:cubicBezTo>
                    <a:pt x="990092" y="153289"/>
                    <a:pt x="996188" y="150749"/>
                    <a:pt x="1002538" y="149733"/>
                  </a:cubicBezTo>
                  <a:cubicBezTo>
                    <a:pt x="1023112" y="146177"/>
                    <a:pt x="1043813" y="143510"/>
                    <a:pt x="1064260" y="139446"/>
                  </a:cubicBezTo>
                  <a:cubicBezTo>
                    <a:pt x="1108583" y="130683"/>
                    <a:pt x="1152525" y="120269"/>
                    <a:pt x="1196975" y="112141"/>
                  </a:cubicBezTo>
                  <a:cubicBezTo>
                    <a:pt x="1282065" y="96520"/>
                    <a:pt x="1367409" y="82042"/>
                    <a:pt x="1452499" y="66548"/>
                  </a:cubicBezTo>
                  <a:cubicBezTo>
                    <a:pt x="1463675" y="64516"/>
                    <a:pt x="1474343" y="60198"/>
                    <a:pt x="1485392" y="56896"/>
                  </a:cubicBezTo>
                  <a:cubicBezTo>
                    <a:pt x="1479804" y="52832"/>
                    <a:pt x="1474978" y="51689"/>
                    <a:pt x="1470279" y="51689"/>
                  </a:cubicBezTo>
                  <a:cubicBezTo>
                    <a:pt x="1469644" y="51689"/>
                    <a:pt x="1469136" y="51689"/>
                    <a:pt x="1468501" y="51689"/>
                  </a:cubicBezTo>
                  <a:cubicBezTo>
                    <a:pt x="1418717" y="54483"/>
                    <a:pt x="1368933" y="56769"/>
                    <a:pt x="1319276" y="60579"/>
                  </a:cubicBezTo>
                  <a:cubicBezTo>
                    <a:pt x="1262888" y="65024"/>
                    <a:pt x="1206627" y="70231"/>
                    <a:pt x="1150493" y="76581"/>
                  </a:cubicBezTo>
                  <a:cubicBezTo>
                    <a:pt x="1100836" y="82169"/>
                    <a:pt x="1051433" y="89662"/>
                    <a:pt x="1002030" y="96647"/>
                  </a:cubicBezTo>
                  <a:cubicBezTo>
                    <a:pt x="982091" y="99441"/>
                    <a:pt x="962152" y="102743"/>
                    <a:pt x="942340" y="106172"/>
                  </a:cubicBezTo>
                  <a:cubicBezTo>
                    <a:pt x="904240" y="112776"/>
                    <a:pt x="865886" y="118745"/>
                    <a:pt x="828040" y="126746"/>
                  </a:cubicBezTo>
                  <a:cubicBezTo>
                    <a:pt x="796417" y="133350"/>
                    <a:pt x="765556" y="142367"/>
                    <a:pt x="734060" y="149733"/>
                  </a:cubicBezTo>
                  <a:cubicBezTo>
                    <a:pt x="723138" y="152273"/>
                    <a:pt x="711454" y="151765"/>
                    <a:pt x="700532" y="154559"/>
                  </a:cubicBezTo>
                  <a:cubicBezTo>
                    <a:pt x="675005" y="160909"/>
                    <a:pt x="649478" y="168021"/>
                    <a:pt x="624332" y="175895"/>
                  </a:cubicBezTo>
                  <a:cubicBezTo>
                    <a:pt x="585089" y="188087"/>
                    <a:pt x="545719" y="200279"/>
                    <a:pt x="506857" y="213995"/>
                  </a:cubicBezTo>
                  <a:cubicBezTo>
                    <a:pt x="471297" y="226568"/>
                    <a:pt x="436245" y="240919"/>
                    <a:pt x="401193" y="254889"/>
                  </a:cubicBezTo>
                  <a:cubicBezTo>
                    <a:pt x="382651" y="262255"/>
                    <a:pt x="363855" y="269367"/>
                    <a:pt x="346329" y="278765"/>
                  </a:cubicBezTo>
                  <a:cubicBezTo>
                    <a:pt x="316611" y="294386"/>
                    <a:pt x="287909" y="311785"/>
                    <a:pt x="258826" y="328422"/>
                  </a:cubicBezTo>
                  <a:cubicBezTo>
                    <a:pt x="254635" y="330835"/>
                    <a:pt x="250444" y="333502"/>
                    <a:pt x="246126" y="335534"/>
                  </a:cubicBezTo>
                  <a:cubicBezTo>
                    <a:pt x="195072" y="360680"/>
                    <a:pt x="150114" y="394462"/>
                    <a:pt x="109474" y="433959"/>
                  </a:cubicBezTo>
                  <a:cubicBezTo>
                    <a:pt x="98044" y="445135"/>
                    <a:pt x="90297" y="460248"/>
                    <a:pt x="77851" y="469900"/>
                  </a:cubicBezTo>
                  <a:cubicBezTo>
                    <a:pt x="54483" y="488188"/>
                    <a:pt x="41148" y="514096"/>
                    <a:pt x="30353" y="538734"/>
                  </a:cubicBezTo>
                  <a:cubicBezTo>
                    <a:pt x="0" y="607949"/>
                    <a:pt x="6223" y="675513"/>
                    <a:pt x="54737" y="736346"/>
                  </a:cubicBezTo>
                  <a:cubicBezTo>
                    <a:pt x="69850" y="755396"/>
                    <a:pt x="88900" y="770255"/>
                    <a:pt x="106299" y="786892"/>
                  </a:cubicBezTo>
                  <a:cubicBezTo>
                    <a:pt x="131699" y="811149"/>
                    <a:pt x="160528" y="828929"/>
                    <a:pt x="190754" y="844931"/>
                  </a:cubicBezTo>
                  <a:cubicBezTo>
                    <a:pt x="221234" y="861187"/>
                    <a:pt x="252603" y="875538"/>
                    <a:pt x="283972" y="890016"/>
                  </a:cubicBezTo>
                  <a:cubicBezTo>
                    <a:pt x="290322" y="893064"/>
                    <a:pt x="297942" y="893572"/>
                    <a:pt x="304800" y="895350"/>
                  </a:cubicBezTo>
                  <a:cubicBezTo>
                    <a:pt x="311023" y="897001"/>
                    <a:pt x="317246" y="898525"/>
                    <a:pt x="323342" y="900557"/>
                  </a:cubicBezTo>
                  <a:cubicBezTo>
                    <a:pt x="348107" y="909320"/>
                    <a:pt x="372364" y="919861"/>
                    <a:pt x="397637" y="926719"/>
                  </a:cubicBezTo>
                  <a:cubicBezTo>
                    <a:pt x="440055" y="938149"/>
                    <a:pt x="483108" y="947293"/>
                    <a:pt x="525907" y="957326"/>
                  </a:cubicBezTo>
                  <a:cubicBezTo>
                    <a:pt x="559562" y="965200"/>
                    <a:pt x="592582" y="975487"/>
                    <a:pt x="627380" y="979170"/>
                  </a:cubicBezTo>
                  <a:cubicBezTo>
                    <a:pt x="668020" y="983488"/>
                    <a:pt x="708025" y="992759"/>
                    <a:pt x="748538" y="999109"/>
                  </a:cubicBezTo>
                  <a:cubicBezTo>
                    <a:pt x="770763" y="1002538"/>
                    <a:pt x="793242" y="1004443"/>
                    <a:pt x="815467" y="1006983"/>
                  </a:cubicBezTo>
                  <a:cubicBezTo>
                    <a:pt x="853186" y="1011174"/>
                    <a:pt x="890778" y="1014857"/>
                    <a:pt x="928497" y="1019429"/>
                  </a:cubicBezTo>
                  <a:cubicBezTo>
                    <a:pt x="965581" y="1023874"/>
                    <a:pt x="1003046" y="1020826"/>
                    <a:pt x="1040130" y="1026668"/>
                  </a:cubicBezTo>
                  <a:cubicBezTo>
                    <a:pt x="1043178" y="1027176"/>
                    <a:pt x="1046226" y="1027303"/>
                    <a:pt x="1049274" y="1027303"/>
                  </a:cubicBezTo>
                  <a:cubicBezTo>
                    <a:pt x="1054989" y="1027303"/>
                    <a:pt x="1060831" y="1026795"/>
                    <a:pt x="1066546" y="1026795"/>
                  </a:cubicBezTo>
                  <a:cubicBezTo>
                    <a:pt x="1067308" y="1026795"/>
                    <a:pt x="1068070" y="1026795"/>
                    <a:pt x="1068832" y="1026795"/>
                  </a:cubicBezTo>
                  <a:cubicBezTo>
                    <a:pt x="1085342" y="1027176"/>
                    <a:pt x="1102106" y="1027557"/>
                    <a:pt x="1118616" y="1028573"/>
                  </a:cubicBezTo>
                  <a:cubicBezTo>
                    <a:pt x="1142746" y="1030097"/>
                    <a:pt x="1166749" y="1033272"/>
                    <a:pt x="1190879" y="1033907"/>
                  </a:cubicBezTo>
                  <a:cubicBezTo>
                    <a:pt x="1225804" y="1034796"/>
                    <a:pt x="1260856" y="1033780"/>
                    <a:pt x="1295908" y="1035177"/>
                  </a:cubicBezTo>
                  <a:cubicBezTo>
                    <a:pt x="1317244" y="1036066"/>
                    <a:pt x="1338453" y="1036320"/>
                    <a:pt x="1359789" y="1036320"/>
                  </a:cubicBezTo>
                  <a:cubicBezTo>
                    <a:pt x="1397381" y="1036320"/>
                    <a:pt x="1434973" y="1035431"/>
                    <a:pt x="1472565" y="1034796"/>
                  </a:cubicBezTo>
                  <a:cubicBezTo>
                    <a:pt x="1507109" y="1034288"/>
                    <a:pt x="1541526" y="1032129"/>
                    <a:pt x="1575943" y="1030351"/>
                  </a:cubicBezTo>
                  <a:cubicBezTo>
                    <a:pt x="1629918" y="1027684"/>
                    <a:pt x="1684020" y="1025271"/>
                    <a:pt x="1737995" y="1021588"/>
                  </a:cubicBezTo>
                  <a:cubicBezTo>
                    <a:pt x="1798320" y="1017397"/>
                    <a:pt x="1858645" y="1012063"/>
                    <a:pt x="1918970" y="1006856"/>
                  </a:cubicBezTo>
                  <a:cubicBezTo>
                    <a:pt x="1929384" y="1005967"/>
                    <a:pt x="1939417" y="1002919"/>
                    <a:pt x="1949831" y="1002030"/>
                  </a:cubicBezTo>
                  <a:cubicBezTo>
                    <a:pt x="1981073" y="998982"/>
                    <a:pt x="2012442" y="997585"/>
                    <a:pt x="2043557" y="993648"/>
                  </a:cubicBezTo>
                  <a:cubicBezTo>
                    <a:pt x="2073148" y="989838"/>
                    <a:pt x="2102358" y="983107"/>
                    <a:pt x="2131949" y="978789"/>
                  </a:cubicBezTo>
                  <a:cubicBezTo>
                    <a:pt x="2158873" y="974979"/>
                    <a:pt x="2186051" y="973455"/>
                    <a:pt x="2212848" y="969645"/>
                  </a:cubicBezTo>
                  <a:cubicBezTo>
                    <a:pt x="2233549" y="966597"/>
                    <a:pt x="2253869" y="961136"/>
                    <a:pt x="2274443" y="957707"/>
                  </a:cubicBezTo>
                  <a:cubicBezTo>
                    <a:pt x="2324481" y="949071"/>
                    <a:pt x="2374773" y="941959"/>
                    <a:pt x="2424557" y="932434"/>
                  </a:cubicBezTo>
                  <a:cubicBezTo>
                    <a:pt x="2465451" y="924687"/>
                    <a:pt x="2505837" y="914400"/>
                    <a:pt x="2546350" y="905002"/>
                  </a:cubicBezTo>
                  <a:cubicBezTo>
                    <a:pt x="2556510" y="902589"/>
                    <a:pt x="2566289" y="898398"/>
                    <a:pt x="2576322" y="895985"/>
                  </a:cubicBezTo>
                  <a:cubicBezTo>
                    <a:pt x="2612263" y="887095"/>
                    <a:pt x="2648712" y="879729"/>
                    <a:pt x="2684272" y="869442"/>
                  </a:cubicBezTo>
                  <a:cubicBezTo>
                    <a:pt x="2726690" y="857123"/>
                    <a:pt x="2768600" y="843026"/>
                    <a:pt x="2810510" y="828675"/>
                  </a:cubicBezTo>
                  <a:cubicBezTo>
                    <a:pt x="2852420" y="814324"/>
                    <a:pt x="2894711" y="800862"/>
                    <a:pt x="2935351" y="783590"/>
                  </a:cubicBezTo>
                  <a:cubicBezTo>
                    <a:pt x="3006725" y="752983"/>
                    <a:pt x="3076575" y="720090"/>
                    <a:pt x="3140329" y="674497"/>
                  </a:cubicBezTo>
                  <a:cubicBezTo>
                    <a:pt x="3191764" y="637667"/>
                    <a:pt x="3238881" y="597662"/>
                    <a:pt x="3275330" y="545338"/>
                  </a:cubicBezTo>
                  <a:cubicBezTo>
                    <a:pt x="3293999" y="518541"/>
                    <a:pt x="3302635" y="489331"/>
                    <a:pt x="3306826" y="458089"/>
                  </a:cubicBezTo>
                  <a:cubicBezTo>
                    <a:pt x="3311144" y="425577"/>
                    <a:pt x="3302000" y="395605"/>
                    <a:pt x="3287522" y="367030"/>
                  </a:cubicBezTo>
                  <a:cubicBezTo>
                    <a:pt x="3268599" y="329946"/>
                    <a:pt x="3243834" y="297815"/>
                    <a:pt x="3212719" y="269621"/>
                  </a:cubicBezTo>
                  <a:cubicBezTo>
                    <a:pt x="3180715" y="240538"/>
                    <a:pt x="3145028" y="217297"/>
                    <a:pt x="3108452" y="195453"/>
                  </a:cubicBezTo>
                  <a:cubicBezTo>
                    <a:pt x="3082925" y="180340"/>
                    <a:pt x="3055366" y="168148"/>
                    <a:pt x="3027807" y="157099"/>
                  </a:cubicBezTo>
                  <a:cubicBezTo>
                    <a:pt x="2978404" y="137541"/>
                    <a:pt x="2928747" y="117602"/>
                    <a:pt x="2877947" y="102108"/>
                  </a:cubicBezTo>
                  <a:cubicBezTo>
                    <a:pt x="2830195" y="87503"/>
                    <a:pt x="2780538" y="79502"/>
                    <a:pt x="2732278" y="66421"/>
                  </a:cubicBezTo>
                  <a:cubicBezTo>
                    <a:pt x="2660904" y="47117"/>
                    <a:pt x="2587625" y="40132"/>
                    <a:pt x="2514981" y="29337"/>
                  </a:cubicBezTo>
                  <a:cubicBezTo>
                    <a:pt x="2455164" y="20574"/>
                    <a:pt x="2394458" y="17399"/>
                    <a:pt x="2334133" y="13335"/>
                  </a:cubicBezTo>
                  <a:cubicBezTo>
                    <a:pt x="2271141" y="9144"/>
                    <a:pt x="2208149" y="6477"/>
                    <a:pt x="2145157" y="3810"/>
                  </a:cubicBezTo>
                  <a:cubicBezTo>
                    <a:pt x="2118614" y="2667"/>
                    <a:pt x="2091944" y="3429"/>
                    <a:pt x="2065274" y="2794"/>
                  </a:cubicBezTo>
                  <a:cubicBezTo>
                    <a:pt x="2040636" y="2286"/>
                    <a:pt x="2016125" y="0"/>
                    <a:pt x="199174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662051" y="6912307"/>
            <a:ext cx="3650666" cy="1148172"/>
            <a:chOff x="0" y="0"/>
            <a:chExt cx="3650666" cy="1148169"/>
          </a:xfrm>
        </p:grpSpPr>
        <p:sp>
          <p:nvSpPr>
            <p:cNvPr id="5" name="Freeform 5"/>
            <p:cNvSpPr/>
            <p:nvPr/>
          </p:nvSpPr>
          <p:spPr>
            <a:xfrm>
              <a:off x="-13081" y="-254"/>
              <a:ext cx="3667379" cy="1149731"/>
            </a:xfrm>
            <a:custGeom>
              <a:avLst/>
              <a:gdLst/>
              <a:ahLst/>
              <a:cxnLst/>
              <a:rect l="l" t="t" r="r" b="b"/>
              <a:pathLst>
                <a:path w="3667379" h="1149731">
                  <a:moveTo>
                    <a:pt x="1584960" y="12827"/>
                  </a:moveTo>
                  <a:cubicBezTo>
                    <a:pt x="1590421" y="11684"/>
                    <a:pt x="1595882" y="9779"/>
                    <a:pt x="1601470" y="9652"/>
                  </a:cubicBezTo>
                  <a:cubicBezTo>
                    <a:pt x="1654302" y="9144"/>
                    <a:pt x="1707134" y="9398"/>
                    <a:pt x="1759966" y="8763"/>
                  </a:cubicBezTo>
                  <a:cubicBezTo>
                    <a:pt x="1783969" y="8509"/>
                    <a:pt x="1807972" y="6350"/>
                    <a:pt x="1831848" y="5842"/>
                  </a:cubicBezTo>
                  <a:cubicBezTo>
                    <a:pt x="1870202" y="5207"/>
                    <a:pt x="1908556" y="5334"/>
                    <a:pt x="1946910" y="4953"/>
                  </a:cubicBezTo>
                  <a:cubicBezTo>
                    <a:pt x="1954911" y="4826"/>
                    <a:pt x="1962912" y="4318"/>
                    <a:pt x="1970913" y="4318"/>
                  </a:cubicBezTo>
                  <a:cubicBezTo>
                    <a:pt x="2015490" y="4064"/>
                    <a:pt x="2060067" y="4191"/>
                    <a:pt x="2104644" y="3429"/>
                  </a:cubicBezTo>
                  <a:cubicBezTo>
                    <a:pt x="2138045" y="2794"/>
                    <a:pt x="2171446" y="254"/>
                    <a:pt x="2204847" y="127"/>
                  </a:cubicBezTo>
                  <a:cubicBezTo>
                    <a:pt x="2232279" y="0"/>
                    <a:pt x="2259838" y="2667"/>
                    <a:pt x="2287397" y="3429"/>
                  </a:cubicBezTo>
                  <a:cubicBezTo>
                    <a:pt x="2316988" y="4191"/>
                    <a:pt x="2346452" y="3302"/>
                    <a:pt x="2375916" y="4572"/>
                  </a:cubicBezTo>
                  <a:cubicBezTo>
                    <a:pt x="2445639" y="7493"/>
                    <a:pt x="2515489" y="10414"/>
                    <a:pt x="2585212" y="15113"/>
                  </a:cubicBezTo>
                  <a:cubicBezTo>
                    <a:pt x="2652141" y="19558"/>
                    <a:pt x="2719324" y="22987"/>
                    <a:pt x="2785618" y="32766"/>
                  </a:cubicBezTo>
                  <a:cubicBezTo>
                    <a:pt x="2866009" y="44577"/>
                    <a:pt x="2947289" y="52324"/>
                    <a:pt x="3026283" y="73787"/>
                  </a:cubicBezTo>
                  <a:cubicBezTo>
                    <a:pt x="3079750" y="88265"/>
                    <a:pt x="3134741" y="97155"/>
                    <a:pt x="3187700" y="113411"/>
                  </a:cubicBezTo>
                  <a:cubicBezTo>
                    <a:pt x="3243961" y="130683"/>
                    <a:pt x="3298825" y="152654"/>
                    <a:pt x="3353562" y="174371"/>
                  </a:cubicBezTo>
                  <a:cubicBezTo>
                    <a:pt x="3384169" y="186563"/>
                    <a:pt x="3414649" y="200152"/>
                    <a:pt x="3442843" y="216789"/>
                  </a:cubicBezTo>
                  <a:cubicBezTo>
                    <a:pt x="3483483" y="240919"/>
                    <a:pt x="3522853" y="266700"/>
                    <a:pt x="3558413" y="298831"/>
                  </a:cubicBezTo>
                  <a:cubicBezTo>
                    <a:pt x="3592957" y="330073"/>
                    <a:pt x="3620389" y="365633"/>
                    <a:pt x="3641217" y="406781"/>
                  </a:cubicBezTo>
                  <a:cubicBezTo>
                    <a:pt x="3657346" y="438404"/>
                    <a:pt x="3667379" y="471678"/>
                    <a:pt x="3662680" y="507619"/>
                  </a:cubicBezTo>
                  <a:cubicBezTo>
                    <a:pt x="3658108" y="542163"/>
                    <a:pt x="3648456" y="574548"/>
                    <a:pt x="3627882" y="604266"/>
                  </a:cubicBezTo>
                  <a:cubicBezTo>
                    <a:pt x="3587496" y="662305"/>
                    <a:pt x="3535426" y="706501"/>
                    <a:pt x="3478403" y="747395"/>
                  </a:cubicBezTo>
                  <a:cubicBezTo>
                    <a:pt x="3407791" y="797941"/>
                    <a:pt x="3330321" y="834390"/>
                    <a:pt x="3251327" y="868172"/>
                  </a:cubicBezTo>
                  <a:cubicBezTo>
                    <a:pt x="3206369" y="887476"/>
                    <a:pt x="3159506" y="902335"/>
                    <a:pt x="3113151" y="918210"/>
                  </a:cubicBezTo>
                  <a:cubicBezTo>
                    <a:pt x="3066796" y="934085"/>
                    <a:pt x="3020441" y="949833"/>
                    <a:pt x="2973324" y="963422"/>
                  </a:cubicBezTo>
                  <a:cubicBezTo>
                    <a:pt x="2933954" y="974852"/>
                    <a:pt x="2893568" y="982853"/>
                    <a:pt x="2853690" y="992759"/>
                  </a:cubicBezTo>
                  <a:cubicBezTo>
                    <a:pt x="2842514" y="995553"/>
                    <a:pt x="2831719" y="1000125"/>
                    <a:pt x="2820416" y="1002792"/>
                  </a:cubicBezTo>
                  <a:cubicBezTo>
                    <a:pt x="2775585" y="1013333"/>
                    <a:pt x="2730754" y="1024636"/>
                    <a:pt x="2685542" y="1033272"/>
                  </a:cubicBezTo>
                  <a:cubicBezTo>
                    <a:pt x="2630297" y="1043813"/>
                    <a:pt x="2574671" y="1051687"/>
                    <a:pt x="2519299" y="1061212"/>
                  </a:cubicBezTo>
                  <a:cubicBezTo>
                    <a:pt x="2496439" y="1065149"/>
                    <a:pt x="2473960" y="1071118"/>
                    <a:pt x="2450973" y="1074547"/>
                  </a:cubicBezTo>
                  <a:cubicBezTo>
                    <a:pt x="2421255" y="1078865"/>
                    <a:pt x="2391029" y="1080516"/>
                    <a:pt x="2361311" y="1084707"/>
                  </a:cubicBezTo>
                  <a:cubicBezTo>
                    <a:pt x="2328545" y="1089406"/>
                    <a:pt x="2296160" y="1096899"/>
                    <a:pt x="2263394" y="1101090"/>
                  </a:cubicBezTo>
                  <a:cubicBezTo>
                    <a:pt x="2228977" y="1105408"/>
                    <a:pt x="2194179" y="1107059"/>
                    <a:pt x="2159635" y="1110361"/>
                  </a:cubicBezTo>
                  <a:cubicBezTo>
                    <a:pt x="2148205" y="1111377"/>
                    <a:pt x="2137029" y="1114679"/>
                    <a:pt x="2125472" y="1115695"/>
                  </a:cubicBezTo>
                  <a:cubicBezTo>
                    <a:pt x="2058670" y="1121410"/>
                    <a:pt x="1991868" y="1127379"/>
                    <a:pt x="1925066" y="1131951"/>
                  </a:cubicBezTo>
                  <a:cubicBezTo>
                    <a:pt x="1865249" y="1136142"/>
                    <a:pt x="1805432" y="1138682"/>
                    <a:pt x="1745615" y="1141730"/>
                  </a:cubicBezTo>
                  <a:cubicBezTo>
                    <a:pt x="1707388" y="1143635"/>
                    <a:pt x="1669288" y="1146048"/>
                    <a:pt x="1631061" y="1146683"/>
                  </a:cubicBezTo>
                  <a:cubicBezTo>
                    <a:pt x="1565783" y="1147699"/>
                    <a:pt x="1500505" y="1149731"/>
                    <a:pt x="1435354" y="1147191"/>
                  </a:cubicBezTo>
                  <a:cubicBezTo>
                    <a:pt x="1396492" y="1145667"/>
                    <a:pt x="1357757" y="1146810"/>
                    <a:pt x="1319022" y="1145794"/>
                  </a:cubicBezTo>
                  <a:cubicBezTo>
                    <a:pt x="1292352" y="1145032"/>
                    <a:pt x="1265809" y="1141603"/>
                    <a:pt x="1239012" y="1139952"/>
                  </a:cubicBezTo>
                  <a:cubicBezTo>
                    <a:pt x="1220724" y="1138682"/>
                    <a:pt x="1202182" y="1138428"/>
                    <a:pt x="1183767" y="1137920"/>
                  </a:cubicBezTo>
                  <a:cubicBezTo>
                    <a:pt x="1173099" y="1137666"/>
                    <a:pt x="1162304" y="1139444"/>
                    <a:pt x="1151890" y="1137793"/>
                  </a:cubicBezTo>
                  <a:cubicBezTo>
                    <a:pt x="1110869" y="1131189"/>
                    <a:pt x="1069340" y="1134745"/>
                    <a:pt x="1028319" y="1129665"/>
                  </a:cubicBezTo>
                  <a:cubicBezTo>
                    <a:pt x="986663" y="1124585"/>
                    <a:pt x="945007" y="1120394"/>
                    <a:pt x="903224" y="1115822"/>
                  </a:cubicBezTo>
                  <a:cubicBezTo>
                    <a:pt x="878586" y="1113155"/>
                    <a:pt x="853694" y="1110996"/>
                    <a:pt x="829056" y="1107186"/>
                  </a:cubicBezTo>
                  <a:cubicBezTo>
                    <a:pt x="784225" y="1100201"/>
                    <a:pt x="739902" y="1089787"/>
                    <a:pt x="694944" y="1085088"/>
                  </a:cubicBezTo>
                  <a:cubicBezTo>
                    <a:pt x="656336" y="1081024"/>
                    <a:pt x="619760" y="1069721"/>
                    <a:pt x="582549" y="1060958"/>
                  </a:cubicBezTo>
                  <a:cubicBezTo>
                    <a:pt x="535178" y="1049909"/>
                    <a:pt x="487426" y="1039749"/>
                    <a:pt x="440436" y="1027049"/>
                  </a:cubicBezTo>
                  <a:cubicBezTo>
                    <a:pt x="412496" y="1019556"/>
                    <a:pt x="385572" y="1007745"/>
                    <a:pt x="358140" y="998093"/>
                  </a:cubicBezTo>
                  <a:cubicBezTo>
                    <a:pt x="351409" y="995807"/>
                    <a:pt x="344424" y="994029"/>
                    <a:pt x="337566" y="992251"/>
                  </a:cubicBezTo>
                  <a:cubicBezTo>
                    <a:pt x="329819" y="990219"/>
                    <a:pt x="321437" y="989584"/>
                    <a:pt x="314452" y="986282"/>
                  </a:cubicBezTo>
                  <a:cubicBezTo>
                    <a:pt x="279781" y="970153"/>
                    <a:pt x="244983" y="954278"/>
                    <a:pt x="211201" y="936244"/>
                  </a:cubicBezTo>
                  <a:cubicBezTo>
                    <a:pt x="177800" y="918464"/>
                    <a:pt x="145796" y="898652"/>
                    <a:pt x="117729" y="871855"/>
                  </a:cubicBezTo>
                  <a:cubicBezTo>
                    <a:pt x="98425" y="853440"/>
                    <a:pt x="77343" y="836930"/>
                    <a:pt x="60579" y="815848"/>
                  </a:cubicBezTo>
                  <a:cubicBezTo>
                    <a:pt x="6858" y="748411"/>
                    <a:pt x="0" y="673608"/>
                    <a:pt x="33655" y="596900"/>
                  </a:cubicBezTo>
                  <a:cubicBezTo>
                    <a:pt x="45593" y="569595"/>
                    <a:pt x="60325" y="540893"/>
                    <a:pt x="86233" y="520573"/>
                  </a:cubicBezTo>
                  <a:cubicBezTo>
                    <a:pt x="99949" y="509905"/>
                    <a:pt x="108585" y="493141"/>
                    <a:pt x="121158" y="480822"/>
                  </a:cubicBezTo>
                  <a:cubicBezTo>
                    <a:pt x="166116" y="437007"/>
                    <a:pt x="216027" y="399669"/>
                    <a:pt x="272542" y="371729"/>
                  </a:cubicBezTo>
                  <a:cubicBezTo>
                    <a:pt x="277368" y="369443"/>
                    <a:pt x="281940" y="366395"/>
                    <a:pt x="286639" y="363855"/>
                  </a:cubicBezTo>
                  <a:cubicBezTo>
                    <a:pt x="318897" y="345440"/>
                    <a:pt x="350647" y="326136"/>
                    <a:pt x="383540" y="308864"/>
                  </a:cubicBezTo>
                  <a:cubicBezTo>
                    <a:pt x="402971" y="298577"/>
                    <a:pt x="423799" y="290576"/>
                    <a:pt x="444373" y="282448"/>
                  </a:cubicBezTo>
                  <a:cubicBezTo>
                    <a:pt x="483235" y="266954"/>
                    <a:pt x="521970" y="251079"/>
                    <a:pt x="561467" y="237236"/>
                  </a:cubicBezTo>
                  <a:cubicBezTo>
                    <a:pt x="604393" y="221996"/>
                    <a:pt x="647954" y="208534"/>
                    <a:pt x="691515" y="195072"/>
                  </a:cubicBezTo>
                  <a:cubicBezTo>
                    <a:pt x="719328" y="186436"/>
                    <a:pt x="747522" y="178562"/>
                    <a:pt x="775843" y="171450"/>
                  </a:cubicBezTo>
                  <a:cubicBezTo>
                    <a:pt x="787908" y="168402"/>
                    <a:pt x="800862" y="169037"/>
                    <a:pt x="812927" y="166116"/>
                  </a:cubicBezTo>
                  <a:cubicBezTo>
                    <a:pt x="847725" y="157988"/>
                    <a:pt x="882015" y="147828"/>
                    <a:pt x="916940" y="140589"/>
                  </a:cubicBezTo>
                  <a:cubicBezTo>
                    <a:pt x="958977" y="131826"/>
                    <a:pt x="1001395" y="125222"/>
                    <a:pt x="1043559" y="117856"/>
                  </a:cubicBezTo>
                  <a:cubicBezTo>
                    <a:pt x="1065530" y="114046"/>
                    <a:pt x="1087628" y="110490"/>
                    <a:pt x="1109726" y="107315"/>
                  </a:cubicBezTo>
                  <a:cubicBezTo>
                    <a:pt x="1164463" y="99568"/>
                    <a:pt x="1219200" y="91313"/>
                    <a:pt x="1274191" y="85090"/>
                  </a:cubicBezTo>
                  <a:cubicBezTo>
                    <a:pt x="1336421" y="78105"/>
                    <a:pt x="1398778" y="72263"/>
                    <a:pt x="1461135" y="67310"/>
                  </a:cubicBezTo>
                  <a:cubicBezTo>
                    <a:pt x="1516126" y="62992"/>
                    <a:pt x="1571371" y="60452"/>
                    <a:pt x="1626489" y="57404"/>
                  </a:cubicBezTo>
                  <a:cubicBezTo>
                    <a:pt x="1632331" y="57150"/>
                    <a:pt x="1638300" y="58039"/>
                    <a:pt x="1645158" y="63119"/>
                  </a:cubicBezTo>
                  <a:cubicBezTo>
                    <a:pt x="1632966" y="66802"/>
                    <a:pt x="1621155" y="71628"/>
                    <a:pt x="1608709" y="73787"/>
                  </a:cubicBezTo>
                  <a:cubicBezTo>
                    <a:pt x="1514475" y="90805"/>
                    <a:pt x="1419987" y="106807"/>
                    <a:pt x="1325753" y="124206"/>
                  </a:cubicBezTo>
                  <a:cubicBezTo>
                    <a:pt x="1276477" y="133223"/>
                    <a:pt x="1227836" y="144780"/>
                    <a:pt x="1178687" y="154432"/>
                  </a:cubicBezTo>
                  <a:cubicBezTo>
                    <a:pt x="1156081" y="159004"/>
                    <a:pt x="1133094" y="161798"/>
                    <a:pt x="1110234" y="165862"/>
                  </a:cubicBezTo>
                  <a:cubicBezTo>
                    <a:pt x="1103249" y="167132"/>
                    <a:pt x="1096518" y="169799"/>
                    <a:pt x="1089660" y="171196"/>
                  </a:cubicBezTo>
                  <a:cubicBezTo>
                    <a:pt x="1073150" y="174752"/>
                    <a:pt x="1056513" y="177546"/>
                    <a:pt x="1040003" y="181356"/>
                  </a:cubicBezTo>
                  <a:cubicBezTo>
                    <a:pt x="1025271" y="184785"/>
                    <a:pt x="1010793" y="189230"/>
                    <a:pt x="996188" y="192786"/>
                  </a:cubicBezTo>
                  <a:cubicBezTo>
                    <a:pt x="957961" y="202184"/>
                    <a:pt x="919099" y="209296"/>
                    <a:pt x="881761" y="221107"/>
                  </a:cubicBezTo>
                  <a:cubicBezTo>
                    <a:pt x="853567" y="230124"/>
                    <a:pt x="823468" y="233426"/>
                    <a:pt x="796671" y="243332"/>
                  </a:cubicBezTo>
                  <a:cubicBezTo>
                    <a:pt x="751459" y="259969"/>
                    <a:pt x="704723" y="270637"/>
                    <a:pt x="659511" y="286004"/>
                  </a:cubicBezTo>
                  <a:cubicBezTo>
                    <a:pt x="632587" y="295021"/>
                    <a:pt x="606425" y="306324"/>
                    <a:pt x="579755" y="316103"/>
                  </a:cubicBezTo>
                  <a:cubicBezTo>
                    <a:pt x="543179" y="329565"/>
                    <a:pt x="506095" y="341376"/>
                    <a:pt x="470154" y="356235"/>
                  </a:cubicBezTo>
                  <a:cubicBezTo>
                    <a:pt x="448945" y="364998"/>
                    <a:pt x="430149" y="379349"/>
                    <a:pt x="409194" y="389128"/>
                  </a:cubicBezTo>
                  <a:cubicBezTo>
                    <a:pt x="367538" y="408559"/>
                    <a:pt x="325628" y="427101"/>
                    <a:pt x="286893" y="452120"/>
                  </a:cubicBezTo>
                  <a:cubicBezTo>
                    <a:pt x="268224" y="464185"/>
                    <a:pt x="251333" y="478917"/>
                    <a:pt x="232918" y="491363"/>
                  </a:cubicBezTo>
                  <a:cubicBezTo>
                    <a:pt x="193040" y="518287"/>
                    <a:pt x="163957" y="556387"/>
                    <a:pt x="130175" y="589661"/>
                  </a:cubicBezTo>
                  <a:cubicBezTo>
                    <a:pt x="118872" y="600837"/>
                    <a:pt x="112903" y="618744"/>
                    <a:pt x="107696" y="634619"/>
                  </a:cubicBezTo>
                  <a:cubicBezTo>
                    <a:pt x="84709" y="704215"/>
                    <a:pt x="106299" y="762635"/>
                    <a:pt x="165735" y="805307"/>
                  </a:cubicBezTo>
                  <a:cubicBezTo>
                    <a:pt x="181483" y="816610"/>
                    <a:pt x="193040" y="832612"/>
                    <a:pt x="212090" y="840613"/>
                  </a:cubicBezTo>
                  <a:cubicBezTo>
                    <a:pt x="238125" y="851535"/>
                    <a:pt x="262509" y="866013"/>
                    <a:pt x="287528" y="879221"/>
                  </a:cubicBezTo>
                  <a:cubicBezTo>
                    <a:pt x="296799" y="884174"/>
                    <a:pt x="305054" y="891413"/>
                    <a:pt x="314706" y="895096"/>
                  </a:cubicBezTo>
                  <a:cubicBezTo>
                    <a:pt x="345313" y="906526"/>
                    <a:pt x="376428" y="916813"/>
                    <a:pt x="407416" y="927100"/>
                  </a:cubicBezTo>
                  <a:cubicBezTo>
                    <a:pt x="451231" y="941705"/>
                    <a:pt x="495173" y="956437"/>
                    <a:pt x="539369" y="969772"/>
                  </a:cubicBezTo>
                  <a:cubicBezTo>
                    <a:pt x="562991" y="976884"/>
                    <a:pt x="587248" y="981583"/>
                    <a:pt x="611505" y="986155"/>
                  </a:cubicBezTo>
                  <a:cubicBezTo>
                    <a:pt x="644017" y="992251"/>
                    <a:pt x="676783" y="997331"/>
                    <a:pt x="709422" y="1002665"/>
                  </a:cubicBezTo>
                  <a:cubicBezTo>
                    <a:pt x="751459" y="1009523"/>
                    <a:pt x="793750" y="1015365"/>
                    <a:pt x="835660" y="1023493"/>
                  </a:cubicBezTo>
                  <a:cubicBezTo>
                    <a:pt x="869569" y="1029970"/>
                    <a:pt x="903732" y="1033526"/>
                    <a:pt x="938022" y="1036193"/>
                  </a:cubicBezTo>
                  <a:cubicBezTo>
                    <a:pt x="945007" y="1036701"/>
                    <a:pt x="951865" y="1039241"/>
                    <a:pt x="958723" y="1040892"/>
                  </a:cubicBezTo>
                  <a:cubicBezTo>
                    <a:pt x="963930" y="1042162"/>
                    <a:pt x="969264" y="1045083"/>
                    <a:pt x="974217" y="1044575"/>
                  </a:cubicBezTo>
                  <a:cubicBezTo>
                    <a:pt x="1024509" y="1039495"/>
                    <a:pt x="1073531" y="1049909"/>
                    <a:pt x="1122807" y="1056640"/>
                  </a:cubicBezTo>
                  <a:cubicBezTo>
                    <a:pt x="1131697" y="1057910"/>
                    <a:pt x="1140841" y="1057148"/>
                    <a:pt x="1149731" y="1057656"/>
                  </a:cubicBezTo>
                  <a:cubicBezTo>
                    <a:pt x="1188085" y="1059815"/>
                    <a:pt x="1226439" y="1062990"/>
                    <a:pt x="1264793" y="1064260"/>
                  </a:cubicBezTo>
                  <a:cubicBezTo>
                    <a:pt x="1294892" y="1065276"/>
                    <a:pt x="1325118" y="1063752"/>
                    <a:pt x="1355090" y="1064387"/>
                  </a:cubicBezTo>
                  <a:cubicBezTo>
                    <a:pt x="1386332" y="1065022"/>
                    <a:pt x="1417447" y="1067435"/>
                    <a:pt x="1448562" y="1067943"/>
                  </a:cubicBezTo>
                  <a:cubicBezTo>
                    <a:pt x="1481582" y="1068451"/>
                    <a:pt x="1514729" y="1067308"/>
                    <a:pt x="1547876" y="1067181"/>
                  </a:cubicBezTo>
                  <a:cubicBezTo>
                    <a:pt x="1567561" y="1067054"/>
                    <a:pt x="1587246" y="1066673"/>
                    <a:pt x="1607058" y="1067816"/>
                  </a:cubicBezTo>
                  <a:cubicBezTo>
                    <a:pt x="1644396" y="1070102"/>
                    <a:pt x="1681480" y="1067562"/>
                    <a:pt x="1718818" y="1064895"/>
                  </a:cubicBezTo>
                  <a:cubicBezTo>
                    <a:pt x="1769364" y="1061212"/>
                    <a:pt x="1820291" y="1063879"/>
                    <a:pt x="1870964" y="1062101"/>
                  </a:cubicBezTo>
                  <a:cubicBezTo>
                    <a:pt x="1902968" y="1060958"/>
                    <a:pt x="1934718" y="1056005"/>
                    <a:pt x="1966722" y="1053465"/>
                  </a:cubicBezTo>
                  <a:cubicBezTo>
                    <a:pt x="1992376" y="1051560"/>
                    <a:pt x="2018157" y="1050671"/>
                    <a:pt x="2043811" y="1049274"/>
                  </a:cubicBezTo>
                  <a:cubicBezTo>
                    <a:pt x="2060575" y="1048385"/>
                    <a:pt x="2077466" y="1048004"/>
                    <a:pt x="2093976" y="1046353"/>
                  </a:cubicBezTo>
                  <a:cubicBezTo>
                    <a:pt x="2145538" y="1041019"/>
                    <a:pt x="2197100" y="1035431"/>
                    <a:pt x="2248662" y="1029462"/>
                  </a:cubicBezTo>
                  <a:cubicBezTo>
                    <a:pt x="2289429" y="1024763"/>
                    <a:pt x="2330196" y="1018540"/>
                    <a:pt x="2370963" y="1014222"/>
                  </a:cubicBezTo>
                  <a:cubicBezTo>
                    <a:pt x="2423160" y="1008761"/>
                    <a:pt x="2474976" y="1001776"/>
                    <a:pt x="2526411" y="991489"/>
                  </a:cubicBezTo>
                  <a:cubicBezTo>
                    <a:pt x="2556129" y="985520"/>
                    <a:pt x="2586355" y="982472"/>
                    <a:pt x="2616073" y="976884"/>
                  </a:cubicBezTo>
                  <a:cubicBezTo>
                    <a:pt x="2656459" y="969391"/>
                    <a:pt x="2696718" y="961136"/>
                    <a:pt x="2736850" y="952373"/>
                  </a:cubicBezTo>
                  <a:cubicBezTo>
                    <a:pt x="2789809" y="940816"/>
                    <a:pt x="2842895" y="929767"/>
                    <a:pt x="2895473" y="916178"/>
                  </a:cubicBezTo>
                  <a:cubicBezTo>
                    <a:pt x="2950718" y="901954"/>
                    <a:pt x="3005709" y="885952"/>
                    <a:pt x="3060319" y="869315"/>
                  </a:cubicBezTo>
                  <a:cubicBezTo>
                    <a:pt x="3156204" y="840232"/>
                    <a:pt x="3249549" y="803529"/>
                    <a:pt x="3339592" y="760095"/>
                  </a:cubicBezTo>
                  <a:cubicBezTo>
                    <a:pt x="3416173" y="723265"/>
                    <a:pt x="3488944" y="679196"/>
                    <a:pt x="3548633" y="617093"/>
                  </a:cubicBezTo>
                  <a:cubicBezTo>
                    <a:pt x="3578224" y="586232"/>
                    <a:pt x="3600830" y="549783"/>
                    <a:pt x="3605656" y="506984"/>
                  </a:cubicBezTo>
                  <a:cubicBezTo>
                    <a:pt x="3609466" y="473202"/>
                    <a:pt x="3601846" y="439039"/>
                    <a:pt x="3583177" y="409321"/>
                  </a:cubicBezTo>
                  <a:cubicBezTo>
                    <a:pt x="3543681" y="346456"/>
                    <a:pt x="3488308" y="300228"/>
                    <a:pt x="3423793" y="265049"/>
                  </a:cubicBezTo>
                  <a:cubicBezTo>
                    <a:pt x="3377564" y="239776"/>
                    <a:pt x="3330702" y="214884"/>
                    <a:pt x="3281933" y="195580"/>
                  </a:cubicBezTo>
                  <a:cubicBezTo>
                    <a:pt x="3226307" y="173736"/>
                    <a:pt x="3168395" y="157607"/>
                    <a:pt x="3111118" y="140208"/>
                  </a:cubicBezTo>
                  <a:cubicBezTo>
                    <a:pt x="3083178" y="131699"/>
                    <a:pt x="3054603" y="125349"/>
                    <a:pt x="3026028" y="118745"/>
                  </a:cubicBezTo>
                  <a:cubicBezTo>
                    <a:pt x="2964052" y="104394"/>
                    <a:pt x="2902458" y="89535"/>
                    <a:pt x="2838830" y="83439"/>
                  </a:cubicBezTo>
                  <a:cubicBezTo>
                    <a:pt x="2784474" y="78359"/>
                    <a:pt x="2730626" y="68707"/>
                    <a:pt x="2676524" y="61976"/>
                  </a:cubicBezTo>
                  <a:cubicBezTo>
                    <a:pt x="2645409" y="58039"/>
                    <a:pt x="2614040" y="55753"/>
                    <a:pt x="2582925" y="52832"/>
                  </a:cubicBezTo>
                  <a:cubicBezTo>
                    <a:pt x="2526918" y="47752"/>
                    <a:pt x="2470912" y="41783"/>
                    <a:pt x="2414777" y="38354"/>
                  </a:cubicBezTo>
                  <a:cubicBezTo>
                    <a:pt x="2369438" y="35687"/>
                    <a:pt x="2323718" y="36449"/>
                    <a:pt x="2278252" y="35433"/>
                  </a:cubicBezTo>
                  <a:cubicBezTo>
                    <a:pt x="2211196" y="34036"/>
                    <a:pt x="2144013" y="31750"/>
                    <a:pt x="2076957" y="30861"/>
                  </a:cubicBezTo>
                  <a:cubicBezTo>
                    <a:pt x="2008250" y="29845"/>
                    <a:pt x="1939543" y="30353"/>
                    <a:pt x="1870963" y="29337"/>
                  </a:cubicBezTo>
                  <a:cubicBezTo>
                    <a:pt x="1797684" y="28321"/>
                    <a:pt x="1724278" y="26289"/>
                    <a:pt x="1650872" y="24765"/>
                  </a:cubicBezTo>
                  <a:cubicBezTo>
                    <a:pt x="1636013" y="24511"/>
                    <a:pt x="1621027" y="25019"/>
                    <a:pt x="1606168" y="24130"/>
                  </a:cubicBezTo>
                  <a:cubicBezTo>
                    <a:pt x="1598802" y="23622"/>
                    <a:pt x="1591563" y="20320"/>
                    <a:pt x="1584197" y="18415"/>
                  </a:cubicBezTo>
                  <a:cubicBezTo>
                    <a:pt x="1584324" y="16637"/>
                    <a:pt x="1584451" y="14859"/>
                    <a:pt x="1584578" y="1308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4412751" y="4237037"/>
            <a:ext cx="3650666" cy="1148172"/>
            <a:chOff x="0" y="0"/>
            <a:chExt cx="3650666" cy="1148169"/>
          </a:xfrm>
        </p:grpSpPr>
        <p:sp>
          <p:nvSpPr>
            <p:cNvPr id="7" name="Freeform 7"/>
            <p:cNvSpPr/>
            <p:nvPr/>
          </p:nvSpPr>
          <p:spPr>
            <a:xfrm>
              <a:off x="-13081" y="-254"/>
              <a:ext cx="3667379" cy="1149731"/>
            </a:xfrm>
            <a:custGeom>
              <a:avLst/>
              <a:gdLst/>
              <a:ahLst/>
              <a:cxnLst/>
              <a:rect l="l" t="t" r="r" b="b"/>
              <a:pathLst>
                <a:path w="3667379" h="1149731">
                  <a:moveTo>
                    <a:pt x="1584960" y="12827"/>
                  </a:moveTo>
                  <a:cubicBezTo>
                    <a:pt x="1590421" y="11684"/>
                    <a:pt x="1595882" y="9779"/>
                    <a:pt x="1601470" y="9652"/>
                  </a:cubicBezTo>
                  <a:cubicBezTo>
                    <a:pt x="1654302" y="9144"/>
                    <a:pt x="1707134" y="9398"/>
                    <a:pt x="1759966" y="8763"/>
                  </a:cubicBezTo>
                  <a:cubicBezTo>
                    <a:pt x="1783969" y="8509"/>
                    <a:pt x="1807972" y="6350"/>
                    <a:pt x="1831848" y="5842"/>
                  </a:cubicBezTo>
                  <a:cubicBezTo>
                    <a:pt x="1870202" y="5207"/>
                    <a:pt x="1908556" y="5334"/>
                    <a:pt x="1946910" y="4953"/>
                  </a:cubicBezTo>
                  <a:cubicBezTo>
                    <a:pt x="1954911" y="4826"/>
                    <a:pt x="1962912" y="4318"/>
                    <a:pt x="1970913" y="4318"/>
                  </a:cubicBezTo>
                  <a:cubicBezTo>
                    <a:pt x="2015490" y="4064"/>
                    <a:pt x="2060067" y="4191"/>
                    <a:pt x="2104644" y="3429"/>
                  </a:cubicBezTo>
                  <a:cubicBezTo>
                    <a:pt x="2138045" y="2794"/>
                    <a:pt x="2171446" y="254"/>
                    <a:pt x="2204847" y="127"/>
                  </a:cubicBezTo>
                  <a:cubicBezTo>
                    <a:pt x="2232279" y="0"/>
                    <a:pt x="2259838" y="2667"/>
                    <a:pt x="2287397" y="3429"/>
                  </a:cubicBezTo>
                  <a:cubicBezTo>
                    <a:pt x="2316988" y="4191"/>
                    <a:pt x="2346452" y="3302"/>
                    <a:pt x="2375916" y="4572"/>
                  </a:cubicBezTo>
                  <a:cubicBezTo>
                    <a:pt x="2445639" y="7493"/>
                    <a:pt x="2515489" y="10414"/>
                    <a:pt x="2585212" y="15113"/>
                  </a:cubicBezTo>
                  <a:cubicBezTo>
                    <a:pt x="2652141" y="19558"/>
                    <a:pt x="2719324" y="22987"/>
                    <a:pt x="2785618" y="32766"/>
                  </a:cubicBezTo>
                  <a:cubicBezTo>
                    <a:pt x="2866009" y="44577"/>
                    <a:pt x="2947289" y="52324"/>
                    <a:pt x="3026283" y="73787"/>
                  </a:cubicBezTo>
                  <a:cubicBezTo>
                    <a:pt x="3079750" y="88265"/>
                    <a:pt x="3134741" y="97155"/>
                    <a:pt x="3187700" y="113411"/>
                  </a:cubicBezTo>
                  <a:cubicBezTo>
                    <a:pt x="3243961" y="130683"/>
                    <a:pt x="3298825" y="152654"/>
                    <a:pt x="3353562" y="174371"/>
                  </a:cubicBezTo>
                  <a:cubicBezTo>
                    <a:pt x="3384169" y="186563"/>
                    <a:pt x="3414649" y="200152"/>
                    <a:pt x="3442843" y="216789"/>
                  </a:cubicBezTo>
                  <a:cubicBezTo>
                    <a:pt x="3483483" y="240919"/>
                    <a:pt x="3522853" y="266700"/>
                    <a:pt x="3558413" y="298831"/>
                  </a:cubicBezTo>
                  <a:cubicBezTo>
                    <a:pt x="3592957" y="330073"/>
                    <a:pt x="3620389" y="365633"/>
                    <a:pt x="3641217" y="406781"/>
                  </a:cubicBezTo>
                  <a:cubicBezTo>
                    <a:pt x="3657346" y="438404"/>
                    <a:pt x="3667379" y="471678"/>
                    <a:pt x="3662680" y="507619"/>
                  </a:cubicBezTo>
                  <a:cubicBezTo>
                    <a:pt x="3658108" y="542163"/>
                    <a:pt x="3648456" y="574548"/>
                    <a:pt x="3627882" y="604266"/>
                  </a:cubicBezTo>
                  <a:cubicBezTo>
                    <a:pt x="3587496" y="662305"/>
                    <a:pt x="3535426" y="706501"/>
                    <a:pt x="3478403" y="747395"/>
                  </a:cubicBezTo>
                  <a:cubicBezTo>
                    <a:pt x="3407791" y="797941"/>
                    <a:pt x="3330321" y="834390"/>
                    <a:pt x="3251327" y="868172"/>
                  </a:cubicBezTo>
                  <a:cubicBezTo>
                    <a:pt x="3206369" y="887476"/>
                    <a:pt x="3159506" y="902335"/>
                    <a:pt x="3113151" y="918210"/>
                  </a:cubicBezTo>
                  <a:cubicBezTo>
                    <a:pt x="3066796" y="934085"/>
                    <a:pt x="3020441" y="949833"/>
                    <a:pt x="2973324" y="963422"/>
                  </a:cubicBezTo>
                  <a:cubicBezTo>
                    <a:pt x="2933954" y="974852"/>
                    <a:pt x="2893568" y="982853"/>
                    <a:pt x="2853690" y="992759"/>
                  </a:cubicBezTo>
                  <a:cubicBezTo>
                    <a:pt x="2842514" y="995553"/>
                    <a:pt x="2831719" y="1000125"/>
                    <a:pt x="2820416" y="1002792"/>
                  </a:cubicBezTo>
                  <a:cubicBezTo>
                    <a:pt x="2775585" y="1013333"/>
                    <a:pt x="2730754" y="1024636"/>
                    <a:pt x="2685542" y="1033272"/>
                  </a:cubicBezTo>
                  <a:cubicBezTo>
                    <a:pt x="2630297" y="1043813"/>
                    <a:pt x="2574671" y="1051687"/>
                    <a:pt x="2519299" y="1061212"/>
                  </a:cubicBezTo>
                  <a:cubicBezTo>
                    <a:pt x="2496439" y="1065149"/>
                    <a:pt x="2473960" y="1071118"/>
                    <a:pt x="2450973" y="1074547"/>
                  </a:cubicBezTo>
                  <a:cubicBezTo>
                    <a:pt x="2421255" y="1078865"/>
                    <a:pt x="2391029" y="1080516"/>
                    <a:pt x="2361311" y="1084707"/>
                  </a:cubicBezTo>
                  <a:cubicBezTo>
                    <a:pt x="2328545" y="1089406"/>
                    <a:pt x="2296160" y="1096899"/>
                    <a:pt x="2263394" y="1101090"/>
                  </a:cubicBezTo>
                  <a:cubicBezTo>
                    <a:pt x="2228977" y="1105408"/>
                    <a:pt x="2194179" y="1107059"/>
                    <a:pt x="2159635" y="1110361"/>
                  </a:cubicBezTo>
                  <a:cubicBezTo>
                    <a:pt x="2148205" y="1111377"/>
                    <a:pt x="2137029" y="1114679"/>
                    <a:pt x="2125472" y="1115695"/>
                  </a:cubicBezTo>
                  <a:cubicBezTo>
                    <a:pt x="2058670" y="1121410"/>
                    <a:pt x="1991868" y="1127379"/>
                    <a:pt x="1925066" y="1131951"/>
                  </a:cubicBezTo>
                  <a:cubicBezTo>
                    <a:pt x="1865249" y="1136142"/>
                    <a:pt x="1805432" y="1138682"/>
                    <a:pt x="1745615" y="1141730"/>
                  </a:cubicBezTo>
                  <a:cubicBezTo>
                    <a:pt x="1707388" y="1143635"/>
                    <a:pt x="1669288" y="1146048"/>
                    <a:pt x="1631061" y="1146683"/>
                  </a:cubicBezTo>
                  <a:cubicBezTo>
                    <a:pt x="1565783" y="1147699"/>
                    <a:pt x="1500505" y="1149731"/>
                    <a:pt x="1435354" y="1147191"/>
                  </a:cubicBezTo>
                  <a:cubicBezTo>
                    <a:pt x="1396492" y="1145667"/>
                    <a:pt x="1357757" y="1146810"/>
                    <a:pt x="1319022" y="1145794"/>
                  </a:cubicBezTo>
                  <a:cubicBezTo>
                    <a:pt x="1292352" y="1145032"/>
                    <a:pt x="1265809" y="1141603"/>
                    <a:pt x="1239012" y="1139952"/>
                  </a:cubicBezTo>
                  <a:cubicBezTo>
                    <a:pt x="1220724" y="1138682"/>
                    <a:pt x="1202182" y="1138428"/>
                    <a:pt x="1183767" y="1137920"/>
                  </a:cubicBezTo>
                  <a:cubicBezTo>
                    <a:pt x="1173099" y="1137666"/>
                    <a:pt x="1162304" y="1139444"/>
                    <a:pt x="1151890" y="1137793"/>
                  </a:cubicBezTo>
                  <a:cubicBezTo>
                    <a:pt x="1110869" y="1131189"/>
                    <a:pt x="1069340" y="1134745"/>
                    <a:pt x="1028319" y="1129665"/>
                  </a:cubicBezTo>
                  <a:cubicBezTo>
                    <a:pt x="986663" y="1124585"/>
                    <a:pt x="945007" y="1120394"/>
                    <a:pt x="903224" y="1115822"/>
                  </a:cubicBezTo>
                  <a:cubicBezTo>
                    <a:pt x="878586" y="1113155"/>
                    <a:pt x="853694" y="1110996"/>
                    <a:pt x="829056" y="1107186"/>
                  </a:cubicBezTo>
                  <a:cubicBezTo>
                    <a:pt x="784225" y="1100201"/>
                    <a:pt x="739902" y="1089787"/>
                    <a:pt x="694944" y="1085088"/>
                  </a:cubicBezTo>
                  <a:cubicBezTo>
                    <a:pt x="656336" y="1081024"/>
                    <a:pt x="619760" y="1069721"/>
                    <a:pt x="582549" y="1060958"/>
                  </a:cubicBezTo>
                  <a:cubicBezTo>
                    <a:pt x="535178" y="1049909"/>
                    <a:pt x="487426" y="1039749"/>
                    <a:pt x="440436" y="1027049"/>
                  </a:cubicBezTo>
                  <a:cubicBezTo>
                    <a:pt x="412496" y="1019556"/>
                    <a:pt x="385572" y="1007745"/>
                    <a:pt x="358140" y="998093"/>
                  </a:cubicBezTo>
                  <a:cubicBezTo>
                    <a:pt x="351409" y="995807"/>
                    <a:pt x="344424" y="994029"/>
                    <a:pt x="337566" y="992251"/>
                  </a:cubicBezTo>
                  <a:cubicBezTo>
                    <a:pt x="329819" y="990219"/>
                    <a:pt x="321437" y="989584"/>
                    <a:pt x="314452" y="986282"/>
                  </a:cubicBezTo>
                  <a:cubicBezTo>
                    <a:pt x="279781" y="970153"/>
                    <a:pt x="244983" y="954278"/>
                    <a:pt x="211201" y="936244"/>
                  </a:cubicBezTo>
                  <a:cubicBezTo>
                    <a:pt x="177800" y="918464"/>
                    <a:pt x="145796" y="898652"/>
                    <a:pt x="117729" y="871855"/>
                  </a:cubicBezTo>
                  <a:cubicBezTo>
                    <a:pt x="98425" y="853440"/>
                    <a:pt x="77343" y="836930"/>
                    <a:pt x="60579" y="815848"/>
                  </a:cubicBezTo>
                  <a:cubicBezTo>
                    <a:pt x="6858" y="748411"/>
                    <a:pt x="0" y="673608"/>
                    <a:pt x="33655" y="596900"/>
                  </a:cubicBezTo>
                  <a:cubicBezTo>
                    <a:pt x="45593" y="569595"/>
                    <a:pt x="60325" y="540893"/>
                    <a:pt x="86233" y="520573"/>
                  </a:cubicBezTo>
                  <a:cubicBezTo>
                    <a:pt x="99949" y="509905"/>
                    <a:pt x="108585" y="493141"/>
                    <a:pt x="121158" y="480822"/>
                  </a:cubicBezTo>
                  <a:cubicBezTo>
                    <a:pt x="166116" y="437007"/>
                    <a:pt x="216027" y="399669"/>
                    <a:pt x="272542" y="371729"/>
                  </a:cubicBezTo>
                  <a:cubicBezTo>
                    <a:pt x="277368" y="369443"/>
                    <a:pt x="281940" y="366395"/>
                    <a:pt x="286639" y="363855"/>
                  </a:cubicBezTo>
                  <a:cubicBezTo>
                    <a:pt x="318897" y="345440"/>
                    <a:pt x="350647" y="326136"/>
                    <a:pt x="383540" y="308864"/>
                  </a:cubicBezTo>
                  <a:cubicBezTo>
                    <a:pt x="402971" y="298577"/>
                    <a:pt x="423799" y="290576"/>
                    <a:pt x="444373" y="282448"/>
                  </a:cubicBezTo>
                  <a:cubicBezTo>
                    <a:pt x="483235" y="266954"/>
                    <a:pt x="521970" y="251079"/>
                    <a:pt x="561467" y="237236"/>
                  </a:cubicBezTo>
                  <a:cubicBezTo>
                    <a:pt x="604393" y="221996"/>
                    <a:pt x="647954" y="208534"/>
                    <a:pt x="691515" y="195072"/>
                  </a:cubicBezTo>
                  <a:cubicBezTo>
                    <a:pt x="719328" y="186436"/>
                    <a:pt x="747522" y="178562"/>
                    <a:pt x="775843" y="171450"/>
                  </a:cubicBezTo>
                  <a:cubicBezTo>
                    <a:pt x="787908" y="168402"/>
                    <a:pt x="800862" y="169037"/>
                    <a:pt x="812927" y="166116"/>
                  </a:cubicBezTo>
                  <a:cubicBezTo>
                    <a:pt x="847725" y="157988"/>
                    <a:pt x="882015" y="147828"/>
                    <a:pt x="916940" y="140589"/>
                  </a:cubicBezTo>
                  <a:cubicBezTo>
                    <a:pt x="958977" y="131826"/>
                    <a:pt x="1001395" y="125222"/>
                    <a:pt x="1043559" y="117856"/>
                  </a:cubicBezTo>
                  <a:cubicBezTo>
                    <a:pt x="1065530" y="114046"/>
                    <a:pt x="1087628" y="110490"/>
                    <a:pt x="1109726" y="107315"/>
                  </a:cubicBezTo>
                  <a:cubicBezTo>
                    <a:pt x="1164463" y="99568"/>
                    <a:pt x="1219200" y="91313"/>
                    <a:pt x="1274191" y="85090"/>
                  </a:cubicBezTo>
                  <a:cubicBezTo>
                    <a:pt x="1336421" y="78105"/>
                    <a:pt x="1398778" y="72263"/>
                    <a:pt x="1461135" y="67310"/>
                  </a:cubicBezTo>
                  <a:cubicBezTo>
                    <a:pt x="1516126" y="62992"/>
                    <a:pt x="1571371" y="60452"/>
                    <a:pt x="1626489" y="57404"/>
                  </a:cubicBezTo>
                  <a:cubicBezTo>
                    <a:pt x="1632331" y="57150"/>
                    <a:pt x="1638300" y="58039"/>
                    <a:pt x="1645158" y="63119"/>
                  </a:cubicBezTo>
                  <a:cubicBezTo>
                    <a:pt x="1632966" y="66802"/>
                    <a:pt x="1621155" y="71628"/>
                    <a:pt x="1608709" y="73787"/>
                  </a:cubicBezTo>
                  <a:cubicBezTo>
                    <a:pt x="1514475" y="90805"/>
                    <a:pt x="1419987" y="106807"/>
                    <a:pt x="1325753" y="124206"/>
                  </a:cubicBezTo>
                  <a:cubicBezTo>
                    <a:pt x="1276477" y="133223"/>
                    <a:pt x="1227836" y="144780"/>
                    <a:pt x="1178687" y="154432"/>
                  </a:cubicBezTo>
                  <a:cubicBezTo>
                    <a:pt x="1156081" y="159004"/>
                    <a:pt x="1133094" y="161798"/>
                    <a:pt x="1110234" y="165862"/>
                  </a:cubicBezTo>
                  <a:cubicBezTo>
                    <a:pt x="1103249" y="167132"/>
                    <a:pt x="1096518" y="169799"/>
                    <a:pt x="1089660" y="171196"/>
                  </a:cubicBezTo>
                  <a:cubicBezTo>
                    <a:pt x="1073150" y="174752"/>
                    <a:pt x="1056513" y="177546"/>
                    <a:pt x="1040003" y="181356"/>
                  </a:cubicBezTo>
                  <a:cubicBezTo>
                    <a:pt x="1025271" y="184785"/>
                    <a:pt x="1010793" y="189230"/>
                    <a:pt x="996188" y="192786"/>
                  </a:cubicBezTo>
                  <a:cubicBezTo>
                    <a:pt x="957961" y="202184"/>
                    <a:pt x="919099" y="209296"/>
                    <a:pt x="881761" y="221107"/>
                  </a:cubicBezTo>
                  <a:cubicBezTo>
                    <a:pt x="853567" y="230124"/>
                    <a:pt x="823468" y="233426"/>
                    <a:pt x="796671" y="243332"/>
                  </a:cubicBezTo>
                  <a:cubicBezTo>
                    <a:pt x="751459" y="259969"/>
                    <a:pt x="704723" y="270637"/>
                    <a:pt x="659511" y="286004"/>
                  </a:cubicBezTo>
                  <a:cubicBezTo>
                    <a:pt x="632587" y="295021"/>
                    <a:pt x="606425" y="306324"/>
                    <a:pt x="579755" y="316103"/>
                  </a:cubicBezTo>
                  <a:cubicBezTo>
                    <a:pt x="543179" y="329565"/>
                    <a:pt x="506095" y="341376"/>
                    <a:pt x="470154" y="356235"/>
                  </a:cubicBezTo>
                  <a:cubicBezTo>
                    <a:pt x="448945" y="364998"/>
                    <a:pt x="430149" y="379349"/>
                    <a:pt x="409194" y="389128"/>
                  </a:cubicBezTo>
                  <a:cubicBezTo>
                    <a:pt x="367538" y="408559"/>
                    <a:pt x="325628" y="427101"/>
                    <a:pt x="286893" y="452120"/>
                  </a:cubicBezTo>
                  <a:cubicBezTo>
                    <a:pt x="268224" y="464185"/>
                    <a:pt x="251333" y="478917"/>
                    <a:pt x="232918" y="491363"/>
                  </a:cubicBezTo>
                  <a:cubicBezTo>
                    <a:pt x="193040" y="518287"/>
                    <a:pt x="163957" y="556387"/>
                    <a:pt x="130175" y="589661"/>
                  </a:cubicBezTo>
                  <a:cubicBezTo>
                    <a:pt x="118872" y="600837"/>
                    <a:pt x="112903" y="618744"/>
                    <a:pt x="107696" y="634619"/>
                  </a:cubicBezTo>
                  <a:cubicBezTo>
                    <a:pt x="84709" y="704215"/>
                    <a:pt x="106299" y="762635"/>
                    <a:pt x="165735" y="805307"/>
                  </a:cubicBezTo>
                  <a:cubicBezTo>
                    <a:pt x="181483" y="816610"/>
                    <a:pt x="193040" y="832612"/>
                    <a:pt x="212090" y="840613"/>
                  </a:cubicBezTo>
                  <a:cubicBezTo>
                    <a:pt x="238125" y="851535"/>
                    <a:pt x="262509" y="866013"/>
                    <a:pt x="287528" y="879221"/>
                  </a:cubicBezTo>
                  <a:cubicBezTo>
                    <a:pt x="296799" y="884174"/>
                    <a:pt x="305054" y="891413"/>
                    <a:pt x="314706" y="895096"/>
                  </a:cubicBezTo>
                  <a:cubicBezTo>
                    <a:pt x="345313" y="906526"/>
                    <a:pt x="376428" y="916813"/>
                    <a:pt x="407416" y="927100"/>
                  </a:cubicBezTo>
                  <a:cubicBezTo>
                    <a:pt x="451231" y="941705"/>
                    <a:pt x="495173" y="956437"/>
                    <a:pt x="539369" y="969772"/>
                  </a:cubicBezTo>
                  <a:cubicBezTo>
                    <a:pt x="562991" y="976884"/>
                    <a:pt x="587248" y="981583"/>
                    <a:pt x="611505" y="986155"/>
                  </a:cubicBezTo>
                  <a:cubicBezTo>
                    <a:pt x="644017" y="992251"/>
                    <a:pt x="676783" y="997331"/>
                    <a:pt x="709422" y="1002665"/>
                  </a:cubicBezTo>
                  <a:cubicBezTo>
                    <a:pt x="751459" y="1009523"/>
                    <a:pt x="793750" y="1015365"/>
                    <a:pt x="835660" y="1023493"/>
                  </a:cubicBezTo>
                  <a:cubicBezTo>
                    <a:pt x="869569" y="1029970"/>
                    <a:pt x="903732" y="1033526"/>
                    <a:pt x="938022" y="1036193"/>
                  </a:cubicBezTo>
                  <a:cubicBezTo>
                    <a:pt x="945007" y="1036701"/>
                    <a:pt x="951865" y="1039241"/>
                    <a:pt x="958723" y="1040892"/>
                  </a:cubicBezTo>
                  <a:cubicBezTo>
                    <a:pt x="963930" y="1042162"/>
                    <a:pt x="969264" y="1045083"/>
                    <a:pt x="974217" y="1044575"/>
                  </a:cubicBezTo>
                  <a:cubicBezTo>
                    <a:pt x="1024509" y="1039495"/>
                    <a:pt x="1073531" y="1049909"/>
                    <a:pt x="1122807" y="1056640"/>
                  </a:cubicBezTo>
                  <a:cubicBezTo>
                    <a:pt x="1131697" y="1057910"/>
                    <a:pt x="1140841" y="1057148"/>
                    <a:pt x="1149731" y="1057656"/>
                  </a:cubicBezTo>
                  <a:cubicBezTo>
                    <a:pt x="1188085" y="1059815"/>
                    <a:pt x="1226439" y="1062990"/>
                    <a:pt x="1264793" y="1064260"/>
                  </a:cubicBezTo>
                  <a:cubicBezTo>
                    <a:pt x="1294892" y="1065276"/>
                    <a:pt x="1325118" y="1063752"/>
                    <a:pt x="1355090" y="1064387"/>
                  </a:cubicBezTo>
                  <a:cubicBezTo>
                    <a:pt x="1386332" y="1065022"/>
                    <a:pt x="1417447" y="1067435"/>
                    <a:pt x="1448562" y="1067943"/>
                  </a:cubicBezTo>
                  <a:cubicBezTo>
                    <a:pt x="1481582" y="1068451"/>
                    <a:pt x="1514729" y="1067308"/>
                    <a:pt x="1547876" y="1067181"/>
                  </a:cubicBezTo>
                  <a:cubicBezTo>
                    <a:pt x="1567561" y="1067054"/>
                    <a:pt x="1587246" y="1066673"/>
                    <a:pt x="1607058" y="1067816"/>
                  </a:cubicBezTo>
                  <a:cubicBezTo>
                    <a:pt x="1644396" y="1070102"/>
                    <a:pt x="1681480" y="1067562"/>
                    <a:pt x="1718818" y="1064895"/>
                  </a:cubicBezTo>
                  <a:cubicBezTo>
                    <a:pt x="1769364" y="1061212"/>
                    <a:pt x="1820291" y="1063879"/>
                    <a:pt x="1870964" y="1062101"/>
                  </a:cubicBezTo>
                  <a:cubicBezTo>
                    <a:pt x="1902968" y="1060958"/>
                    <a:pt x="1934718" y="1056005"/>
                    <a:pt x="1966722" y="1053465"/>
                  </a:cubicBezTo>
                  <a:cubicBezTo>
                    <a:pt x="1992376" y="1051560"/>
                    <a:pt x="2018157" y="1050671"/>
                    <a:pt x="2043811" y="1049274"/>
                  </a:cubicBezTo>
                  <a:cubicBezTo>
                    <a:pt x="2060575" y="1048385"/>
                    <a:pt x="2077466" y="1048004"/>
                    <a:pt x="2093976" y="1046353"/>
                  </a:cubicBezTo>
                  <a:cubicBezTo>
                    <a:pt x="2145538" y="1041019"/>
                    <a:pt x="2197100" y="1035431"/>
                    <a:pt x="2248662" y="1029462"/>
                  </a:cubicBezTo>
                  <a:cubicBezTo>
                    <a:pt x="2289429" y="1024763"/>
                    <a:pt x="2330196" y="1018540"/>
                    <a:pt x="2370963" y="1014222"/>
                  </a:cubicBezTo>
                  <a:cubicBezTo>
                    <a:pt x="2423160" y="1008761"/>
                    <a:pt x="2474976" y="1001776"/>
                    <a:pt x="2526411" y="991489"/>
                  </a:cubicBezTo>
                  <a:cubicBezTo>
                    <a:pt x="2556129" y="985520"/>
                    <a:pt x="2586355" y="982472"/>
                    <a:pt x="2616073" y="976884"/>
                  </a:cubicBezTo>
                  <a:cubicBezTo>
                    <a:pt x="2656459" y="969391"/>
                    <a:pt x="2696718" y="961136"/>
                    <a:pt x="2736850" y="952373"/>
                  </a:cubicBezTo>
                  <a:cubicBezTo>
                    <a:pt x="2789809" y="940816"/>
                    <a:pt x="2842895" y="929767"/>
                    <a:pt x="2895473" y="916178"/>
                  </a:cubicBezTo>
                  <a:cubicBezTo>
                    <a:pt x="2950718" y="901954"/>
                    <a:pt x="3005709" y="885952"/>
                    <a:pt x="3060319" y="869315"/>
                  </a:cubicBezTo>
                  <a:cubicBezTo>
                    <a:pt x="3156204" y="840232"/>
                    <a:pt x="3249549" y="803529"/>
                    <a:pt x="3339592" y="760095"/>
                  </a:cubicBezTo>
                  <a:cubicBezTo>
                    <a:pt x="3416173" y="723265"/>
                    <a:pt x="3488944" y="679196"/>
                    <a:pt x="3548633" y="617093"/>
                  </a:cubicBezTo>
                  <a:cubicBezTo>
                    <a:pt x="3578224" y="586232"/>
                    <a:pt x="3600830" y="549783"/>
                    <a:pt x="3605656" y="506984"/>
                  </a:cubicBezTo>
                  <a:cubicBezTo>
                    <a:pt x="3609466" y="473202"/>
                    <a:pt x="3601846" y="439039"/>
                    <a:pt x="3583177" y="409321"/>
                  </a:cubicBezTo>
                  <a:cubicBezTo>
                    <a:pt x="3543681" y="346456"/>
                    <a:pt x="3488308" y="300228"/>
                    <a:pt x="3423793" y="265049"/>
                  </a:cubicBezTo>
                  <a:cubicBezTo>
                    <a:pt x="3377564" y="239776"/>
                    <a:pt x="3330702" y="214884"/>
                    <a:pt x="3281933" y="195580"/>
                  </a:cubicBezTo>
                  <a:cubicBezTo>
                    <a:pt x="3226307" y="173736"/>
                    <a:pt x="3168395" y="157607"/>
                    <a:pt x="3111118" y="140208"/>
                  </a:cubicBezTo>
                  <a:cubicBezTo>
                    <a:pt x="3083178" y="131699"/>
                    <a:pt x="3054603" y="125349"/>
                    <a:pt x="3026028" y="118745"/>
                  </a:cubicBezTo>
                  <a:cubicBezTo>
                    <a:pt x="2964052" y="104394"/>
                    <a:pt x="2902458" y="89535"/>
                    <a:pt x="2838830" y="83439"/>
                  </a:cubicBezTo>
                  <a:cubicBezTo>
                    <a:pt x="2784474" y="78359"/>
                    <a:pt x="2730626" y="68707"/>
                    <a:pt x="2676524" y="61976"/>
                  </a:cubicBezTo>
                  <a:cubicBezTo>
                    <a:pt x="2645409" y="58039"/>
                    <a:pt x="2614040" y="55753"/>
                    <a:pt x="2582925" y="52832"/>
                  </a:cubicBezTo>
                  <a:cubicBezTo>
                    <a:pt x="2526918" y="47752"/>
                    <a:pt x="2470912" y="41783"/>
                    <a:pt x="2414777" y="38354"/>
                  </a:cubicBezTo>
                  <a:cubicBezTo>
                    <a:pt x="2369438" y="35687"/>
                    <a:pt x="2323718" y="36449"/>
                    <a:pt x="2278252" y="35433"/>
                  </a:cubicBezTo>
                  <a:cubicBezTo>
                    <a:pt x="2211196" y="34036"/>
                    <a:pt x="2144013" y="31750"/>
                    <a:pt x="2076957" y="30861"/>
                  </a:cubicBezTo>
                  <a:cubicBezTo>
                    <a:pt x="2008250" y="29845"/>
                    <a:pt x="1939543" y="30353"/>
                    <a:pt x="1870963" y="29337"/>
                  </a:cubicBezTo>
                  <a:cubicBezTo>
                    <a:pt x="1797684" y="28321"/>
                    <a:pt x="1724278" y="26289"/>
                    <a:pt x="1650872" y="24765"/>
                  </a:cubicBezTo>
                  <a:cubicBezTo>
                    <a:pt x="1636013" y="24511"/>
                    <a:pt x="1621027" y="25019"/>
                    <a:pt x="1606168" y="24130"/>
                  </a:cubicBezTo>
                  <a:cubicBezTo>
                    <a:pt x="1598802" y="23622"/>
                    <a:pt x="1591563" y="20320"/>
                    <a:pt x="1584197" y="18415"/>
                  </a:cubicBezTo>
                  <a:cubicBezTo>
                    <a:pt x="1584324" y="16637"/>
                    <a:pt x="1584451" y="14859"/>
                    <a:pt x="1584578" y="1308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6238084" y="1471479"/>
            <a:ext cx="5801554" cy="1825752"/>
            <a:chOff x="0" y="0"/>
            <a:chExt cx="5801550" cy="1825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811647" cy="1825752"/>
            </a:xfrm>
            <a:custGeom>
              <a:avLst/>
              <a:gdLst/>
              <a:ahLst/>
              <a:cxnLst/>
              <a:rect l="l" t="t" r="r" b="b"/>
              <a:pathLst>
                <a:path w="5811647" h="1825752">
                  <a:moveTo>
                    <a:pt x="5482209" y="48514"/>
                  </a:moveTo>
                  <a:cubicBezTo>
                    <a:pt x="5500878" y="60198"/>
                    <a:pt x="5517261" y="69596"/>
                    <a:pt x="5533644" y="81280"/>
                  </a:cubicBezTo>
                  <a:cubicBezTo>
                    <a:pt x="5575681" y="116332"/>
                    <a:pt x="5620131" y="146685"/>
                    <a:pt x="5664454" y="177038"/>
                  </a:cubicBezTo>
                  <a:cubicBezTo>
                    <a:pt x="5718175" y="209804"/>
                    <a:pt x="5722874" y="258826"/>
                    <a:pt x="5720588" y="317246"/>
                  </a:cubicBezTo>
                  <a:cubicBezTo>
                    <a:pt x="5645785" y="286893"/>
                    <a:pt x="5578094" y="247142"/>
                    <a:pt x="5514975" y="200406"/>
                  </a:cubicBezTo>
                  <a:cubicBezTo>
                    <a:pt x="5484622" y="174752"/>
                    <a:pt x="5489321" y="135001"/>
                    <a:pt x="5482209" y="102235"/>
                  </a:cubicBezTo>
                  <a:cubicBezTo>
                    <a:pt x="5479923" y="83566"/>
                    <a:pt x="5479923" y="67183"/>
                    <a:pt x="5482209" y="48514"/>
                  </a:cubicBezTo>
                  <a:close/>
                  <a:moveTo>
                    <a:pt x="5503291" y="237744"/>
                  </a:moveTo>
                  <a:cubicBezTo>
                    <a:pt x="5538343" y="261112"/>
                    <a:pt x="5563997" y="279781"/>
                    <a:pt x="5589778" y="296164"/>
                  </a:cubicBezTo>
                  <a:lnTo>
                    <a:pt x="5650484" y="335915"/>
                  </a:lnTo>
                  <a:cubicBezTo>
                    <a:pt x="5727573" y="384937"/>
                    <a:pt x="5729986" y="384937"/>
                    <a:pt x="5720588" y="492506"/>
                  </a:cubicBezTo>
                  <a:lnTo>
                    <a:pt x="5533644" y="389636"/>
                  </a:lnTo>
                  <a:cubicBezTo>
                    <a:pt x="5524246" y="382651"/>
                    <a:pt x="5517261" y="375666"/>
                    <a:pt x="5514975" y="363982"/>
                  </a:cubicBezTo>
                  <a:cubicBezTo>
                    <a:pt x="5510276" y="326644"/>
                    <a:pt x="5507990" y="289179"/>
                    <a:pt x="5503291" y="237744"/>
                  </a:cubicBezTo>
                  <a:close/>
                  <a:moveTo>
                    <a:pt x="5526659" y="401320"/>
                  </a:moveTo>
                  <a:lnTo>
                    <a:pt x="5725287" y="518160"/>
                  </a:lnTo>
                  <a:cubicBezTo>
                    <a:pt x="5727573" y="569595"/>
                    <a:pt x="5729986" y="623316"/>
                    <a:pt x="5734685" y="681736"/>
                  </a:cubicBezTo>
                  <a:lnTo>
                    <a:pt x="5526659" y="597662"/>
                  </a:lnTo>
                  <a:lnTo>
                    <a:pt x="5526659" y="401320"/>
                  </a:lnTo>
                  <a:close/>
                  <a:moveTo>
                    <a:pt x="5528945" y="635000"/>
                  </a:moveTo>
                  <a:lnTo>
                    <a:pt x="5739257" y="735457"/>
                  </a:lnTo>
                  <a:lnTo>
                    <a:pt x="5739257" y="889762"/>
                  </a:lnTo>
                  <a:cubicBezTo>
                    <a:pt x="5725287" y="887476"/>
                    <a:pt x="5711190" y="882777"/>
                    <a:pt x="5697220" y="878078"/>
                  </a:cubicBezTo>
                  <a:cubicBezTo>
                    <a:pt x="5659882" y="861695"/>
                    <a:pt x="5624830" y="840740"/>
                    <a:pt x="5585079" y="826643"/>
                  </a:cubicBezTo>
                  <a:cubicBezTo>
                    <a:pt x="5545329" y="812546"/>
                    <a:pt x="5526659" y="791591"/>
                    <a:pt x="5528945" y="749554"/>
                  </a:cubicBezTo>
                  <a:cubicBezTo>
                    <a:pt x="5531231" y="714502"/>
                    <a:pt x="5528945" y="679450"/>
                    <a:pt x="5528945" y="635000"/>
                  </a:cubicBezTo>
                  <a:close/>
                  <a:moveTo>
                    <a:pt x="5533644" y="831342"/>
                  </a:moveTo>
                  <a:cubicBezTo>
                    <a:pt x="5559298" y="840740"/>
                    <a:pt x="5575681" y="847725"/>
                    <a:pt x="5592064" y="856996"/>
                  </a:cubicBezTo>
                  <a:cubicBezTo>
                    <a:pt x="5620131" y="873379"/>
                    <a:pt x="5648198" y="889762"/>
                    <a:pt x="5676138" y="901446"/>
                  </a:cubicBezTo>
                  <a:cubicBezTo>
                    <a:pt x="5736844" y="920115"/>
                    <a:pt x="5757926" y="959866"/>
                    <a:pt x="5755640" y="1018286"/>
                  </a:cubicBezTo>
                  <a:cubicBezTo>
                    <a:pt x="5755640" y="1043940"/>
                    <a:pt x="5757926" y="1069721"/>
                    <a:pt x="5760339" y="1102360"/>
                  </a:cubicBezTo>
                  <a:lnTo>
                    <a:pt x="5547741" y="983234"/>
                  </a:lnTo>
                  <a:cubicBezTo>
                    <a:pt x="5543042" y="938784"/>
                    <a:pt x="5538343" y="892048"/>
                    <a:pt x="5533771" y="831342"/>
                  </a:cubicBezTo>
                  <a:close/>
                  <a:moveTo>
                    <a:pt x="5547614" y="1025271"/>
                  </a:moveTo>
                  <a:cubicBezTo>
                    <a:pt x="5617718" y="1060323"/>
                    <a:pt x="5680837" y="1090676"/>
                    <a:pt x="5741543" y="1125728"/>
                  </a:cubicBezTo>
                  <a:cubicBezTo>
                    <a:pt x="5753227" y="1132713"/>
                    <a:pt x="5760212" y="1146810"/>
                    <a:pt x="5762625" y="1160780"/>
                  </a:cubicBezTo>
                  <a:cubicBezTo>
                    <a:pt x="5767324" y="1202817"/>
                    <a:pt x="5769610" y="1247267"/>
                    <a:pt x="5772023" y="1289304"/>
                  </a:cubicBezTo>
                  <a:lnTo>
                    <a:pt x="5760339" y="1298702"/>
                  </a:lnTo>
                  <a:lnTo>
                    <a:pt x="5547741" y="1177163"/>
                  </a:lnTo>
                  <a:lnTo>
                    <a:pt x="5547741" y="1025271"/>
                  </a:lnTo>
                  <a:close/>
                  <a:moveTo>
                    <a:pt x="5542915" y="1200531"/>
                  </a:moveTo>
                  <a:cubicBezTo>
                    <a:pt x="5613019" y="1244981"/>
                    <a:pt x="5683123" y="1284605"/>
                    <a:pt x="5750941" y="1326769"/>
                  </a:cubicBezTo>
                  <a:cubicBezTo>
                    <a:pt x="5760339" y="1331468"/>
                    <a:pt x="5767324" y="1340739"/>
                    <a:pt x="5769610" y="1352423"/>
                  </a:cubicBezTo>
                  <a:cubicBezTo>
                    <a:pt x="5769610" y="1387475"/>
                    <a:pt x="5764911" y="1422527"/>
                    <a:pt x="5762625" y="1462278"/>
                  </a:cubicBezTo>
                  <a:lnTo>
                    <a:pt x="5519548" y="1280033"/>
                  </a:lnTo>
                  <a:lnTo>
                    <a:pt x="5542916" y="1200531"/>
                  </a:lnTo>
                  <a:close/>
                  <a:moveTo>
                    <a:pt x="5225034" y="42291"/>
                  </a:moveTo>
                  <a:cubicBezTo>
                    <a:pt x="5289931" y="42291"/>
                    <a:pt x="5355717" y="43815"/>
                    <a:pt x="5423789" y="43815"/>
                  </a:cubicBezTo>
                  <a:cubicBezTo>
                    <a:pt x="5437759" y="97536"/>
                    <a:pt x="5447157" y="153670"/>
                    <a:pt x="5456555" y="214376"/>
                  </a:cubicBezTo>
                  <a:cubicBezTo>
                    <a:pt x="5472938" y="380238"/>
                    <a:pt x="5482209" y="548513"/>
                    <a:pt x="5479923" y="716788"/>
                  </a:cubicBezTo>
                  <a:cubicBezTo>
                    <a:pt x="5479923" y="805561"/>
                    <a:pt x="5491607" y="896747"/>
                    <a:pt x="5493893" y="985520"/>
                  </a:cubicBezTo>
                  <a:cubicBezTo>
                    <a:pt x="5496179" y="1053338"/>
                    <a:pt x="5493893" y="1123442"/>
                    <a:pt x="5489194" y="1191133"/>
                  </a:cubicBezTo>
                  <a:cubicBezTo>
                    <a:pt x="5484495" y="1249553"/>
                    <a:pt x="5479796" y="1251839"/>
                    <a:pt x="5421376" y="1256538"/>
                  </a:cubicBezTo>
                  <a:cubicBezTo>
                    <a:pt x="5325618" y="1261237"/>
                    <a:pt x="5229733" y="1265936"/>
                    <a:pt x="5136261" y="1275207"/>
                  </a:cubicBezTo>
                  <a:cubicBezTo>
                    <a:pt x="4947031" y="1293876"/>
                    <a:pt x="4752975" y="1312545"/>
                    <a:pt x="4563745" y="1338326"/>
                  </a:cubicBezTo>
                  <a:cubicBezTo>
                    <a:pt x="4339463" y="1366393"/>
                    <a:pt x="4110355" y="1385062"/>
                    <a:pt x="3883660" y="1389761"/>
                  </a:cubicBezTo>
                  <a:cubicBezTo>
                    <a:pt x="3441954" y="1401445"/>
                    <a:pt x="3002661" y="1417828"/>
                    <a:pt x="2560955" y="1431798"/>
                  </a:cubicBezTo>
                  <a:cubicBezTo>
                    <a:pt x="2320290" y="1438783"/>
                    <a:pt x="2079625" y="1450467"/>
                    <a:pt x="1838833" y="1455166"/>
                  </a:cubicBezTo>
                  <a:cubicBezTo>
                    <a:pt x="1420495" y="1464564"/>
                    <a:pt x="1004570" y="1471549"/>
                    <a:pt x="588645" y="1480820"/>
                  </a:cubicBezTo>
                  <a:cubicBezTo>
                    <a:pt x="425069" y="1483106"/>
                    <a:pt x="259207" y="1497203"/>
                    <a:pt x="95631" y="1504188"/>
                  </a:cubicBezTo>
                  <a:lnTo>
                    <a:pt x="67818" y="1504188"/>
                  </a:lnTo>
                  <a:cubicBezTo>
                    <a:pt x="65532" y="1497203"/>
                    <a:pt x="63119" y="1487805"/>
                    <a:pt x="63119" y="1480820"/>
                  </a:cubicBezTo>
                  <a:cubicBezTo>
                    <a:pt x="56134" y="1333627"/>
                    <a:pt x="56134" y="1186434"/>
                    <a:pt x="65405" y="1039114"/>
                  </a:cubicBezTo>
                  <a:cubicBezTo>
                    <a:pt x="79375" y="877824"/>
                    <a:pt x="86487" y="718947"/>
                    <a:pt x="95758" y="557784"/>
                  </a:cubicBezTo>
                  <a:cubicBezTo>
                    <a:pt x="100457" y="469011"/>
                    <a:pt x="102743" y="382524"/>
                    <a:pt x="105156" y="293751"/>
                  </a:cubicBezTo>
                  <a:cubicBezTo>
                    <a:pt x="107442" y="230632"/>
                    <a:pt x="109855" y="223647"/>
                    <a:pt x="175260" y="214249"/>
                  </a:cubicBezTo>
                  <a:cubicBezTo>
                    <a:pt x="303784" y="193167"/>
                    <a:pt x="434594" y="176911"/>
                    <a:pt x="563118" y="162814"/>
                  </a:cubicBezTo>
                  <a:cubicBezTo>
                    <a:pt x="747522" y="143764"/>
                    <a:pt x="932434" y="139319"/>
                    <a:pt x="1117600" y="139319"/>
                  </a:cubicBezTo>
                  <a:cubicBezTo>
                    <a:pt x="1276985" y="139319"/>
                    <a:pt x="1436624" y="142621"/>
                    <a:pt x="1596263" y="142621"/>
                  </a:cubicBezTo>
                  <a:cubicBezTo>
                    <a:pt x="1634363" y="142621"/>
                    <a:pt x="1672463" y="142494"/>
                    <a:pt x="1710563" y="141986"/>
                  </a:cubicBezTo>
                  <a:cubicBezTo>
                    <a:pt x="2159254" y="135001"/>
                    <a:pt x="2605532" y="120904"/>
                    <a:pt x="3054223" y="113919"/>
                  </a:cubicBezTo>
                  <a:cubicBezTo>
                    <a:pt x="3153537" y="112776"/>
                    <a:pt x="3252216" y="112776"/>
                    <a:pt x="3351022" y="112776"/>
                  </a:cubicBezTo>
                  <a:cubicBezTo>
                    <a:pt x="3449828" y="112776"/>
                    <a:pt x="3548507" y="112776"/>
                    <a:pt x="3647821" y="111633"/>
                  </a:cubicBezTo>
                  <a:cubicBezTo>
                    <a:pt x="3900170" y="109347"/>
                    <a:pt x="4152519" y="106934"/>
                    <a:pt x="4404995" y="95250"/>
                  </a:cubicBezTo>
                  <a:cubicBezTo>
                    <a:pt x="4629277" y="85852"/>
                    <a:pt x="4855972" y="60198"/>
                    <a:pt x="5080381" y="46228"/>
                  </a:cubicBezTo>
                  <a:cubicBezTo>
                    <a:pt x="5128387" y="43180"/>
                    <a:pt x="5176520" y="42418"/>
                    <a:pt x="5225161" y="42418"/>
                  </a:cubicBezTo>
                  <a:close/>
                  <a:moveTo>
                    <a:pt x="5439918" y="1298702"/>
                  </a:moveTo>
                  <a:cubicBezTo>
                    <a:pt x="5480939" y="1298702"/>
                    <a:pt x="5514975" y="1316863"/>
                    <a:pt x="5547614" y="1347724"/>
                  </a:cubicBezTo>
                  <a:cubicBezTo>
                    <a:pt x="5592064" y="1385062"/>
                    <a:pt x="5638800" y="1422527"/>
                    <a:pt x="5687823" y="1457579"/>
                  </a:cubicBezTo>
                  <a:lnTo>
                    <a:pt x="5722875" y="1485646"/>
                  </a:lnTo>
                  <a:cubicBezTo>
                    <a:pt x="5715890" y="1492631"/>
                    <a:pt x="5711191" y="1499616"/>
                    <a:pt x="5706492" y="1499616"/>
                  </a:cubicBezTo>
                  <a:cubicBezTo>
                    <a:pt x="5703317" y="1499489"/>
                    <a:pt x="5700142" y="1499489"/>
                    <a:pt x="5696967" y="1499489"/>
                  </a:cubicBezTo>
                  <a:cubicBezTo>
                    <a:pt x="5625974" y="1499489"/>
                    <a:pt x="5560950" y="1523746"/>
                    <a:pt x="5493894" y="1539367"/>
                  </a:cubicBezTo>
                  <a:cubicBezTo>
                    <a:pt x="5487925" y="1541526"/>
                    <a:pt x="5481575" y="1542542"/>
                    <a:pt x="5475352" y="1542542"/>
                  </a:cubicBezTo>
                  <a:cubicBezTo>
                    <a:pt x="5454905" y="1542542"/>
                    <a:pt x="5434585" y="1531493"/>
                    <a:pt x="5423790" y="1513586"/>
                  </a:cubicBezTo>
                  <a:cubicBezTo>
                    <a:pt x="5379340" y="1455166"/>
                    <a:pt x="5332604" y="1401445"/>
                    <a:pt x="5285868" y="1345311"/>
                  </a:cubicBezTo>
                  <a:cubicBezTo>
                    <a:pt x="5281169" y="1335913"/>
                    <a:pt x="5274184" y="1326642"/>
                    <a:pt x="5269485" y="1317244"/>
                  </a:cubicBezTo>
                  <a:cubicBezTo>
                    <a:pt x="5283455" y="1314958"/>
                    <a:pt x="5295139" y="1312545"/>
                    <a:pt x="5309236" y="1310259"/>
                  </a:cubicBezTo>
                  <a:cubicBezTo>
                    <a:pt x="5339589" y="1310259"/>
                    <a:pt x="5372355" y="1307973"/>
                    <a:pt x="5402708" y="1303274"/>
                  </a:cubicBezTo>
                  <a:cubicBezTo>
                    <a:pt x="5415789" y="1300099"/>
                    <a:pt x="5428108" y="1298702"/>
                    <a:pt x="5439919" y="1298702"/>
                  </a:cubicBezTo>
                  <a:close/>
                  <a:moveTo>
                    <a:pt x="5213478" y="1314958"/>
                  </a:moveTo>
                  <a:cubicBezTo>
                    <a:pt x="5225162" y="1317244"/>
                    <a:pt x="5236845" y="1321943"/>
                    <a:pt x="5246243" y="1331341"/>
                  </a:cubicBezTo>
                  <a:cubicBezTo>
                    <a:pt x="5304663" y="1401445"/>
                    <a:pt x="5363083" y="1471549"/>
                    <a:pt x="5428488" y="1551051"/>
                  </a:cubicBezTo>
                  <a:lnTo>
                    <a:pt x="5148073" y="1588389"/>
                  </a:lnTo>
                  <a:lnTo>
                    <a:pt x="4989195" y="1326642"/>
                  </a:lnTo>
                  <a:cubicBezTo>
                    <a:pt x="5068698" y="1321943"/>
                    <a:pt x="5141087" y="1317244"/>
                    <a:pt x="5213478" y="1314958"/>
                  </a:cubicBezTo>
                  <a:close/>
                  <a:moveTo>
                    <a:pt x="4961129" y="1331341"/>
                  </a:moveTo>
                  <a:lnTo>
                    <a:pt x="5117719" y="1593088"/>
                  </a:lnTo>
                  <a:lnTo>
                    <a:pt x="4809236" y="1635125"/>
                  </a:lnTo>
                  <a:lnTo>
                    <a:pt x="4657344" y="1368679"/>
                  </a:lnTo>
                  <a:lnTo>
                    <a:pt x="4961129" y="1331341"/>
                  </a:lnTo>
                  <a:close/>
                  <a:moveTo>
                    <a:pt x="4631691" y="1375791"/>
                  </a:moveTo>
                  <a:lnTo>
                    <a:pt x="4774185" y="1637538"/>
                  </a:lnTo>
                  <a:cubicBezTo>
                    <a:pt x="4718050" y="1639824"/>
                    <a:pt x="4669029" y="1644523"/>
                    <a:pt x="4620006" y="1644523"/>
                  </a:cubicBezTo>
                  <a:cubicBezTo>
                    <a:pt x="4610608" y="1642237"/>
                    <a:pt x="4601337" y="1637538"/>
                    <a:pt x="4594353" y="1628140"/>
                  </a:cubicBezTo>
                  <a:cubicBezTo>
                    <a:pt x="4549903" y="1553337"/>
                    <a:pt x="4507866" y="1478534"/>
                    <a:pt x="4461130" y="1396746"/>
                  </a:cubicBezTo>
                  <a:lnTo>
                    <a:pt x="4631691" y="1375664"/>
                  </a:lnTo>
                  <a:close/>
                  <a:moveTo>
                    <a:pt x="4437762" y="1396873"/>
                  </a:moveTo>
                  <a:lnTo>
                    <a:pt x="4561587" y="1646936"/>
                  </a:lnTo>
                  <a:lnTo>
                    <a:pt x="4360673" y="1656334"/>
                  </a:lnTo>
                  <a:lnTo>
                    <a:pt x="4234435" y="1417955"/>
                  </a:lnTo>
                  <a:lnTo>
                    <a:pt x="4437762" y="1396873"/>
                  </a:lnTo>
                  <a:close/>
                  <a:moveTo>
                    <a:pt x="4194683" y="1420241"/>
                  </a:moveTo>
                  <a:cubicBezTo>
                    <a:pt x="4227449" y="1499743"/>
                    <a:pt x="4257803" y="1574419"/>
                    <a:pt x="4292855" y="1656207"/>
                  </a:cubicBezTo>
                  <a:lnTo>
                    <a:pt x="4017010" y="1672590"/>
                  </a:lnTo>
                  <a:lnTo>
                    <a:pt x="3886200" y="1431925"/>
                  </a:lnTo>
                  <a:lnTo>
                    <a:pt x="4194683" y="1420241"/>
                  </a:lnTo>
                  <a:close/>
                  <a:moveTo>
                    <a:pt x="3785998" y="1428496"/>
                  </a:moveTo>
                  <a:cubicBezTo>
                    <a:pt x="3806191" y="1428496"/>
                    <a:pt x="3826257" y="1428750"/>
                    <a:pt x="3846450" y="1429512"/>
                  </a:cubicBezTo>
                  <a:cubicBezTo>
                    <a:pt x="3858134" y="1431798"/>
                    <a:pt x="3867532" y="1438910"/>
                    <a:pt x="3874517" y="1450594"/>
                  </a:cubicBezTo>
                  <a:cubicBezTo>
                    <a:pt x="3909569" y="1520698"/>
                    <a:pt x="3942335" y="1595501"/>
                    <a:pt x="3979673" y="1674876"/>
                  </a:cubicBezTo>
                  <a:lnTo>
                    <a:pt x="3776345" y="1688846"/>
                  </a:lnTo>
                  <a:lnTo>
                    <a:pt x="3657219" y="1429512"/>
                  </a:lnTo>
                  <a:cubicBezTo>
                    <a:pt x="3703955" y="1429512"/>
                    <a:pt x="3745485" y="1428496"/>
                    <a:pt x="3785998" y="1428496"/>
                  </a:cubicBezTo>
                  <a:close/>
                  <a:moveTo>
                    <a:pt x="3428238" y="1445895"/>
                  </a:moveTo>
                  <a:lnTo>
                    <a:pt x="3528695" y="1698244"/>
                  </a:lnTo>
                  <a:lnTo>
                    <a:pt x="3283331" y="1698244"/>
                  </a:lnTo>
                  <a:lnTo>
                    <a:pt x="3194558" y="1445895"/>
                  </a:lnTo>
                  <a:close/>
                  <a:moveTo>
                    <a:pt x="3624580" y="1434211"/>
                  </a:moveTo>
                  <a:cubicBezTo>
                    <a:pt x="3636264" y="1434211"/>
                    <a:pt x="3645662" y="1441196"/>
                    <a:pt x="3650234" y="1450594"/>
                  </a:cubicBezTo>
                  <a:cubicBezTo>
                    <a:pt x="3687572" y="1527683"/>
                    <a:pt x="3722624" y="1604772"/>
                    <a:pt x="3760089" y="1688973"/>
                  </a:cubicBezTo>
                  <a:lnTo>
                    <a:pt x="3556762" y="1698371"/>
                  </a:lnTo>
                  <a:cubicBezTo>
                    <a:pt x="3523996" y="1611884"/>
                    <a:pt x="3491357" y="1530096"/>
                    <a:pt x="3453892" y="1439037"/>
                  </a:cubicBezTo>
                  <a:cubicBezTo>
                    <a:pt x="3512312" y="1439037"/>
                    <a:pt x="3568446" y="1434338"/>
                    <a:pt x="3624453" y="1434338"/>
                  </a:cubicBezTo>
                  <a:close/>
                  <a:moveTo>
                    <a:pt x="3154934" y="1450594"/>
                  </a:moveTo>
                  <a:lnTo>
                    <a:pt x="3257804" y="1702943"/>
                  </a:lnTo>
                  <a:lnTo>
                    <a:pt x="3033522" y="1712341"/>
                  </a:lnTo>
                  <a:lnTo>
                    <a:pt x="2895600" y="1455293"/>
                  </a:lnTo>
                  <a:cubicBezTo>
                    <a:pt x="2942336" y="1453007"/>
                    <a:pt x="2986786" y="1450594"/>
                    <a:pt x="3026410" y="1450594"/>
                  </a:cubicBezTo>
                  <a:close/>
                  <a:moveTo>
                    <a:pt x="2874518" y="1457579"/>
                  </a:moveTo>
                  <a:cubicBezTo>
                    <a:pt x="2909570" y="1544066"/>
                    <a:pt x="2942336" y="1625854"/>
                    <a:pt x="2979674" y="1714627"/>
                  </a:cubicBezTo>
                  <a:cubicBezTo>
                    <a:pt x="2963291" y="1716913"/>
                    <a:pt x="2944622" y="1719326"/>
                    <a:pt x="2928239" y="1721612"/>
                  </a:cubicBezTo>
                  <a:cubicBezTo>
                    <a:pt x="2881503" y="1723898"/>
                    <a:pt x="2834767" y="1726311"/>
                    <a:pt x="2788031" y="1731010"/>
                  </a:cubicBezTo>
                  <a:cubicBezTo>
                    <a:pt x="2784475" y="1731772"/>
                    <a:pt x="2780792" y="1732153"/>
                    <a:pt x="2777236" y="1732153"/>
                  </a:cubicBezTo>
                  <a:cubicBezTo>
                    <a:pt x="2760091" y="1732153"/>
                    <a:pt x="2744343" y="1723136"/>
                    <a:pt x="2736596" y="1707642"/>
                  </a:cubicBezTo>
                  <a:cubicBezTo>
                    <a:pt x="2699258" y="1630553"/>
                    <a:pt x="2664206" y="1553464"/>
                    <a:pt x="2622042" y="1469263"/>
                  </a:cubicBezTo>
                  <a:lnTo>
                    <a:pt x="2874391" y="1457579"/>
                  </a:lnTo>
                  <a:close/>
                  <a:moveTo>
                    <a:pt x="2212594" y="1483614"/>
                  </a:moveTo>
                  <a:cubicBezTo>
                    <a:pt x="2239137" y="1483614"/>
                    <a:pt x="2265426" y="1484884"/>
                    <a:pt x="2288032" y="1487932"/>
                  </a:cubicBezTo>
                  <a:cubicBezTo>
                    <a:pt x="2313686" y="1569720"/>
                    <a:pt x="2341753" y="1656207"/>
                    <a:pt x="2369820" y="1744980"/>
                  </a:cubicBezTo>
                  <a:lnTo>
                    <a:pt x="2168652" y="1744980"/>
                  </a:lnTo>
                  <a:cubicBezTo>
                    <a:pt x="2138299" y="1663192"/>
                    <a:pt x="2105533" y="1579118"/>
                    <a:pt x="2075180" y="1497330"/>
                  </a:cubicBezTo>
                  <a:cubicBezTo>
                    <a:pt x="2100453" y="1489456"/>
                    <a:pt x="2156841" y="1483614"/>
                    <a:pt x="2212340" y="1483614"/>
                  </a:cubicBezTo>
                  <a:close/>
                  <a:moveTo>
                    <a:pt x="2501011" y="1475232"/>
                  </a:moveTo>
                  <a:cubicBezTo>
                    <a:pt x="2531364" y="1475232"/>
                    <a:pt x="2562987" y="1476248"/>
                    <a:pt x="2598801" y="1476248"/>
                  </a:cubicBezTo>
                  <a:lnTo>
                    <a:pt x="2696972" y="1735582"/>
                  </a:lnTo>
                  <a:lnTo>
                    <a:pt x="2411857" y="1747266"/>
                  </a:lnTo>
                  <a:lnTo>
                    <a:pt x="2318385" y="1487932"/>
                  </a:lnTo>
                  <a:cubicBezTo>
                    <a:pt x="2347087" y="1477899"/>
                    <a:pt x="2375662" y="1476629"/>
                    <a:pt x="2403856" y="1476629"/>
                  </a:cubicBezTo>
                  <a:cubicBezTo>
                    <a:pt x="2413127" y="1476629"/>
                    <a:pt x="2422271" y="1476756"/>
                    <a:pt x="2431415" y="1476756"/>
                  </a:cubicBezTo>
                  <a:cubicBezTo>
                    <a:pt x="2439797" y="1476756"/>
                    <a:pt x="2448052" y="1476629"/>
                    <a:pt x="2456307" y="1476248"/>
                  </a:cubicBezTo>
                  <a:cubicBezTo>
                    <a:pt x="2471166" y="1475486"/>
                    <a:pt x="2485898" y="1475232"/>
                    <a:pt x="2501011" y="1475232"/>
                  </a:cubicBezTo>
                  <a:close/>
                  <a:moveTo>
                    <a:pt x="1191768" y="1523111"/>
                  </a:moveTo>
                  <a:lnTo>
                    <a:pt x="1285240" y="1756791"/>
                  </a:lnTo>
                  <a:cubicBezTo>
                    <a:pt x="1261872" y="1757553"/>
                    <a:pt x="1238504" y="1757807"/>
                    <a:pt x="1215263" y="1757807"/>
                  </a:cubicBezTo>
                  <a:cubicBezTo>
                    <a:pt x="1168908" y="1757807"/>
                    <a:pt x="1123188" y="1756791"/>
                    <a:pt x="1079500" y="1756791"/>
                  </a:cubicBezTo>
                  <a:lnTo>
                    <a:pt x="950976" y="1523111"/>
                  </a:lnTo>
                  <a:close/>
                  <a:moveTo>
                    <a:pt x="2015363" y="1492758"/>
                  </a:moveTo>
                  <a:cubicBezTo>
                    <a:pt x="2049526" y="1492758"/>
                    <a:pt x="2050796" y="1494663"/>
                    <a:pt x="2063496" y="1532509"/>
                  </a:cubicBezTo>
                  <a:cubicBezTo>
                    <a:pt x="2086864" y="1602613"/>
                    <a:pt x="2105533" y="1670431"/>
                    <a:pt x="2128901" y="1745107"/>
                  </a:cubicBezTo>
                  <a:cubicBezTo>
                    <a:pt x="2117217" y="1749806"/>
                    <a:pt x="2103247" y="1752092"/>
                    <a:pt x="2091563" y="1754505"/>
                  </a:cubicBezTo>
                  <a:cubicBezTo>
                    <a:pt x="2035429" y="1756791"/>
                    <a:pt x="1977009" y="1756791"/>
                    <a:pt x="1918589" y="1759204"/>
                  </a:cubicBezTo>
                  <a:cubicBezTo>
                    <a:pt x="1915414" y="1759585"/>
                    <a:pt x="1912366" y="1759712"/>
                    <a:pt x="1909445" y="1759712"/>
                  </a:cubicBezTo>
                  <a:cubicBezTo>
                    <a:pt x="1892300" y="1759712"/>
                    <a:pt x="1877568" y="1753362"/>
                    <a:pt x="1869567" y="1733423"/>
                  </a:cubicBezTo>
                  <a:cubicBezTo>
                    <a:pt x="1839214" y="1656334"/>
                    <a:pt x="1808861" y="1581531"/>
                    <a:pt x="1776095" y="1497457"/>
                  </a:cubicBezTo>
                  <a:cubicBezTo>
                    <a:pt x="1818132" y="1497457"/>
                    <a:pt x="1853184" y="1495171"/>
                    <a:pt x="1890649" y="1495171"/>
                  </a:cubicBezTo>
                  <a:cubicBezTo>
                    <a:pt x="1928114" y="1495171"/>
                    <a:pt x="1965452" y="1495171"/>
                    <a:pt x="2002790" y="1492885"/>
                  </a:cubicBezTo>
                  <a:cubicBezTo>
                    <a:pt x="2007489" y="1492885"/>
                    <a:pt x="2011680" y="1492885"/>
                    <a:pt x="2015490" y="1492885"/>
                  </a:cubicBezTo>
                  <a:close/>
                  <a:moveTo>
                    <a:pt x="1745615" y="1499743"/>
                  </a:moveTo>
                  <a:cubicBezTo>
                    <a:pt x="1775968" y="1583817"/>
                    <a:pt x="1806321" y="1668018"/>
                    <a:pt x="1841373" y="1763776"/>
                  </a:cubicBezTo>
                  <a:lnTo>
                    <a:pt x="1612392" y="1763776"/>
                  </a:lnTo>
                  <a:cubicBezTo>
                    <a:pt x="1582039" y="1681988"/>
                    <a:pt x="1551686" y="1597914"/>
                    <a:pt x="1516634" y="1506728"/>
                  </a:cubicBezTo>
                  <a:cubicBezTo>
                    <a:pt x="1593723" y="1499743"/>
                    <a:pt x="1666240" y="1502029"/>
                    <a:pt x="1745615" y="1499743"/>
                  </a:cubicBezTo>
                  <a:close/>
                  <a:moveTo>
                    <a:pt x="1500251" y="1511427"/>
                  </a:moveTo>
                  <a:lnTo>
                    <a:pt x="1570355" y="1763776"/>
                  </a:lnTo>
                  <a:cubicBezTo>
                    <a:pt x="1558417" y="1765427"/>
                    <a:pt x="1546606" y="1766062"/>
                    <a:pt x="1535049" y="1766062"/>
                  </a:cubicBezTo>
                  <a:cubicBezTo>
                    <a:pt x="1507236" y="1766062"/>
                    <a:pt x="1480058" y="1762633"/>
                    <a:pt x="1453769" y="1762633"/>
                  </a:cubicBezTo>
                  <a:cubicBezTo>
                    <a:pt x="1445768" y="1762633"/>
                    <a:pt x="1437894" y="1762887"/>
                    <a:pt x="1430147" y="1763776"/>
                  </a:cubicBezTo>
                  <a:cubicBezTo>
                    <a:pt x="1423416" y="1764538"/>
                    <a:pt x="1416939" y="1764792"/>
                    <a:pt x="1410716" y="1764792"/>
                  </a:cubicBezTo>
                  <a:cubicBezTo>
                    <a:pt x="1355090" y="1764792"/>
                    <a:pt x="1322832" y="1736217"/>
                    <a:pt x="1303909" y="1677289"/>
                  </a:cubicBezTo>
                  <a:cubicBezTo>
                    <a:pt x="1282827" y="1621155"/>
                    <a:pt x="1257173" y="1567434"/>
                    <a:pt x="1229106" y="1513713"/>
                  </a:cubicBezTo>
                  <a:lnTo>
                    <a:pt x="1500124" y="1511427"/>
                  </a:lnTo>
                  <a:close/>
                  <a:moveTo>
                    <a:pt x="916051" y="1525397"/>
                  </a:moveTo>
                  <a:lnTo>
                    <a:pt x="1053973" y="1754378"/>
                  </a:lnTo>
                  <a:lnTo>
                    <a:pt x="820293" y="1766062"/>
                  </a:lnTo>
                  <a:cubicBezTo>
                    <a:pt x="775843" y="1688973"/>
                    <a:pt x="733806" y="1614170"/>
                    <a:pt x="684784" y="1527683"/>
                  </a:cubicBezTo>
                  <a:lnTo>
                    <a:pt x="684784" y="1525397"/>
                  </a:lnTo>
                  <a:close/>
                  <a:moveTo>
                    <a:pt x="623951" y="1532382"/>
                  </a:moveTo>
                  <a:cubicBezTo>
                    <a:pt x="637921" y="1534668"/>
                    <a:pt x="649605" y="1544066"/>
                    <a:pt x="656717" y="1555750"/>
                  </a:cubicBezTo>
                  <a:cubicBezTo>
                    <a:pt x="694055" y="1621155"/>
                    <a:pt x="729107" y="1688973"/>
                    <a:pt x="768858" y="1763776"/>
                  </a:cubicBezTo>
                  <a:lnTo>
                    <a:pt x="301498" y="1794129"/>
                  </a:lnTo>
                  <a:lnTo>
                    <a:pt x="81788" y="1560449"/>
                  </a:lnTo>
                  <a:cubicBezTo>
                    <a:pt x="159004" y="1554226"/>
                    <a:pt x="226949" y="1546098"/>
                    <a:pt x="293878" y="1546098"/>
                  </a:cubicBezTo>
                  <a:cubicBezTo>
                    <a:pt x="301879" y="1546098"/>
                    <a:pt x="309880" y="1546225"/>
                    <a:pt x="317881" y="1546479"/>
                  </a:cubicBezTo>
                  <a:lnTo>
                    <a:pt x="413639" y="1707769"/>
                  </a:lnTo>
                  <a:cubicBezTo>
                    <a:pt x="420624" y="1721739"/>
                    <a:pt x="427609" y="1733423"/>
                    <a:pt x="437007" y="1745107"/>
                  </a:cubicBezTo>
                  <a:cubicBezTo>
                    <a:pt x="445389" y="1755140"/>
                    <a:pt x="453644" y="1763903"/>
                    <a:pt x="464566" y="1763903"/>
                  </a:cubicBezTo>
                  <a:cubicBezTo>
                    <a:pt x="468884" y="1763903"/>
                    <a:pt x="473710" y="1762506"/>
                    <a:pt x="479044" y="1759077"/>
                  </a:cubicBezTo>
                  <a:cubicBezTo>
                    <a:pt x="497713" y="1747393"/>
                    <a:pt x="490728" y="1731010"/>
                    <a:pt x="481330" y="1714627"/>
                  </a:cubicBezTo>
                  <a:cubicBezTo>
                    <a:pt x="462661" y="1681861"/>
                    <a:pt x="443992" y="1649222"/>
                    <a:pt x="422910" y="1618869"/>
                  </a:cubicBezTo>
                  <a:cubicBezTo>
                    <a:pt x="406527" y="1595501"/>
                    <a:pt x="392557" y="1574419"/>
                    <a:pt x="369189" y="1541780"/>
                  </a:cubicBezTo>
                  <a:cubicBezTo>
                    <a:pt x="460375" y="1537081"/>
                    <a:pt x="542163" y="1534795"/>
                    <a:pt x="623951" y="1532382"/>
                  </a:cubicBezTo>
                  <a:close/>
                  <a:moveTo>
                    <a:pt x="5378577" y="0"/>
                  </a:moveTo>
                  <a:cubicBezTo>
                    <a:pt x="5368798" y="0"/>
                    <a:pt x="5358892" y="635"/>
                    <a:pt x="5348986" y="1778"/>
                  </a:cubicBezTo>
                  <a:cubicBezTo>
                    <a:pt x="5225161" y="6477"/>
                    <a:pt x="5098923" y="11176"/>
                    <a:pt x="4975098" y="18161"/>
                  </a:cubicBezTo>
                  <a:cubicBezTo>
                    <a:pt x="4940046" y="20447"/>
                    <a:pt x="4904994" y="25146"/>
                    <a:pt x="4869942" y="27559"/>
                  </a:cubicBezTo>
                  <a:cubicBezTo>
                    <a:pt x="4510024" y="41529"/>
                    <a:pt x="4150233" y="55626"/>
                    <a:pt x="3790315" y="64897"/>
                  </a:cubicBezTo>
                  <a:cubicBezTo>
                    <a:pt x="3507613" y="71882"/>
                    <a:pt x="3222498" y="71882"/>
                    <a:pt x="2939669" y="76581"/>
                  </a:cubicBezTo>
                  <a:cubicBezTo>
                    <a:pt x="2759710" y="81280"/>
                    <a:pt x="2582164" y="92964"/>
                    <a:pt x="2402205" y="95250"/>
                  </a:cubicBezTo>
                  <a:cubicBezTo>
                    <a:pt x="2044700" y="99949"/>
                    <a:pt x="1689481" y="104648"/>
                    <a:pt x="1331976" y="104648"/>
                  </a:cubicBezTo>
                  <a:cubicBezTo>
                    <a:pt x="1293876" y="104648"/>
                    <a:pt x="1255903" y="104648"/>
                    <a:pt x="1217803" y="104648"/>
                  </a:cubicBezTo>
                  <a:cubicBezTo>
                    <a:pt x="989457" y="104648"/>
                    <a:pt x="761111" y="106426"/>
                    <a:pt x="532765" y="130429"/>
                  </a:cubicBezTo>
                  <a:cubicBezTo>
                    <a:pt x="397256" y="144399"/>
                    <a:pt x="264033" y="167767"/>
                    <a:pt x="128524" y="184150"/>
                  </a:cubicBezTo>
                  <a:cubicBezTo>
                    <a:pt x="98171" y="186436"/>
                    <a:pt x="72390" y="209804"/>
                    <a:pt x="67818" y="240284"/>
                  </a:cubicBezTo>
                  <a:cubicBezTo>
                    <a:pt x="65532" y="254254"/>
                    <a:pt x="63119" y="270637"/>
                    <a:pt x="63119" y="284734"/>
                  </a:cubicBezTo>
                  <a:cubicBezTo>
                    <a:pt x="58420" y="378206"/>
                    <a:pt x="56134" y="471678"/>
                    <a:pt x="51435" y="565150"/>
                  </a:cubicBezTo>
                  <a:cubicBezTo>
                    <a:pt x="44450" y="719328"/>
                    <a:pt x="37465" y="873633"/>
                    <a:pt x="28067" y="1025525"/>
                  </a:cubicBezTo>
                  <a:cubicBezTo>
                    <a:pt x="23368" y="1060577"/>
                    <a:pt x="16383" y="1095629"/>
                    <a:pt x="6985" y="1128395"/>
                  </a:cubicBezTo>
                  <a:lnTo>
                    <a:pt x="0" y="1527683"/>
                  </a:lnTo>
                  <a:cubicBezTo>
                    <a:pt x="16383" y="1541653"/>
                    <a:pt x="32766" y="1555750"/>
                    <a:pt x="46736" y="1572133"/>
                  </a:cubicBezTo>
                  <a:cubicBezTo>
                    <a:pt x="100457" y="1637538"/>
                    <a:pt x="149606" y="1700657"/>
                    <a:pt x="200914" y="1766062"/>
                  </a:cubicBezTo>
                  <a:cubicBezTo>
                    <a:pt x="227711" y="1803146"/>
                    <a:pt x="272669" y="1825752"/>
                    <a:pt x="319786" y="1825752"/>
                  </a:cubicBezTo>
                  <a:cubicBezTo>
                    <a:pt x="326136" y="1825752"/>
                    <a:pt x="332486" y="1825371"/>
                    <a:pt x="338836" y="1824482"/>
                  </a:cubicBezTo>
                  <a:cubicBezTo>
                    <a:pt x="439293" y="1817497"/>
                    <a:pt x="539750" y="1815084"/>
                    <a:pt x="640334" y="1812798"/>
                  </a:cubicBezTo>
                  <a:cubicBezTo>
                    <a:pt x="818261" y="1809496"/>
                    <a:pt x="996188" y="1800225"/>
                    <a:pt x="1174242" y="1800225"/>
                  </a:cubicBezTo>
                  <a:cubicBezTo>
                    <a:pt x="1246378" y="1800225"/>
                    <a:pt x="1318387" y="1801749"/>
                    <a:pt x="1390523" y="1805813"/>
                  </a:cubicBezTo>
                  <a:cubicBezTo>
                    <a:pt x="1462405" y="1809242"/>
                    <a:pt x="1535430" y="1811401"/>
                    <a:pt x="1607947" y="1811401"/>
                  </a:cubicBezTo>
                  <a:cubicBezTo>
                    <a:pt x="1634490" y="1811401"/>
                    <a:pt x="1660906" y="1811147"/>
                    <a:pt x="1687195" y="1810512"/>
                  </a:cubicBezTo>
                  <a:cubicBezTo>
                    <a:pt x="1955927" y="1803527"/>
                    <a:pt x="2222373" y="1794129"/>
                    <a:pt x="2488692" y="1784858"/>
                  </a:cubicBezTo>
                  <a:cubicBezTo>
                    <a:pt x="2568194" y="1782572"/>
                    <a:pt x="2647569" y="1775460"/>
                    <a:pt x="2724658" y="1770888"/>
                  </a:cubicBezTo>
                  <a:cubicBezTo>
                    <a:pt x="2862580" y="1761490"/>
                    <a:pt x="2998089" y="1747520"/>
                    <a:pt x="3133598" y="1742821"/>
                  </a:cubicBezTo>
                  <a:cubicBezTo>
                    <a:pt x="3369564" y="1733422"/>
                    <a:pt x="3603244" y="1728850"/>
                    <a:pt x="3839337" y="1719453"/>
                  </a:cubicBezTo>
                  <a:cubicBezTo>
                    <a:pt x="3995928" y="1712468"/>
                    <a:pt x="4154805" y="1693799"/>
                    <a:pt x="4313682" y="1689100"/>
                  </a:cubicBezTo>
                  <a:cubicBezTo>
                    <a:pt x="4561332" y="1686814"/>
                    <a:pt x="4806696" y="1670431"/>
                    <a:pt x="5052187" y="1642364"/>
                  </a:cubicBezTo>
                  <a:cubicBezTo>
                    <a:pt x="5269484" y="1614297"/>
                    <a:pt x="5484495" y="1586230"/>
                    <a:pt x="5699506" y="1541907"/>
                  </a:cubicBezTo>
                  <a:cubicBezTo>
                    <a:pt x="5774309" y="1527937"/>
                    <a:pt x="5792978" y="1504569"/>
                    <a:pt x="5797677" y="1429766"/>
                  </a:cubicBezTo>
                  <a:lnTo>
                    <a:pt x="5797677" y="1392428"/>
                  </a:lnTo>
                  <a:cubicBezTo>
                    <a:pt x="5811647" y="1179830"/>
                    <a:pt x="5783707" y="967105"/>
                    <a:pt x="5772023" y="754507"/>
                  </a:cubicBezTo>
                  <a:cubicBezTo>
                    <a:pt x="5765038" y="649351"/>
                    <a:pt x="5746369" y="544195"/>
                    <a:pt x="5762625" y="436753"/>
                  </a:cubicBezTo>
                  <a:cubicBezTo>
                    <a:pt x="5764911" y="406400"/>
                    <a:pt x="5762625" y="373634"/>
                    <a:pt x="5755641" y="343281"/>
                  </a:cubicBezTo>
                  <a:cubicBezTo>
                    <a:pt x="5748656" y="310515"/>
                    <a:pt x="5746243" y="275463"/>
                    <a:pt x="5748656" y="242824"/>
                  </a:cubicBezTo>
                  <a:cubicBezTo>
                    <a:pt x="5753355" y="214757"/>
                    <a:pt x="5739258" y="184404"/>
                    <a:pt x="5713604" y="170434"/>
                  </a:cubicBezTo>
                  <a:cubicBezTo>
                    <a:pt x="5648199" y="125984"/>
                    <a:pt x="5580381" y="83947"/>
                    <a:pt x="5512689" y="39624"/>
                  </a:cubicBezTo>
                  <a:cubicBezTo>
                    <a:pt x="5471922" y="13970"/>
                    <a:pt x="5426329" y="0"/>
                    <a:pt x="537857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1890972" y="4624788"/>
            <a:ext cx="3650666" cy="1148172"/>
            <a:chOff x="0" y="0"/>
            <a:chExt cx="3650666" cy="1148169"/>
          </a:xfrm>
        </p:grpSpPr>
        <p:sp>
          <p:nvSpPr>
            <p:cNvPr id="13" name="Freeform 13"/>
            <p:cNvSpPr/>
            <p:nvPr/>
          </p:nvSpPr>
          <p:spPr>
            <a:xfrm>
              <a:off x="-13081" y="-254"/>
              <a:ext cx="3667379" cy="1149731"/>
            </a:xfrm>
            <a:custGeom>
              <a:avLst/>
              <a:gdLst/>
              <a:ahLst/>
              <a:cxnLst/>
              <a:rect l="l" t="t" r="r" b="b"/>
              <a:pathLst>
                <a:path w="3667379" h="1149731">
                  <a:moveTo>
                    <a:pt x="1584960" y="12827"/>
                  </a:moveTo>
                  <a:cubicBezTo>
                    <a:pt x="1590421" y="11684"/>
                    <a:pt x="1595882" y="9779"/>
                    <a:pt x="1601470" y="9652"/>
                  </a:cubicBezTo>
                  <a:cubicBezTo>
                    <a:pt x="1654302" y="9144"/>
                    <a:pt x="1707134" y="9398"/>
                    <a:pt x="1759966" y="8763"/>
                  </a:cubicBezTo>
                  <a:cubicBezTo>
                    <a:pt x="1783842" y="8509"/>
                    <a:pt x="1807972" y="6350"/>
                    <a:pt x="1831848" y="5842"/>
                  </a:cubicBezTo>
                  <a:cubicBezTo>
                    <a:pt x="1870202" y="5207"/>
                    <a:pt x="1908556" y="5334"/>
                    <a:pt x="1946910" y="4953"/>
                  </a:cubicBezTo>
                  <a:cubicBezTo>
                    <a:pt x="1954911" y="4826"/>
                    <a:pt x="1962912" y="4318"/>
                    <a:pt x="1970913" y="4318"/>
                  </a:cubicBezTo>
                  <a:cubicBezTo>
                    <a:pt x="2015490" y="4064"/>
                    <a:pt x="2060067" y="4191"/>
                    <a:pt x="2104644" y="3429"/>
                  </a:cubicBezTo>
                  <a:cubicBezTo>
                    <a:pt x="2138045" y="2794"/>
                    <a:pt x="2171446" y="254"/>
                    <a:pt x="2204847" y="127"/>
                  </a:cubicBezTo>
                  <a:cubicBezTo>
                    <a:pt x="2232279" y="0"/>
                    <a:pt x="2259838" y="2667"/>
                    <a:pt x="2287397" y="3429"/>
                  </a:cubicBezTo>
                  <a:cubicBezTo>
                    <a:pt x="2316988" y="4191"/>
                    <a:pt x="2346452" y="3302"/>
                    <a:pt x="2375916" y="4572"/>
                  </a:cubicBezTo>
                  <a:cubicBezTo>
                    <a:pt x="2445639" y="7493"/>
                    <a:pt x="2515489" y="10414"/>
                    <a:pt x="2585212" y="15113"/>
                  </a:cubicBezTo>
                  <a:cubicBezTo>
                    <a:pt x="2652141" y="19558"/>
                    <a:pt x="2719324" y="22987"/>
                    <a:pt x="2785618" y="32766"/>
                  </a:cubicBezTo>
                  <a:cubicBezTo>
                    <a:pt x="2866009" y="44577"/>
                    <a:pt x="2947289" y="52324"/>
                    <a:pt x="3026283" y="73787"/>
                  </a:cubicBezTo>
                  <a:cubicBezTo>
                    <a:pt x="3079750" y="88265"/>
                    <a:pt x="3134741" y="97155"/>
                    <a:pt x="3187700" y="113411"/>
                  </a:cubicBezTo>
                  <a:cubicBezTo>
                    <a:pt x="3243961" y="130683"/>
                    <a:pt x="3298825" y="152654"/>
                    <a:pt x="3353562" y="174371"/>
                  </a:cubicBezTo>
                  <a:cubicBezTo>
                    <a:pt x="3384169" y="186563"/>
                    <a:pt x="3414649" y="200152"/>
                    <a:pt x="3442843" y="216789"/>
                  </a:cubicBezTo>
                  <a:cubicBezTo>
                    <a:pt x="3483483" y="240919"/>
                    <a:pt x="3522853" y="266700"/>
                    <a:pt x="3558413" y="298831"/>
                  </a:cubicBezTo>
                  <a:cubicBezTo>
                    <a:pt x="3592957" y="330073"/>
                    <a:pt x="3620389" y="365633"/>
                    <a:pt x="3641217" y="406781"/>
                  </a:cubicBezTo>
                  <a:cubicBezTo>
                    <a:pt x="3657346" y="438404"/>
                    <a:pt x="3667379" y="471678"/>
                    <a:pt x="3662680" y="507619"/>
                  </a:cubicBezTo>
                  <a:cubicBezTo>
                    <a:pt x="3658108" y="542163"/>
                    <a:pt x="3648456" y="574548"/>
                    <a:pt x="3627882" y="604266"/>
                  </a:cubicBezTo>
                  <a:cubicBezTo>
                    <a:pt x="3587496" y="662305"/>
                    <a:pt x="3535426" y="706501"/>
                    <a:pt x="3478403" y="747395"/>
                  </a:cubicBezTo>
                  <a:cubicBezTo>
                    <a:pt x="3407791" y="797941"/>
                    <a:pt x="3330321" y="834390"/>
                    <a:pt x="3251327" y="868172"/>
                  </a:cubicBezTo>
                  <a:cubicBezTo>
                    <a:pt x="3206369" y="887476"/>
                    <a:pt x="3159506" y="902335"/>
                    <a:pt x="3113151" y="918210"/>
                  </a:cubicBezTo>
                  <a:cubicBezTo>
                    <a:pt x="3066796" y="934085"/>
                    <a:pt x="3020441" y="949833"/>
                    <a:pt x="2973324" y="963422"/>
                  </a:cubicBezTo>
                  <a:cubicBezTo>
                    <a:pt x="2933954" y="974852"/>
                    <a:pt x="2893568" y="982853"/>
                    <a:pt x="2853690" y="992759"/>
                  </a:cubicBezTo>
                  <a:cubicBezTo>
                    <a:pt x="2842514" y="995553"/>
                    <a:pt x="2831719" y="1000125"/>
                    <a:pt x="2820416" y="1002792"/>
                  </a:cubicBezTo>
                  <a:cubicBezTo>
                    <a:pt x="2775585" y="1013333"/>
                    <a:pt x="2730754" y="1024636"/>
                    <a:pt x="2685542" y="1033272"/>
                  </a:cubicBezTo>
                  <a:cubicBezTo>
                    <a:pt x="2630297" y="1043813"/>
                    <a:pt x="2574671" y="1051687"/>
                    <a:pt x="2519299" y="1061212"/>
                  </a:cubicBezTo>
                  <a:cubicBezTo>
                    <a:pt x="2496439" y="1065149"/>
                    <a:pt x="2473960" y="1071118"/>
                    <a:pt x="2450973" y="1074547"/>
                  </a:cubicBezTo>
                  <a:cubicBezTo>
                    <a:pt x="2421255" y="1078865"/>
                    <a:pt x="2391029" y="1080516"/>
                    <a:pt x="2361311" y="1084707"/>
                  </a:cubicBezTo>
                  <a:cubicBezTo>
                    <a:pt x="2328545" y="1089406"/>
                    <a:pt x="2296160" y="1096899"/>
                    <a:pt x="2263394" y="1101090"/>
                  </a:cubicBezTo>
                  <a:cubicBezTo>
                    <a:pt x="2228977" y="1105408"/>
                    <a:pt x="2194179" y="1107059"/>
                    <a:pt x="2159635" y="1110361"/>
                  </a:cubicBezTo>
                  <a:cubicBezTo>
                    <a:pt x="2148205" y="1111377"/>
                    <a:pt x="2137029" y="1114679"/>
                    <a:pt x="2125472" y="1115695"/>
                  </a:cubicBezTo>
                  <a:cubicBezTo>
                    <a:pt x="2058670" y="1121410"/>
                    <a:pt x="1991868" y="1127379"/>
                    <a:pt x="1925066" y="1131951"/>
                  </a:cubicBezTo>
                  <a:cubicBezTo>
                    <a:pt x="1865249" y="1136142"/>
                    <a:pt x="1805305" y="1138682"/>
                    <a:pt x="1745615" y="1141730"/>
                  </a:cubicBezTo>
                  <a:cubicBezTo>
                    <a:pt x="1707388" y="1143635"/>
                    <a:pt x="1669288" y="1146048"/>
                    <a:pt x="1631061" y="1146683"/>
                  </a:cubicBezTo>
                  <a:cubicBezTo>
                    <a:pt x="1565783" y="1147699"/>
                    <a:pt x="1500505" y="1149731"/>
                    <a:pt x="1435354" y="1147191"/>
                  </a:cubicBezTo>
                  <a:cubicBezTo>
                    <a:pt x="1396492" y="1145667"/>
                    <a:pt x="1357757" y="1146810"/>
                    <a:pt x="1319022" y="1145794"/>
                  </a:cubicBezTo>
                  <a:cubicBezTo>
                    <a:pt x="1292352" y="1145032"/>
                    <a:pt x="1265809" y="1141603"/>
                    <a:pt x="1239012" y="1139952"/>
                  </a:cubicBezTo>
                  <a:cubicBezTo>
                    <a:pt x="1220724" y="1138682"/>
                    <a:pt x="1202182" y="1138428"/>
                    <a:pt x="1183767" y="1137920"/>
                  </a:cubicBezTo>
                  <a:cubicBezTo>
                    <a:pt x="1173099" y="1137666"/>
                    <a:pt x="1162304" y="1139444"/>
                    <a:pt x="1151890" y="1137793"/>
                  </a:cubicBezTo>
                  <a:cubicBezTo>
                    <a:pt x="1110869" y="1131189"/>
                    <a:pt x="1069340" y="1134745"/>
                    <a:pt x="1028319" y="1129665"/>
                  </a:cubicBezTo>
                  <a:cubicBezTo>
                    <a:pt x="986663" y="1124585"/>
                    <a:pt x="945007" y="1120394"/>
                    <a:pt x="903224" y="1115822"/>
                  </a:cubicBezTo>
                  <a:cubicBezTo>
                    <a:pt x="878586" y="1113155"/>
                    <a:pt x="853694" y="1110996"/>
                    <a:pt x="829056" y="1107186"/>
                  </a:cubicBezTo>
                  <a:cubicBezTo>
                    <a:pt x="784225" y="1100201"/>
                    <a:pt x="739902" y="1089787"/>
                    <a:pt x="694944" y="1085088"/>
                  </a:cubicBezTo>
                  <a:cubicBezTo>
                    <a:pt x="656336" y="1081024"/>
                    <a:pt x="619760" y="1069721"/>
                    <a:pt x="582549" y="1060958"/>
                  </a:cubicBezTo>
                  <a:cubicBezTo>
                    <a:pt x="535178" y="1049909"/>
                    <a:pt x="487426" y="1039749"/>
                    <a:pt x="440436" y="1027049"/>
                  </a:cubicBezTo>
                  <a:cubicBezTo>
                    <a:pt x="412496" y="1019556"/>
                    <a:pt x="385572" y="1007745"/>
                    <a:pt x="358140" y="998093"/>
                  </a:cubicBezTo>
                  <a:cubicBezTo>
                    <a:pt x="351409" y="995807"/>
                    <a:pt x="344424" y="994029"/>
                    <a:pt x="337566" y="992251"/>
                  </a:cubicBezTo>
                  <a:cubicBezTo>
                    <a:pt x="329819" y="990219"/>
                    <a:pt x="321437" y="989584"/>
                    <a:pt x="314452" y="986282"/>
                  </a:cubicBezTo>
                  <a:cubicBezTo>
                    <a:pt x="279781" y="970153"/>
                    <a:pt x="244983" y="954278"/>
                    <a:pt x="211201" y="936244"/>
                  </a:cubicBezTo>
                  <a:cubicBezTo>
                    <a:pt x="177800" y="918464"/>
                    <a:pt x="145796" y="898652"/>
                    <a:pt x="117729" y="871855"/>
                  </a:cubicBezTo>
                  <a:cubicBezTo>
                    <a:pt x="98425" y="853440"/>
                    <a:pt x="77343" y="836930"/>
                    <a:pt x="60579" y="815848"/>
                  </a:cubicBezTo>
                  <a:cubicBezTo>
                    <a:pt x="6858" y="748411"/>
                    <a:pt x="0" y="673608"/>
                    <a:pt x="33655" y="596900"/>
                  </a:cubicBezTo>
                  <a:cubicBezTo>
                    <a:pt x="45593" y="569595"/>
                    <a:pt x="60325" y="540893"/>
                    <a:pt x="86233" y="520573"/>
                  </a:cubicBezTo>
                  <a:cubicBezTo>
                    <a:pt x="99949" y="509905"/>
                    <a:pt x="108585" y="493141"/>
                    <a:pt x="121158" y="480822"/>
                  </a:cubicBezTo>
                  <a:cubicBezTo>
                    <a:pt x="166116" y="437007"/>
                    <a:pt x="216027" y="399669"/>
                    <a:pt x="272542" y="371729"/>
                  </a:cubicBezTo>
                  <a:cubicBezTo>
                    <a:pt x="277368" y="369443"/>
                    <a:pt x="281940" y="366395"/>
                    <a:pt x="286639" y="363855"/>
                  </a:cubicBezTo>
                  <a:cubicBezTo>
                    <a:pt x="318897" y="345440"/>
                    <a:pt x="350647" y="326136"/>
                    <a:pt x="383540" y="308864"/>
                  </a:cubicBezTo>
                  <a:cubicBezTo>
                    <a:pt x="402971" y="298577"/>
                    <a:pt x="423799" y="290576"/>
                    <a:pt x="444373" y="282448"/>
                  </a:cubicBezTo>
                  <a:cubicBezTo>
                    <a:pt x="483235" y="266954"/>
                    <a:pt x="521970" y="251079"/>
                    <a:pt x="561467" y="237236"/>
                  </a:cubicBezTo>
                  <a:cubicBezTo>
                    <a:pt x="604393" y="221996"/>
                    <a:pt x="647954" y="208534"/>
                    <a:pt x="691515" y="195072"/>
                  </a:cubicBezTo>
                  <a:cubicBezTo>
                    <a:pt x="719328" y="186436"/>
                    <a:pt x="747522" y="178562"/>
                    <a:pt x="775843" y="171450"/>
                  </a:cubicBezTo>
                  <a:cubicBezTo>
                    <a:pt x="787908" y="168402"/>
                    <a:pt x="800862" y="169037"/>
                    <a:pt x="812927" y="166116"/>
                  </a:cubicBezTo>
                  <a:cubicBezTo>
                    <a:pt x="847725" y="157988"/>
                    <a:pt x="882015" y="147828"/>
                    <a:pt x="916940" y="140589"/>
                  </a:cubicBezTo>
                  <a:cubicBezTo>
                    <a:pt x="958977" y="131826"/>
                    <a:pt x="1001395" y="125222"/>
                    <a:pt x="1043559" y="117856"/>
                  </a:cubicBezTo>
                  <a:cubicBezTo>
                    <a:pt x="1065530" y="114046"/>
                    <a:pt x="1087628" y="110490"/>
                    <a:pt x="1109726" y="107315"/>
                  </a:cubicBezTo>
                  <a:cubicBezTo>
                    <a:pt x="1164463" y="99568"/>
                    <a:pt x="1219200" y="91313"/>
                    <a:pt x="1274191" y="85090"/>
                  </a:cubicBezTo>
                  <a:cubicBezTo>
                    <a:pt x="1336421" y="78105"/>
                    <a:pt x="1398778" y="72263"/>
                    <a:pt x="1461135" y="67310"/>
                  </a:cubicBezTo>
                  <a:cubicBezTo>
                    <a:pt x="1516126" y="62992"/>
                    <a:pt x="1571371" y="60452"/>
                    <a:pt x="1626489" y="57404"/>
                  </a:cubicBezTo>
                  <a:cubicBezTo>
                    <a:pt x="1632331" y="57150"/>
                    <a:pt x="1638300" y="58039"/>
                    <a:pt x="1645158" y="63119"/>
                  </a:cubicBezTo>
                  <a:cubicBezTo>
                    <a:pt x="1632966" y="66802"/>
                    <a:pt x="1621155" y="71628"/>
                    <a:pt x="1608709" y="73787"/>
                  </a:cubicBezTo>
                  <a:cubicBezTo>
                    <a:pt x="1514475" y="90805"/>
                    <a:pt x="1419987" y="106807"/>
                    <a:pt x="1325753" y="124206"/>
                  </a:cubicBezTo>
                  <a:cubicBezTo>
                    <a:pt x="1276477" y="133223"/>
                    <a:pt x="1227836" y="144780"/>
                    <a:pt x="1178687" y="154432"/>
                  </a:cubicBezTo>
                  <a:cubicBezTo>
                    <a:pt x="1156081" y="159004"/>
                    <a:pt x="1133094" y="161798"/>
                    <a:pt x="1110234" y="165862"/>
                  </a:cubicBezTo>
                  <a:cubicBezTo>
                    <a:pt x="1103249" y="167132"/>
                    <a:pt x="1096518" y="169799"/>
                    <a:pt x="1089660" y="171196"/>
                  </a:cubicBezTo>
                  <a:cubicBezTo>
                    <a:pt x="1073150" y="174752"/>
                    <a:pt x="1056513" y="177546"/>
                    <a:pt x="1040003" y="181356"/>
                  </a:cubicBezTo>
                  <a:cubicBezTo>
                    <a:pt x="1025271" y="184785"/>
                    <a:pt x="1010793" y="189230"/>
                    <a:pt x="996188" y="192786"/>
                  </a:cubicBezTo>
                  <a:cubicBezTo>
                    <a:pt x="957961" y="202184"/>
                    <a:pt x="919099" y="209296"/>
                    <a:pt x="881761" y="221107"/>
                  </a:cubicBezTo>
                  <a:cubicBezTo>
                    <a:pt x="853567" y="230124"/>
                    <a:pt x="823468" y="233426"/>
                    <a:pt x="796671" y="243332"/>
                  </a:cubicBezTo>
                  <a:cubicBezTo>
                    <a:pt x="751459" y="259969"/>
                    <a:pt x="704723" y="270637"/>
                    <a:pt x="659511" y="286004"/>
                  </a:cubicBezTo>
                  <a:cubicBezTo>
                    <a:pt x="632587" y="295021"/>
                    <a:pt x="606425" y="306324"/>
                    <a:pt x="579755" y="316103"/>
                  </a:cubicBezTo>
                  <a:cubicBezTo>
                    <a:pt x="543179" y="329565"/>
                    <a:pt x="506095" y="341376"/>
                    <a:pt x="470154" y="356235"/>
                  </a:cubicBezTo>
                  <a:cubicBezTo>
                    <a:pt x="448945" y="364998"/>
                    <a:pt x="430149" y="379349"/>
                    <a:pt x="409194" y="389128"/>
                  </a:cubicBezTo>
                  <a:cubicBezTo>
                    <a:pt x="367538" y="408559"/>
                    <a:pt x="325628" y="427101"/>
                    <a:pt x="286893" y="452120"/>
                  </a:cubicBezTo>
                  <a:cubicBezTo>
                    <a:pt x="268224" y="464185"/>
                    <a:pt x="251333" y="478917"/>
                    <a:pt x="232918" y="491363"/>
                  </a:cubicBezTo>
                  <a:cubicBezTo>
                    <a:pt x="193040" y="518287"/>
                    <a:pt x="163957" y="556387"/>
                    <a:pt x="130175" y="589661"/>
                  </a:cubicBezTo>
                  <a:cubicBezTo>
                    <a:pt x="118872" y="600837"/>
                    <a:pt x="112903" y="618744"/>
                    <a:pt x="107696" y="634619"/>
                  </a:cubicBezTo>
                  <a:cubicBezTo>
                    <a:pt x="84709" y="704215"/>
                    <a:pt x="106299" y="762635"/>
                    <a:pt x="165735" y="805307"/>
                  </a:cubicBezTo>
                  <a:cubicBezTo>
                    <a:pt x="181483" y="816610"/>
                    <a:pt x="193040" y="832612"/>
                    <a:pt x="212090" y="840613"/>
                  </a:cubicBezTo>
                  <a:cubicBezTo>
                    <a:pt x="238125" y="851535"/>
                    <a:pt x="262509" y="866013"/>
                    <a:pt x="287528" y="879221"/>
                  </a:cubicBezTo>
                  <a:cubicBezTo>
                    <a:pt x="296799" y="884174"/>
                    <a:pt x="305054" y="891413"/>
                    <a:pt x="314706" y="895096"/>
                  </a:cubicBezTo>
                  <a:cubicBezTo>
                    <a:pt x="345313" y="906526"/>
                    <a:pt x="376428" y="916813"/>
                    <a:pt x="407416" y="927100"/>
                  </a:cubicBezTo>
                  <a:cubicBezTo>
                    <a:pt x="451231" y="941705"/>
                    <a:pt x="495173" y="956437"/>
                    <a:pt x="539369" y="969772"/>
                  </a:cubicBezTo>
                  <a:cubicBezTo>
                    <a:pt x="562991" y="976884"/>
                    <a:pt x="587248" y="981583"/>
                    <a:pt x="611505" y="986155"/>
                  </a:cubicBezTo>
                  <a:cubicBezTo>
                    <a:pt x="644017" y="992251"/>
                    <a:pt x="676783" y="997331"/>
                    <a:pt x="709422" y="1002665"/>
                  </a:cubicBezTo>
                  <a:cubicBezTo>
                    <a:pt x="751459" y="1009523"/>
                    <a:pt x="793750" y="1015365"/>
                    <a:pt x="835660" y="1023493"/>
                  </a:cubicBezTo>
                  <a:cubicBezTo>
                    <a:pt x="869569" y="1029970"/>
                    <a:pt x="903732" y="1033526"/>
                    <a:pt x="938022" y="1036193"/>
                  </a:cubicBezTo>
                  <a:cubicBezTo>
                    <a:pt x="945007" y="1036701"/>
                    <a:pt x="951865" y="1039241"/>
                    <a:pt x="958723" y="1040892"/>
                  </a:cubicBezTo>
                  <a:cubicBezTo>
                    <a:pt x="963930" y="1042162"/>
                    <a:pt x="969264" y="1045083"/>
                    <a:pt x="974217" y="1044575"/>
                  </a:cubicBezTo>
                  <a:cubicBezTo>
                    <a:pt x="1024509" y="1039495"/>
                    <a:pt x="1073531" y="1049909"/>
                    <a:pt x="1122807" y="1056640"/>
                  </a:cubicBezTo>
                  <a:cubicBezTo>
                    <a:pt x="1131697" y="1057910"/>
                    <a:pt x="1140841" y="1057148"/>
                    <a:pt x="1149731" y="1057656"/>
                  </a:cubicBezTo>
                  <a:cubicBezTo>
                    <a:pt x="1188085" y="1059815"/>
                    <a:pt x="1226439" y="1062990"/>
                    <a:pt x="1264793" y="1064260"/>
                  </a:cubicBezTo>
                  <a:cubicBezTo>
                    <a:pt x="1294892" y="1065276"/>
                    <a:pt x="1325118" y="1063752"/>
                    <a:pt x="1355090" y="1064387"/>
                  </a:cubicBezTo>
                  <a:cubicBezTo>
                    <a:pt x="1386332" y="1065022"/>
                    <a:pt x="1417447" y="1067435"/>
                    <a:pt x="1448562" y="1067943"/>
                  </a:cubicBezTo>
                  <a:cubicBezTo>
                    <a:pt x="1481582" y="1068451"/>
                    <a:pt x="1514729" y="1067308"/>
                    <a:pt x="1547876" y="1067181"/>
                  </a:cubicBezTo>
                  <a:cubicBezTo>
                    <a:pt x="1567561" y="1067054"/>
                    <a:pt x="1587246" y="1066673"/>
                    <a:pt x="1607058" y="1067816"/>
                  </a:cubicBezTo>
                  <a:cubicBezTo>
                    <a:pt x="1644396" y="1070102"/>
                    <a:pt x="1681480" y="1067562"/>
                    <a:pt x="1718818" y="1064895"/>
                  </a:cubicBezTo>
                  <a:cubicBezTo>
                    <a:pt x="1769364" y="1061212"/>
                    <a:pt x="1820291" y="1063879"/>
                    <a:pt x="1870964" y="1062101"/>
                  </a:cubicBezTo>
                  <a:cubicBezTo>
                    <a:pt x="1902968" y="1060958"/>
                    <a:pt x="1934718" y="1056005"/>
                    <a:pt x="1966722" y="1053465"/>
                  </a:cubicBezTo>
                  <a:cubicBezTo>
                    <a:pt x="1992376" y="1051560"/>
                    <a:pt x="2018157" y="1050671"/>
                    <a:pt x="2043811" y="1049274"/>
                  </a:cubicBezTo>
                  <a:cubicBezTo>
                    <a:pt x="2060575" y="1048385"/>
                    <a:pt x="2077466" y="1048004"/>
                    <a:pt x="2093976" y="1046353"/>
                  </a:cubicBezTo>
                  <a:cubicBezTo>
                    <a:pt x="2145538" y="1041019"/>
                    <a:pt x="2197100" y="1035431"/>
                    <a:pt x="2248662" y="1029462"/>
                  </a:cubicBezTo>
                  <a:cubicBezTo>
                    <a:pt x="2289429" y="1024763"/>
                    <a:pt x="2330196" y="1018540"/>
                    <a:pt x="2370963" y="1014222"/>
                  </a:cubicBezTo>
                  <a:cubicBezTo>
                    <a:pt x="2423160" y="1008761"/>
                    <a:pt x="2474976" y="1001776"/>
                    <a:pt x="2526411" y="991489"/>
                  </a:cubicBezTo>
                  <a:cubicBezTo>
                    <a:pt x="2556129" y="985520"/>
                    <a:pt x="2586355" y="982472"/>
                    <a:pt x="2616073" y="976884"/>
                  </a:cubicBezTo>
                  <a:cubicBezTo>
                    <a:pt x="2656459" y="969391"/>
                    <a:pt x="2696718" y="961136"/>
                    <a:pt x="2736850" y="952373"/>
                  </a:cubicBezTo>
                  <a:cubicBezTo>
                    <a:pt x="2789809" y="940816"/>
                    <a:pt x="2842895" y="929767"/>
                    <a:pt x="2895473" y="916178"/>
                  </a:cubicBezTo>
                  <a:cubicBezTo>
                    <a:pt x="2950718" y="901954"/>
                    <a:pt x="3005709" y="885952"/>
                    <a:pt x="3060319" y="869315"/>
                  </a:cubicBezTo>
                  <a:cubicBezTo>
                    <a:pt x="3156204" y="840232"/>
                    <a:pt x="3249549" y="803529"/>
                    <a:pt x="3339592" y="760095"/>
                  </a:cubicBezTo>
                  <a:cubicBezTo>
                    <a:pt x="3416173" y="723265"/>
                    <a:pt x="3488944" y="679196"/>
                    <a:pt x="3548633" y="617093"/>
                  </a:cubicBezTo>
                  <a:cubicBezTo>
                    <a:pt x="3578224" y="586232"/>
                    <a:pt x="3600830" y="549783"/>
                    <a:pt x="3605656" y="506984"/>
                  </a:cubicBezTo>
                  <a:cubicBezTo>
                    <a:pt x="3609466" y="473202"/>
                    <a:pt x="3601846" y="439039"/>
                    <a:pt x="3583177" y="409321"/>
                  </a:cubicBezTo>
                  <a:cubicBezTo>
                    <a:pt x="3543681" y="346456"/>
                    <a:pt x="3488308" y="300228"/>
                    <a:pt x="3423793" y="265049"/>
                  </a:cubicBezTo>
                  <a:cubicBezTo>
                    <a:pt x="3377564" y="239776"/>
                    <a:pt x="3330702" y="214884"/>
                    <a:pt x="3281933" y="195580"/>
                  </a:cubicBezTo>
                  <a:cubicBezTo>
                    <a:pt x="3226307" y="173736"/>
                    <a:pt x="3168395" y="157607"/>
                    <a:pt x="3111118" y="140208"/>
                  </a:cubicBezTo>
                  <a:cubicBezTo>
                    <a:pt x="3083178" y="131699"/>
                    <a:pt x="3054603" y="125349"/>
                    <a:pt x="3026028" y="118745"/>
                  </a:cubicBezTo>
                  <a:cubicBezTo>
                    <a:pt x="2964052" y="104394"/>
                    <a:pt x="2902458" y="89535"/>
                    <a:pt x="2838830" y="83439"/>
                  </a:cubicBezTo>
                  <a:cubicBezTo>
                    <a:pt x="2784474" y="78359"/>
                    <a:pt x="2730626" y="68707"/>
                    <a:pt x="2676524" y="61976"/>
                  </a:cubicBezTo>
                  <a:cubicBezTo>
                    <a:pt x="2645409" y="58039"/>
                    <a:pt x="2614040" y="55753"/>
                    <a:pt x="2582925" y="52832"/>
                  </a:cubicBezTo>
                  <a:cubicBezTo>
                    <a:pt x="2526918" y="47752"/>
                    <a:pt x="2470912" y="41783"/>
                    <a:pt x="2414777" y="38354"/>
                  </a:cubicBezTo>
                  <a:cubicBezTo>
                    <a:pt x="2369438" y="35687"/>
                    <a:pt x="2323718" y="36449"/>
                    <a:pt x="2278252" y="35433"/>
                  </a:cubicBezTo>
                  <a:cubicBezTo>
                    <a:pt x="2211196" y="34036"/>
                    <a:pt x="2144013" y="31750"/>
                    <a:pt x="2076957" y="30861"/>
                  </a:cubicBezTo>
                  <a:cubicBezTo>
                    <a:pt x="2008250" y="29845"/>
                    <a:pt x="1939543" y="30353"/>
                    <a:pt x="1870963" y="29337"/>
                  </a:cubicBezTo>
                  <a:cubicBezTo>
                    <a:pt x="1797684" y="28321"/>
                    <a:pt x="1724278" y="26289"/>
                    <a:pt x="1650872" y="24765"/>
                  </a:cubicBezTo>
                  <a:cubicBezTo>
                    <a:pt x="1636013" y="24511"/>
                    <a:pt x="1621027" y="25019"/>
                    <a:pt x="1606168" y="24130"/>
                  </a:cubicBezTo>
                  <a:cubicBezTo>
                    <a:pt x="1598802" y="23622"/>
                    <a:pt x="1591563" y="20320"/>
                    <a:pt x="1584197" y="18415"/>
                  </a:cubicBezTo>
                  <a:cubicBezTo>
                    <a:pt x="1584324" y="16637"/>
                    <a:pt x="1584451" y="14859"/>
                    <a:pt x="1584578" y="1308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3408019" y="612162"/>
            <a:ext cx="3206601" cy="2184559"/>
            <a:chOff x="0" y="0"/>
            <a:chExt cx="3206598" cy="2184552"/>
          </a:xfrm>
        </p:grpSpPr>
        <p:sp>
          <p:nvSpPr>
            <p:cNvPr id="15" name="Freeform 15"/>
            <p:cNvSpPr/>
            <p:nvPr/>
          </p:nvSpPr>
          <p:spPr>
            <a:xfrm>
              <a:off x="-2667" y="-254"/>
              <a:ext cx="3215005" cy="2184781"/>
            </a:xfrm>
            <a:custGeom>
              <a:avLst/>
              <a:gdLst/>
              <a:ahLst/>
              <a:cxnLst/>
              <a:rect l="l" t="t" r="r" b="b"/>
              <a:pathLst>
                <a:path w="3215005" h="2184781">
                  <a:moveTo>
                    <a:pt x="2931414" y="275971"/>
                  </a:moveTo>
                  <a:cubicBezTo>
                    <a:pt x="3008503" y="343535"/>
                    <a:pt x="3082163" y="414401"/>
                    <a:pt x="3139567" y="498983"/>
                  </a:cubicBezTo>
                  <a:cubicBezTo>
                    <a:pt x="3106293" y="512445"/>
                    <a:pt x="3073019" y="525907"/>
                    <a:pt x="3039745" y="539115"/>
                  </a:cubicBezTo>
                  <a:cubicBezTo>
                    <a:pt x="3029077" y="506857"/>
                    <a:pt x="3018536" y="474980"/>
                    <a:pt x="3014218" y="440690"/>
                  </a:cubicBezTo>
                  <a:cubicBezTo>
                    <a:pt x="3012186" y="424688"/>
                    <a:pt x="2999105" y="416941"/>
                    <a:pt x="2986405" y="416941"/>
                  </a:cubicBezTo>
                  <a:cubicBezTo>
                    <a:pt x="2972816" y="416941"/>
                    <a:pt x="2959862" y="425958"/>
                    <a:pt x="2962021" y="443230"/>
                  </a:cubicBezTo>
                  <a:cubicBezTo>
                    <a:pt x="2966974" y="482600"/>
                    <a:pt x="2977007" y="521335"/>
                    <a:pt x="2990977" y="558546"/>
                  </a:cubicBezTo>
                  <a:cubicBezTo>
                    <a:pt x="2984119" y="561213"/>
                    <a:pt x="2977261" y="564007"/>
                    <a:pt x="2970530" y="566674"/>
                  </a:cubicBezTo>
                  <a:cubicBezTo>
                    <a:pt x="2953766" y="469900"/>
                    <a:pt x="2935605" y="374015"/>
                    <a:pt x="2931414" y="275844"/>
                  </a:cubicBezTo>
                  <a:close/>
                  <a:moveTo>
                    <a:pt x="2699766" y="52578"/>
                  </a:moveTo>
                  <a:cubicBezTo>
                    <a:pt x="2698115" y="60960"/>
                    <a:pt x="2700020" y="70104"/>
                    <a:pt x="2707767" y="77851"/>
                  </a:cubicBezTo>
                  <a:cubicBezTo>
                    <a:pt x="2762250" y="131826"/>
                    <a:pt x="2821686" y="181864"/>
                    <a:pt x="2880868" y="232283"/>
                  </a:cubicBezTo>
                  <a:cubicBezTo>
                    <a:pt x="2879598" y="235331"/>
                    <a:pt x="2878836" y="238887"/>
                    <a:pt x="2878836" y="242697"/>
                  </a:cubicBezTo>
                  <a:cubicBezTo>
                    <a:pt x="2879598" y="358521"/>
                    <a:pt x="2900045" y="472313"/>
                    <a:pt x="2923794" y="585343"/>
                  </a:cubicBezTo>
                  <a:cubicBezTo>
                    <a:pt x="2914523" y="589026"/>
                    <a:pt x="2905125" y="592836"/>
                    <a:pt x="2895854" y="596519"/>
                  </a:cubicBezTo>
                  <a:cubicBezTo>
                    <a:pt x="2895727" y="594614"/>
                    <a:pt x="2895473" y="592582"/>
                    <a:pt x="2894838" y="590423"/>
                  </a:cubicBezTo>
                  <a:cubicBezTo>
                    <a:pt x="2855214" y="447294"/>
                    <a:pt x="2807843" y="307086"/>
                    <a:pt x="2779141" y="161163"/>
                  </a:cubicBezTo>
                  <a:cubicBezTo>
                    <a:pt x="2776601" y="148463"/>
                    <a:pt x="2767711" y="143002"/>
                    <a:pt x="2758186" y="143002"/>
                  </a:cubicBezTo>
                  <a:cubicBezTo>
                    <a:pt x="2742819" y="143002"/>
                    <a:pt x="2725420" y="156972"/>
                    <a:pt x="2729357" y="177038"/>
                  </a:cubicBezTo>
                  <a:cubicBezTo>
                    <a:pt x="2757805" y="322326"/>
                    <a:pt x="2799969" y="465582"/>
                    <a:pt x="2847594" y="605536"/>
                  </a:cubicBezTo>
                  <a:cubicBezTo>
                    <a:pt x="2848737" y="608838"/>
                    <a:pt x="2850388" y="611505"/>
                    <a:pt x="2852166" y="613791"/>
                  </a:cubicBezTo>
                  <a:cubicBezTo>
                    <a:pt x="2703576" y="672465"/>
                    <a:pt x="2554605" y="730631"/>
                    <a:pt x="2406269" y="790067"/>
                  </a:cubicBezTo>
                  <a:cubicBezTo>
                    <a:pt x="2312162" y="632333"/>
                    <a:pt x="2235454" y="464947"/>
                    <a:pt x="2199894" y="283718"/>
                  </a:cubicBezTo>
                  <a:cubicBezTo>
                    <a:pt x="2197354" y="271018"/>
                    <a:pt x="2188591" y="265557"/>
                    <a:pt x="2179066" y="265557"/>
                  </a:cubicBezTo>
                  <a:cubicBezTo>
                    <a:pt x="2163699" y="265557"/>
                    <a:pt x="2146427" y="279527"/>
                    <a:pt x="2150237" y="299466"/>
                  </a:cubicBezTo>
                  <a:cubicBezTo>
                    <a:pt x="2184654" y="479171"/>
                    <a:pt x="2258822" y="655447"/>
                    <a:pt x="2358644" y="809117"/>
                  </a:cubicBezTo>
                  <a:cubicBezTo>
                    <a:pt x="2263140" y="847725"/>
                    <a:pt x="2167763" y="886841"/>
                    <a:pt x="2073148" y="927227"/>
                  </a:cubicBezTo>
                  <a:cubicBezTo>
                    <a:pt x="1958721" y="783717"/>
                    <a:pt x="1934972" y="592963"/>
                    <a:pt x="1829181" y="444373"/>
                  </a:cubicBezTo>
                  <a:cubicBezTo>
                    <a:pt x="1827149" y="441579"/>
                    <a:pt x="1824863" y="439547"/>
                    <a:pt x="1822450" y="437896"/>
                  </a:cubicBezTo>
                  <a:cubicBezTo>
                    <a:pt x="1977644" y="355219"/>
                    <a:pt x="2135251" y="277622"/>
                    <a:pt x="2295779" y="204470"/>
                  </a:cubicBezTo>
                  <a:cubicBezTo>
                    <a:pt x="2297430" y="203708"/>
                    <a:pt x="2299081" y="202946"/>
                    <a:pt x="2300732" y="202184"/>
                  </a:cubicBezTo>
                  <a:lnTo>
                    <a:pt x="2300732" y="202184"/>
                  </a:lnTo>
                  <a:cubicBezTo>
                    <a:pt x="2299335" y="205740"/>
                    <a:pt x="2298700" y="209931"/>
                    <a:pt x="2299589" y="214757"/>
                  </a:cubicBezTo>
                  <a:cubicBezTo>
                    <a:pt x="2329434" y="393573"/>
                    <a:pt x="2392299" y="565023"/>
                    <a:pt x="2457958" y="733425"/>
                  </a:cubicBezTo>
                  <a:cubicBezTo>
                    <a:pt x="2462403" y="744728"/>
                    <a:pt x="2471801" y="749554"/>
                    <a:pt x="2481326" y="749554"/>
                  </a:cubicBezTo>
                  <a:cubicBezTo>
                    <a:pt x="2496439" y="749554"/>
                    <a:pt x="2511425" y="736981"/>
                    <a:pt x="2504948" y="718312"/>
                  </a:cubicBezTo>
                  <a:cubicBezTo>
                    <a:pt x="2447417" y="551434"/>
                    <a:pt x="2380615" y="387096"/>
                    <a:pt x="2351278" y="212090"/>
                  </a:cubicBezTo>
                  <a:cubicBezTo>
                    <a:pt x="2348992" y="198755"/>
                    <a:pt x="2339086" y="191389"/>
                    <a:pt x="2328545" y="189484"/>
                  </a:cubicBezTo>
                  <a:cubicBezTo>
                    <a:pt x="2415540" y="150241"/>
                    <a:pt x="2503297" y="112268"/>
                    <a:pt x="2593467" y="80645"/>
                  </a:cubicBezTo>
                  <a:cubicBezTo>
                    <a:pt x="2625090" y="69596"/>
                    <a:pt x="2658110" y="58166"/>
                    <a:pt x="2691384" y="53213"/>
                  </a:cubicBezTo>
                  <a:cubicBezTo>
                    <a:pt x="2694178" y="52832"/>
                    <a:pt x="2697099" y="52451"/>
                    <a:pt x="2699893" y="52324"/>
                  </a:cubicBezTo>
                  <a:close/>
                  <a:moveTo>
                    <a:pt x="1780667" y="460248"/>
                  </a:moveTo>
                  <a:cubicBezTo>
                    <a:pt x="1780921" y="464312"/>
                    <a:pt x="1782445" y="468630"/>
                    <a:pt x="1785620" y="472948"/>
                  </a:cubicBezTo>
                  <a:cubicBezTo>
                    <a:pt x="1893443" y="616585"/>
                    <a:pt x="1911985" y="807339"/>
                    <a:pt x="2025396" y="947801"/>
                  </a:cubicBezTo>
                  <a:cubicBezTo>
                    <a:pt x="1971421" y="971169"/>
                    <a:pt x="1917573" y="994791"/>
                    <a:pt x="1863979" y="1019048"/>
                  </a:cubicBezTo>
                  <a:cubicBezTo>
                    <a:pt x="1864995" y="1013841"/>
                    <a:pt x="1864487" y="1007999"/>
                    <a:pt x="1861439" y="1002284"/>
                  </a:cubicBezTo>
                  <a:cubicBezTo>
                    <a:pt x="1787144" y="858012"/>
                    <a:pt x="1792605" y="671703"/>
                    <a:pt x="1684147" y="544830"/>
                  </a:cubicBezTo>
                  <a:cubicBezTo>
                    <a:pt x="1677543" y="537210"/>
                    <a:pt x="1669923" y="534035"/>
                    <a:pt x="1662811" y="534035"/>
                  </a:cubicBezTo>
                  <a:cubicBezTo>
                    <a:pt x="1643380" y="534035"/>
                    <a:pt x="1627378" y="557657"/>
                    <a:pt x="1645285" y="578358"/>
                  </a:cubicBezTo>
                  <a:cubicBezTo>
                    <a:pt x="1697101" y="638302"/>
                    <a:pt x="1717294" y="722630"/>
                    <a:pt x="1737995" y="797052"/>
                  </a:cubicBezTo>
                  <a:cubicBezTo>
                    <a:pt x="1759839" y="875919"/>
                    <a:pt x="1778508" y="957707"/>
                    <a:pt x="1819910" y="1029208"/>
                  </a:cubicBezTo>
                  <a:cubicBezTo>
                    <a:pt x="1821688" y="1032256"/>
                    <a:pt x="1823720" y="1034415"/>
                    <a:pt x="1825879" y="1036320"/>
                  </a:cubicBezTo>
                  <a:cubicBezTo>
                    <a:pt x="1787144" y="1054100"/>
                    <a:pt x="1748409" y="1072007"/>
                    <a:pt x="1709928" y="1090422"/>
                  </a:cubicBezTo>
                  <a:cubicBezTo>
                    <a:pt x="1658747" y="925576"/>
                    <a:pt x="1617853" y="755015"/>
                    <a:pt x="1539113" y="600583"/>
                  </a:cubicBezTo>
                  <a:cubicBezTo>
                    <a:pt x="1538478" y="599186"/>
                    <a:pt x="1537589" y="598170"/>
                    <a:pt x="1536827" y="597027"/>
                  </a:cubicBezTo>
                  <a:cubicBezTo>
                    <a:pt x="1560957" y="582930"/>
                    <a:pt x="1585214" y="568960"/>
                    <a:pt x="1609344" y="555117"/>
                  </a:cubicBezTo>
                  <a:cubicBezTo>
                    <a:pt x="1666113" y="522732"/>
                    <a:pt x="1723009" y="491236"/>
                    <a:pt x="1780413" y="460248"/>
                  </a:cubicBezTo>
                  <a:close/>
                  <a:moveTo>
                    <a:pt x="527685" y="1121029"/>
                  </a:moveTo>
                  <a:cubicBezTo>
                    <a:pt x="532511" y="1134618"/>
                    <a:pt x="537083" y="1148207"/>
                    <a:pt x="541274" y="1161923"/>
                  </a:cubicBezTo>
                  <a:cubicBezTo>
                    <a:pt x="536575" y="1148334"/>
                    <a:pt x="532130" y="1134745"/>
                    <a:pt x="527685" y="1121029"/>
                  </a:cubicBezTo>
                  <a:close/>
                  <a:moveTo>
                    <a:pt x="463804" y="921766"/>
                  </a:moveTo>
                  <a:cubicBezTo>
                    <a:pt x="467741" y="943864"/>
                    <a:pt x="473329" y="965454"/>
                    <a:pt x="479933" y="987044"/>
                  </a:cubicBezTo>
                  <a:cubicBezTo>
                    <a:pt x="477774" y="986282"/>
                    <a:pt x="475361" y="986028"/>
                    <a:pt x="473075" y="986028"/>
                  </a:cubicBezTo>
                  <a:cubicBezTo>
                    <a:pt x="458470" y="986028"/>
                    <a:pt x="442595" y="998982"/>
                    <a:pt x="447167" y="1017651"/>
                  </a:cubicBezTo>
                  <a:cubicBezTo>
                    <a:pt x="533400" y="1372489"/>
                    <a:pt x="720217" y="1695958"/>
                    <a:pt x="891413" y="2016506"/>
                  </a:cubicBezTo>
                  <a:cubicBezTo>
                    <a:pt x="863600" y="2014982"/>
                    <a:pt x="835660" y="2014220"/>
                    <a:pt x="807720" y="2014220"/>
                  </a:cubicBezTo>
                  <a:cubicBezTo>
                    <a:pt x="791083" y="2014220"/>
                    <a:pt x="774573" y="2014474"/>
                    <a:pt x="757936" y="2014982"/>
                  </a:cubicBezTo>
                  <a:cubicBezTo>
                    <a:pt x="619887" y="1701927"/>
                    <a:pt x="455676" y="1386713"/>
                    <a:pt x="393827" y="1047242"/>
                  </a:cubicBezTo>
                  <a:cubicBezTo>
                    <a:pt x="391668" y="1035304"/>
                    <a:pt x="383413" y="1030097"/>
                    <a:pt x="374269" y="1030097"/>
                  </a:cubicBezTo>
                  <a:cubicBezTo>
                    <a:pt x="401193" y="992251"/>
                    <a:pt x="430784" y="956056"/>
                    <a:pt x="463804" y="921766"/>
                  </a:cubicBezTo>
                  <a:close/>
                  <a:moveTo>
                    <a:pt x="347853" y="1068832"/>
                  </a:moveTo>
                  <a:cubicBezTo>
                    <a:pt x="412242" y="1400683"/>
                    <a:pt x="562102" y="1712976"/>
                    <a:pt x="705358" y="2017268"/>
                  </a:cubicBezTo>
                  <a:cubicBezTo>
                    <a:pt x="673862" y="2019173"/>
                    <a:pt x="642366" y="2021840"/>
                    <a:pt x="610870" y="2025142"/>
                  </a:cubicBezTo>
                  <a:cubicBezTo>
                    <a:pt x="546735" y="1882267"/>
                    <a:pt x="493014" y="1735328"/>
                    <a:pt x="439928" y="1588008"/>
                  </a:cubicBezTo>
                  <a:cubicBezTo>
                    <a:pt x="413639" y="1514856"/>
                    <a:pt x="386715" y="1442466"/>
                    <a:pt x="356235" y="1370965"/>
                  </a:cubicBezTo>
                  <a:cubicBezTo>
                    <a:pt x="328930" y="1306830"/>
                    <a:pt x="302006" y="1241806"/>
                    <a:pt x="288417" y="1173226"/>
                  </a:cubicBezTo>
                  <a:cubicBezTo>
                    <a:pt x="306324" y="1137412"/>
                    <a:pt x="326136" y="1102614"/>
                    <a:pt x="347853" y="1068832"/>
                  </a:cubicBezTo>
                  <a:close/>
                  <a:moveTo>
                    <a:pt x="1493647" y="622427"/>
                  </a:moveTo>
                  <a:cubicBezTo>
                    <a:pt x="1494155" y="624586"/>
                    <a:pt x="1494917" y="626745"/>
                    <a:pt x="1495933" y="628904"/>
                  </a:cubicBezTo>
                  <a:cubicBezTo>
                    <a:pt x="1573911" y="782066"/>
                    <a:pt x="1606169" y="951865"/>
                    <a:pt x="1664589" y="1112393"/>
                  </a:cubicBezTo>
                  <a:cubicBezTo>
                    <a:pt x="1642237" y="1123315"/>
                    <a:pt x="1619758" y="1134110"/>
                    <a:pt x="1597533" y="1145159"/>
                  </a:cubicBezTo>
                  <a:cubicBezTo>
                    <a:pt x="1597279" y="1144143"/>
                    <a:pt x="1597152" y="1143000"/>
                    <a:pt x="1596771" y="1141984"/>
                  </a:cubicBezTo>
                  <a:cubicBezTo>
                    <a:pt x="1547368" y="992378"/>
                    <a:pt x="1464818" y="856361"/>
                    <a:pt x="1414018" y="707136"/>
                  </a:cubicBezTo>
                  <a:cubicBezTo>
                    <a:pt x="1409954" y="695198"/>
                    <a:pt x="1400302" y="689991"/>
                    <a:pt x="1390523" y="689991"/>
                  </a:cubicBezTo>
                  <a:cubicBezTo>
                    <a:pt x="1374648" y="689991"/>
                    <a:pt x="1358519" y="703326"/>
                    <a:pt x="1365123" y="722757"/>
                  </a:cubicBezTo>
                  <a:cubicBezTo>
                    <a:pt x="1415796" y="871982"/>
                    <a:pt x="1494663" y="1009523"/>
                    <a:pt x="1550035" y="1156843"/>
                  </a:cubicBezTo>
                  <a:cubicBezTo>
                    <a:pt x="1551432" y="1160653"/>
                    <a:pt x="1553464" y="1163701"/>
                    <a:pt x="1555877" y="1166114"/>
                  </a:cubicBezTo>
                  <a:cubicBezTo>
                    <a:pt x="1401064" y="1244600"/>
                    <a:pt x="1249172" y="1329055"/>
                    <a:pt x="1101598" y="1422146"/>
                  </a:cubicBezTo>
                  <a:cubicBezTo>
                    <a:pt x="1103122" y="1416431"/>
                    <a:pt x="1102487" y="1409827"/>
                    <a:pt x="1098169" y="1403223"/>
                  </a:cubicBezTo>
                  <a:cubicBezTo>
                    <a:pt x="1028446" y="1295273"/>
                    <a:pt x="985012" y="1175893"/>
                    <a:pt x="950976" y="1052576"/>
                  </a:cubicBezTo>
                  <a:cubicBezTo>
                    <a:pt x="947674" y="1040638"/>
                    <a:pt x="938657" y="1035558"/>
                    <a:pt x="929386" y="1035558"/>
                  </a:cubicBezTo>
                  <a:cubicBezTo>
                    <a:pt x="914400" y="1035558"/>
                    <a:pt x="898398" y="1048639"/>
                    <a:pt x="903605" y="1067689"/>
                  </a:cubicBezTo>
                  <a:cubicBezTo>
                    <a:pt x="938276" y="1194181"/>
                    <a:pt x="981456" y="1321689"/>
                    <a:pt x="1057148" y="1430020"/>
                  </a:cubicBezTo>
                  <a:cubicBezTo>
                    <a:pt x="1061466" y="1436243"/>
                    <a:pt x="1067181" y="1439418"/>
                    <a:pt x="1073023" y="1440307"/>
                  </a:cubicBezTo>
                  <a:cubicBezTo>
                    <a:pt x="1023366" y="1472184"/>
                    <a:pt x="974090" y="1504950"/>
                    <a:pt x="925449" y="1538859"/>
                  </a:cubicBezTo>
                  <a:cubicBezTo>
                    <a:pt x="920369" y="1542415"/>
                    <a:pt x="916305" y="1547749"/>
                    <a:pt x="914146" y="1553718"/>
                  </a:cubicBezTo>
                  <a:cubicBezTo>
                    <a:pt x="857377" y="1434084"/>
                    <a:pt x="807974" y="1311656"/>
                    <a:pt x="783717" y="1180592"/>
                  </a:cubicBezTo>
                  <a:cubicBezTo>
                    <a:pt x="781431" y="1168527"/>
                    <a:pt x="773176" y="1163447"/>
                    <a:pt x="764159" y="1163447"/>
                  </a:cubicBezTo>
                  <a:cubicBezTo>
                    <a:pt x="749681" y="1163447"/>
                    <a:pt x="733171" y="1176655"/>
                    <a:pt x="736727" y="1195578"/>
                  </a:cubicBezTo>
                  <a:cubicBezTo>
                    <a:pt x="785368" y="1459484"/>
                    <a:pt x="931799" y="1692402"/>
                    <a:pt x="1046099" y="1931162"/>
                  </a:cubicBezTo>
                  <a:cubicBezTo>
                    <a:pt x="1049655" y="1938528"/>
                    <a:pt x="1056005" y="1941830"/>
                    <a:pt x="1062863" y="1942211"/>
                  </a:cubicBezTo>
                  <a:cubicBezTo>
                    <a:pt x="1076833" y="1977009"/>
                    <a:pt x="1090676" y="2011807"/>
                    <a:pt x="1104646" y="2046478"/>
                  </a:cubicBezTo>
                  <a:cubicBezTo>
                    <a:pt x="1053846" y="2034286"/>
                    <a:pt x="1002538" y="2026031"/>
                    <a:pt x="951103" y="2020697"/>
                  </a:cubicBezTo>
                  <a:cubicBezTo>
                    <a:pt x="835406" y="1782064"/>
                    <a:pt x="699135" y="1552448"/>
                    <a:pt x="597281" y="1308227"/>
                  </a:cubicBezTo>
                  <a:cubicBezTo>
                    <a:pt x="602488" y="1307084"/>
                    <a:pt x="607314" y="1304417"/>
                    <a:pt x="611251" y="1300099"/>
                  </a:cubicBezTo>
                  <a:cubicBezTo>
                    <a:pt x="739394" y="1160145"/>
                    <a:pt x="882777" y="1035939"/>
                    <a:pt x="1034923" y="922782"/>
                  </a:cubicBezTo>
                  <a:cubicBezTo>
                    <a:pt x="1084834" y="1053846"/>
                    <a:pt x="1133856" y="1185926"/>
                    <a:pt x="1193292" y="1312926"/>
                  </a:cubicBezTo>
                  <a:cubicBezTo>
                    <a:pt x="1198372" y="1323721"/>
                    <a:pt x="1208278" y="1328420"/>
                    <a:pt x="1217930" y="1328420"/>
                  </a:cubicBezTo>
                  <a:cubicBezTo>
                    <a:pt x="1233424" y="1328420"/>
                    <a:pt x="1248029" y="1316355"/>
                    <a:pt x="1240536" y="1297813"/>
                  </a:cubicBezTo>
                  <a:cubicBezTo>
                    <a:pt x="1185291" y="1162685"/>
                    <a:pt x="1130046" y="1027811"/>
                    <a:pt x="1077214" y="891794"/>
                  </a:cubicBezTo>
                  <a:cubicBezTo>
                    <a:pt x="1102106" y="873760"/>
                    <a:pt x="1127252" y="856107"/>
                    <a:pt x="1152525" y="838708"/>
                  </a:cubicBezTo>
                  <a:cubicBezTo>
                    <a:pt x="1150366" y="843661"/>
                    <a:pt x="1150112" y="849630"/>
                    <a:pt x="1153160" y="856488"/>
                  </a:cubicBezTo>
                  <a:cubicBezTo>
                    <a:pt x="1208278" y="978916"/>
                    <a:pt x="1246759" y="1107313"/>
                    <a:pt x="1288034" y="1234821"/>
                  </a:cubicBezTo>
                  <a:cubicBezTo>
                    <a:pt x="1291844" y="1246505"/>
                    <a:pt x="1300861" y="1251458"/>
                    <a:pt x="1310132" y="1251458"/>
                  </a:cubicBezTo>
                  <a:cubicBezTo>
                    <a:pt x="1324991" y="1251458"/>
                    <a:pt x="1340358" y="1238631"/>
                    <a:pt x="1334897" y="1219835"/>
                  </a:cubicBezTo>
                  <a:cubicBezTo>
                    <a:pt x="1298194" y="1091057"/>
                    <a:pt x="1257300" y="963041"/>
                    <a:pt x="1202436" y="840613"/>
                  </a:cubicBezTo>
                  <a:cubicBezTo>
                    <a:pt x="1197356" y="829183"/>
                    <a:pt x="1187069" y="824357"/>
                    <a:pt x="1177036" y="824357"/>
                  </a:cubicBezTo>
                  <a:cubicBezTo>
                    <a:pt x="1175639" y="824357"/>
                    <a:pt x="1174242" y="824484"/>
                    <a:pt x="1172845" y="824611"/>
                  </a:cubicBezTo>
                  <a:cubicBezTo>
                    <a:pt x="1277366" y="753364"/>
                    <a:pt x="1384808" y="686308"/>
                    <a:pt x="1493520" y="622173"/>
                  </a:cubicBezTo>
                  <a:close/>
                  <a:moveTo>
                    <a:pt x="254889" y="1245743"/>
                  </a:moveTo>
                  <a:cubicBezTo>
                    <a:pt x="266700" y="1285494"/>
                    <a:pt x="281432" y="1324356"/>
                    <a:pt x="297434" y="1363091"/>
                  </a:cubicBezTo>
                  <a:cubicBezTo>
                    <a:pt x="328676" y="1438529"/>
                    <a:pt x="358394" y="1513840"/>
                    <a:pt x="385953" y="1590675"/>
                  </a:cubicBezTo>
                  <a:cubicBezTo>
                    <a:pt x="439166" y="1739138"/>
                    <a:pt x="491109" y="1888617"/>
                    <a:pt x="558800" y="2031238"/>
                  </a:cubicBezTo>
                  <a:cubicBezTo>
                    <a:pt x="514858" y="2036826"/>
                    <a:pt x="471043" y="2043430"/>
                    <a:pt x="427228" y="2050923"/>
                  </a:cubicBezTo>
                  <a:cubicBezTo>
                    <a:pt x="432435" y="2045335"/>
                    <a:pt x="435229" y="2037334"/>
                    <a:pt x="432689" y="2027682"/>
                  </a:cubicBezTo>
                  <a:cubicBezTo>
                    <a:pt x="372491" y="1801114"/>
                    <a:pt x="274701" y="1586611"/>
                    <a:pt x="211582" y="1360805"/>
                  </a:cubicBezTo>
                  <a:cubicBezTo>
                    <a:pt x="224536" y="1321689"/>
                    <a:pt x="238887" y="1283335"/>
                    <a:pt x="254889" y="1245743"/>
                  </a:cubicBezTo>
                  <a:close/>
                  <a:moveTo>
                    <a:pt x="184531" y="1450086"/>
                  </a:moveTo>
                  <a:cubicBezTo>
                    <a:pt x="244729" y="1649730"/>
                    <a:pt x="323596" y="1843659"/>
                    <a:pt x="385699" y="2042668"/>
                  </a:cubicBezTo>
                  <a:cubicBezTo>
                    <a:pt x="387731" y="2049272"/>
                    <a:pt x="391541" y="2053717"/>
                    <a:pt x="396113" y="2056257"/>
                  </a:cubicBezTo>
                  <a:cubicBezTo>
                    <a:pt x="376682" y="2059686"/>
                    <a:pt x="357251" y="2063242"/>
                    <a:pt x="337947" y="2066925"/>
                  </a:cubicBezTo>
                  <a:cubicBezTo>
                    <a:pt x="337947" y="2066798"/>
                    <a:pt x="337947" y="2066671"/>
                    <a:pt x="337947" y="2066671"/>
                  </a:cubicBezTo>
                  <a:cubicBezTo>
                    <a:pt x="285242" y="1902079"/>
                    <a:pt x="208661" y="1746377"/>
                    <a:pt x="152019" y="1583309"/>
                  </a:cubicBezTo>
                  <a:cubicBezTo>
                    <a:pt x="161671" y="1538478"/>
                    <a:pt x="172466" y="1493901"/>
                    <a:pt x="184531" y="1450086"/>
                  </a:cubicBezTo>
                  <a:close/>
                  <a:moveTo>
                    <a:pt x="132334" y="1681988"/>
                  </a:moveTo>
                  <a:cubicBezTo>
                    <a:pt x="181610" y="1814576"/>
                    <a:pt x="239395" y="1944243"/>
                    <a:pt x="289052" y="2076450"/>
                  </a:cubicBezTo>
                  <a:cubicBezTo>
                    <a:pt x="261112" y="2082038"/>
                    <a:pt x="233299" y="2087626"/>
                    <a:pt x="205613" y="2093341"/>
                  </a:cubicBezTo>
                  <a:cubicBezTo>
                    <a:pt x="205867" y="2090293"/>
                    <a:pt x="205486" y="2086864"/>
                    <a:pt x="204343" y="2083308"/>
                  </a:cubicBezTo>
                  <a:cubicBezTo>
                    <a:pt x="173482" y="1986026"/>
                    <a:pt x="165354" y="1879727"/>
                    <a:pt x="113792" y="1790065"/>
                  </a:cubicBezTo>
                  <a:cubicBezTo>
                    <a:pt x="119634" y="1753997"/>
                    <a:pt x="125730" y="1717929"/>
                    <a:pt x="132334" y="1681861"/>
                  </a:cubicBezTo>
                  <a:close/>
                  <a:moveTo>
                    <a:pt x="99568" y="1882648"/>
                  </a:moveTo>
                  <a:cubicBezTo>
                    <a:pt x="122174" y="1953387"/>
                    <a:pt x="129286" y="2029079"/>
                    <a:pt x="157226" y="2098294"/>
                  </a:cubicBezTo>
                  <a:cubicBezTo>
                    <a:pt x="157861" y="2099945"/>
                    <a:pt x="158750" y="2101469"/>
                    <a:pt x="159512" y="2102866"/>
                  </a:cubicBezTo>
                  <a:cubicBezTo>
                    <a:pt x="127508" y="2109597"/>
                    <a:pt x="95631" y="2116201"/>
                    <a:pt x="63881" y="2122678"/>
                  </a:cubicBezTo>
                  <a:cubicBezTo>
                    <a:pt x="76200" y="2044446"/>
                    <a:pt x="87376" y="1963928"/>
                    <a:pt x="99568" y="1882648"/>
                  </a:cubicBezTo>
                  <a:close/>
                  <a:moveTo>
                    <a:pt x="2702560" y="254"/>
                  </a:moveTo>
                  <a:cubicBezTo>
                    <a:pt x="2684272" y="254"/>
                    <a:pt x="2665222" y="4953"/>
                    <a:pt x="2648966" y="8763"/>
                  </a:cubicBezTo>
                  <a:cubicBezTo>
                    <a:pt x="2548001" y="32766"/>
                    <a:pt x="2450719" y="77851"/>
                    <a:pt x="2356104" y="119253"/>
                  </a:cubicBezTo>
                  <a:cubicBezTo>
                    <a:pt x="2139950" y="213868"/>
                    <a:pt x="1927606" y="317627"/>
                    <a:pt x="1720850" y="431165"/>
                  </a:cubicBezTo>
                  <a:cubicBezTo>
                    <a:pt x="1487170" y="559562"/>
                    <a:pt x="1253744" y="695960"/>
                    <a:pt x="1036828" y="853440"/>
                  </a:cubicBezTo>
                  <a:cubicBezTo>
                    <a:pt x="1030097" y="855218"/>
                    <a:pt x="1024128" y="859282"/>
                    <a:pt x="1020953" y="864997"/>
                  </a:cubicBezTo>
                  <a:cubicBezTo>
                    <a:pt x="875157" y="972058"/>
                    <a:pt x="736854" y="1088898"/>
                    <a:pt x="611505" y="1219708"/>
                  </a:cubicBezTo>
                  <a:cubicBezTo>
                    <a:pt x="588899" y="1097534"/>
                    <a:pt x="515620" y="987171"/>
                    <a:pt x="513080" y="860933"/>
                  </a:cubicBezTo>
                  <a:cubicBezTo>
                    <a:pt x="512699" y="844042"/>
                    <a:pt x="500126" y="835660"/>
                    <a:pt x="486537" y="835660"/>
                  </a:cubicBezTo>
                  <a:cubicBezTo>
                    <a:pt x="478790" y="835660"/>
                    <a:pt x="470789" y="838454"/>
                    <a:pt x="464693" y="844042"/>
                  </a:cubicBezTo>
                  <a:cubicBezTo>
                    <a:pt x="374015" y="926592"/>
                    <a:pt x="304546" y="1022223"/>
                    <a:pt x="250063" y="1126236"/>
                  </a:cubicBezTo>
                  <a:cubicBezTo>
                    <a:pt x="239649" y="1128649"/>
                    <a:pt x="231521" y="1137031"/>
                    <a:pt x="233553" y="1150874"/>
                  </a:cubicBezTo>
                  <a:cubicBezTo>
                    <a:pt x="233807" y="1152906"/>
                    <a:pt x="234315" y="1154938"/>
                    <a:pt x="234569" y="1156970"/>
                  </a:cubicBezTo>
                  <a:cubicBezTo>
                    <a:pt x="207899" y="1211453"/>
                    <a:pt x="185039" y="1268095"/>
                    <a:pt x="165227" y="1326261"/>
                  </a:cubicBezTo>
                  <a:cubicBezTo>
                    <a:pt x="158242" y="1331976"/>
                    <a:pt x="154051" y="1340866"/>
                    <a:pt x="156718" y="1351915"/>
                  </a:cubicBezTo>
                  <a:cubicBezTo>
                    <a:pt x="142875" y="1394714"/>
                    <a:pt x="130556" y="1438275"/>
                    <a:pt x="119507" y="1482217"/>
                  </a:cubicBezTo>
                  <a:cubicBezTo>
                    <a:pt x="115189" y="1473835"/>
                    <a:pt x="107442" y="1470152"/>
                    <a:pt x="99314" y="1470152"/>
                  </a:cubicBezTo>
                  <a:cubicBezTo>
                    <a:pt x="83947" y="1470152"/>
                    <a:pt x="67818" y="1483487"/>
                    <a:pt x="73152" y="1502791"/>
                  </a:cubicBezTo>
                  <a:cubicBezTo>
                    <a:pt x="80518" y="1528826"/>
                    <a:pt x="88392" y="1554607"/>
                    <a:pt x="96774" y="1580261"/>
                  </a:cubicBezTo>
                  <a:cubicBezTo>
                    <a:pt x="56134" y="1771523"/>
                    <a:pt x="33528" y="1968754"/>
                    <a:pt x="3175" y="2152015"/>
                  </a:cubicBezTo>
                  <a:cubicBezTo>
                    <a:pt x="0" y="2171573"/>
                    <a:pt x="14097" y="2184781"/>
                    <a:pt x="31623" y="2184781"/>
                  </a:cubicBezTo>
                  <a:cubicBezTo>
                    <a:pt x="33909" y="2184781"/>
                    <a:pt x="36322" y="2184527"/>
                    <a:pt x="38735" y="2184019"/>
                  </a:cubicBezTo>
                  <a:cubicBezTo>
                    <a:pt x="286766" y="2134235"/>
                    <a:pt x="548259" y="2069465"/>
                    <a:pt x="805688" y="2069465"/>
                  </a:cubicBezTo>
                  <a:cubicBezTo>
                    <a:pt x="844550" y="2069465"/>
                    <a:pt x="883412" y="2070989"/>
                    <a:pt x="922147" y="2074164"/>
                  </a:cubicBezTo>
                  <a:cubicBezTo>
                    <a:pt x="922528" y="2074926"/>
                    <a:pt x="922909" y="2075561"/>
                    <a:pt x="923290" y="2076323"/>
                  </a:cubicBezTo>
                  <a:cubicBezTo>
                    <a:pt x="927735" y="2084832"/>
                    <a:pt x="934466" y="2088388"/>
                    <a:pt x="941324" y="2088388"/>
                  </a:cubicBezTo>
                  <a:cubicBezTo>
                    <a:pt x="948690" y="2088388"/>
                    <a:pt x="956183" y="2084324"/>
                    <a:pt x="961136" y="2077974"/>
                  </a:cubicBezTo>
                  <a:cubicBezTo>
                    <a:pt x="1022985" y="2085086"/>
                    <a:pt x="1084326" y="2096897"/>
                    <a:pt x="1145032" y="2114677"/>
                  </a:cubicBezTo>
                  <a:cubicBezTo>
                    <a:pt x="1147064" y="2115312"/>
                    <a:pt x="1149223" y="2115566"/>
                    <a:pt x="1151255" y="2115566"/>
                  </a:cubicBezTo>
                  <a:cubicBezTo>
                    <a:pt x="1168527" y="2115566"/>
                    <a:pt x="1183894" y="2095754"/>
                    <a:pt x="1177163" y="2079117"/>
                  </a:cubicBezTo>
                  <a:cubicBezTo>
                    <a:pt x="1109726" y="1910334"/>
                    <a:pt x="1042289" y="1741551"/>
                    <a:pt x="974725" y="1572768"/>
                  </a:cubicBezTo>
                  <a:cubicBezTo>
                    <a:pt x="1602994" y="1139571"/>
                    <a:pt x="2321941" y="885698"/>
                    <a:pt x="3025775" y="604774"/>
                  </a:cubicBezTo>
                  <a:cubicBezTo>
                    <a:pt x="3026410" y="604774"/>
                    <a:pt x="3027172" y="604901"/>
                    <a:pt x="3027807" y="604901"/>
                  </a:cubicBezTo>
                  <a:cubicBezTo>
                    <a:pt x="3035427" y="604901"/>
                    <a:pt x="3042793" y="601726"/>
                    <a:pt x="3047492" y="596138"/>
                  </a:cubicBezTo>
                  <a:cubicBezTo>
                    <a:pt x="3095117" y="577088"/>
                    <a:pt x="3142615" y="557911"/>
                    <a:pt x="3190113" y="538480"/>
                  </a:cubicBezTo>
                  <a:cubicBezTo>
                    <a:pt x="3207131" y="531495"/>
                    <a:pt x="3215005" y="512953"/>
                    <a:pt x="3204972" y="496570"/>
                  </a:cubicBezTo>
                  <a:cubicBezTo>
                    <a:pt x="3092577" y="313182"/>
                    <a:pt x="2907030" y="193421"/>
                    <a:pt x="2755265" y="45847"/>
                  </a:cubicBezTo>
                  <a:cubicBezTo>
                    <a:pt x="2756789" y="29464"/>
                    <a:pt x="2750693" y="13716"/>
                    <a:pt x="2733040" y="5715"/>
                  </a:cubicBezTo>
                  <a:cubicBezTo>
                    <a:pt x="2723642" y="1524"/>
                    <a:pt x="2713355" y="0"/>
                    <a:pt x="270281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Freeform 16"/>
          <p:cNvSpPr/>
          <p:nvPr/>
        </p:nvSpPr>
        <p:spPr>
          <a:xfrm>
            <a:off x="812797" y="7442197"/>
            <a:ext cx="3276600" cy="2844803"/>
          </a:xfrm>
          <a:custGeom>
            <a:avLst/>
            <a:gdLst/>
            <a:ahLst/>
            <a:cxnLst/>
            <a:rect l="l" t="t" r="r" b="b"/>
            <a:pathLst>
              <a:path w="3276600" h="2844803">
                <a:moveTo>
                  <a:pt x="0" y="0"/>
                </a:moveTo>
                <a:lnTo>
                  <a:pt x="3276600" y="0"/>
                </a:lnTo>
                <a:lnTo>
                  <a:pt x="3276600" y="2844803"/>
                </a:lnTo>
                <a:lnTo>
                  <a:pt x="0" y="2844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5913103" y="7632697"/>
            <a:ext cx="2108197" cy="2311403"/>
          </a:xfrm>
          <a:custGeom>
            <a:avLst/>
            <a:gdLst/>
            <a:ahLst/>
            <a:cxnLst/>
            <a:rect l="l" t="t" r="r" b="b"/>
            <a:pathLst>
              <a:path w="2108197" h="2311403">
                <a:moveTo>
                  <a:pt x="0" y="0"/>
                </a:moveTo>
                <a:lnTo>
                  <a:pt x="2108197" y="0"/>
                </a:lnTo>
                <a:lnTo>
                  <a:pt x="2108197" y="2311403"/>
                </a:lnTo>
                <a:lnTo>
                  <a:pt x="0" y="2311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813949" y="7413708"/>
            <a:ext cx="3284144" cy="2873292"/>
            <a:chOff x="0" y="0"/>
            <a:chExt cx="3284144" cy="28732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284093" cy="2873248"/>
            </a:xfrm>
            <a:custGeom>
              <a:avLst/>
              <a:gdLst/>
              <a:ahLst/>
              <a:cxnLst/>
              <a:rect l="l" t="t" r="r" b="b"/>
              <a:pathLst>
                <a:path w="3284093" h="2873248">
                  <a:moveTo>
                    <a:pt x="0" y="0"/>
                  </a:moveTo>
                  <a:lnTo>
                    <a:pt x="0" y="2873248"/>
                  </a:lnTo>
                  <a:lnTo>
                    <a:pt x="3284093" y="2873248"/>
                  </a:lnTo>
                  <a:lnTo>
                    <a:pt x="328409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4979628" y="6794833"/>
            <a:ext cx="3318805" cy="1037882"/>
            <a:chOff x="0" y="0"/>
            <a:chExt cx="3318802" cy="103788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318764" cy="1037844"/>
            </a:xfrm>
            <a:custGeom>
              <a:avLst/>
              <a:gdLst/>
              <a:ahLst/>
              <a:cxnLst/>
              <a:rect l="l" t="t" r="r" b="b"/>
              <a:pathLst>
                <a:path w="3318764" h="1037844">
                  <a:moveTo>
                    <a:pt x="0" y="1037844"/>
                  </a:moveTo>
                  <a:lnTo>
                    <a:pt x="3318764" y="1037844"/>
                  </a:lnTo>
                  <a:lnTo>
                    <a:pt x="33187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5133279" y="7404097"/>
            <a:ext cx="3675755" cy="1149506"/>
            <a:chOff x="0" y="0"/>
            <a:chExt cx="3675748" cy="114950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675761" cy="1149477"/>
            </a:xfrm>
            <a:custGeom>
              <a:avLst/>
              <a:gdLst/>
              <a:ahLst/>
              <a:cxnLst/>
              <a:rect l="l" t="t" r="r" b="b"/>
              <a:pathLst>
                <a:path w="3675761" h="1149477">
                  <a:moveTo>
                    <a:pt x="0" y="1149477"/>
                  </a:moveTo>
                  <a:lnTo>
                    <a:pt x="3675761" y="1149477"/>
                  </a:lnTo>
                  <a:lnTo>
                    <a:pt x="36757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4931850" y="4176757"/>
            <a:ext cx="3675768" cy="1149481"/>
            <a:chOff x="-2418483" y="-391984"/>
            <a:chExt cx="3675761" cy="1149477"/>
          </a:xfrm>
        </p:grpSpPr>
        <p:sp>
          <p:nvSpPr>
            <p:cNvPr id="25" name="Freeform 25"/>
            <p:cNvSpPr/>
            <p:nvPr/>
          </p:nvSpPr>
          <p:spPr>
            <a:xfrm>
              <a:off x="-2418483" y="-391984"/>
              <a:ext cx="3675761" cy="1149477"/>
            </a:xfrm>
            <a:custGeom>
              <a:avLst/>
              <a:gdLst/>
              <a:ahLst/>
              <a:cxnLst/>
              <a:rect l="l" t="t" r="r" b="b"/>
              <a:pathLst>
                <a:path w="3675761" h="1149477">
                  <a:moveTo>
                    <a:pt x="0" y="1149477"/>
                  </a:moveTo>
                  <a:lnTo>
                    <a:pt x="3675761" y="1149477"/>
                  </a:lnTo>
                  <a:lnTo>
                    <a:pt x="36757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6238084" y="1462040"/>
            <a:ext cx="5811831" cy="1845259"/>
            <a:chOff x="0" y="0"/>
            <a:chExt cx="5811838" cy="18452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811774" cy="1845310"/>
            </a:xfrm>
            <a:custGeom>
              <a:avLst/>
              <a:gdLst/>
              <a:ahLst/>
              <a:cxnLst/>
              <a:rect l="l" t="t" r="r" b="b"/>
              <a:pathLst>
                <a:path w="5811774" h="1845310">
                  <a:moveTo>
                    <a:pt x="0" y="1845310"/>
                  </a:moveTo>
                  <a:lnTo>
                    <a:pt x="5811774" y="1845310"/>
                  </a:lnTo>
                  <a:lnTo>
                    <a:pt x="58117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>
            <a:grpSpLocks noChangeAspect="1"/>
          </p:cNvGrpSpPr>
          <p:nvPr/>
        </p:nvGrpSpPr>
        <p:grpSpPr>
          <a:xfrm>
            <a:off x="11873808" y="4624559"/>
            <a:ext cx="3675755" cy="1149506"/>
            <a:chOff x="0" y="0"/>
            <a:chExt cx="3675748" cy="114950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75761" cy="1149477"/>
            </a:xfrm>
            <a:custGeom>
              <a:avLst/>
              <a:gdLst/>
              <a:ahLst/>
              <a:cxnLst/>
              <a:rect l="l" t="t" r="r" b="b"/>
              <a:pathLst>
                <a:path w="3675761" h="1149477">
                  <a:moveTo>
                    <a:pt x="0" y="1149477"/>
                  </a:moveTo>
                  <a:lnTo>
                    <a:pt x="3675761" y="1149477"/>
                  </a:lnTo>
                  <a:lnTo>
                    <a:pt x="36757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>
            <a:grpSpLocks noChangeAspect="1"/>
          </p:cNvGrpSpPr>
          <p:nvPr/>
        </p:nvGrpSpPr>
        <p:grpSpPr>
          <a:xfrm>
            <a:off x="13404875" y="606038"/>
            <a:ext cx="3215478" cy="2194570"/>
            <a:chOff x="0" y="0"/>
            <a:chExt cx="3215488" cy="21945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215513" cy="2194560"/>
            </a:xfrm>
            <a:custGeom>
              <a:avLst/>
              <a:gdLst/>
              <a:ahLst/>
              <a:cxnLst/>
              <a:rect l="l" t="t" r="r" b="b"/>
              <a:pathLst>
                <a:path w="3215513" h="2194560">
                  <a:moveTo>
                    <a:pt x="0" y="2194560"/>
                  </a:moveTo>
                  <a:lnTo>
                    <a:pt x="3215513" y="2194560"/>
                  </a:lnTo>
                  <a:lnTo>
                    <a:pt x="32155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15895425" y="7614704"/>
            <a:ext cx="2134095" cy="2328872"/>
            <a:chOff x="0" y="0"/>
            <a:chExt cx="2134095" cy="232887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34108" cy="2328926"/>
            </a:xfrm>
            <a:custGeom>
              <a:avLst/>
              <a:gdLst/>
              <a:ahLst/>
              <a:cxnLst/>
              <a:rect l="l" t="t" r="r" b="b"/>
              <a:pathLst>
                <a:path w="2134108" h="2328926">
                  <a:moveTo>
                    <a:pt x="0" y="2328926"/>
                  </a:moveTo>
                  <a:lnTo>
                    <a:pt x="2134108" y="2328926"/>
                  </a:lnTo>
                  <a:lnTo>
                    <a:pt x="21341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5751383" y="7074506"/>
            <a:ext cx="2820438" cy="478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99"/>
              </a:lnSpc>
            </a:pPr>
            <a:r>
              <a:rPr lang="en-US" sz="2642" spc="71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Moaaz Magdy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195455" y="7204952"/>
            <a:ext cx="2817171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99"/>
              </a:lnSpc>
            </a:pPr>
            <a:r>
              <a:rPr lang="en-US" sz="2642" spc="71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Mohamed Elhofy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712627" y="4923869"/>
            <a:ext cx="2573293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99"/>
              </a:lnSpc>
            </a:pPr>
            <a:r>
              <a:rPr lang="en-US" sz="2642" spc="71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Hazem Hamdy</a:t>
            </a:r>
          </a:p>
        </p:txBody>
      </p:sp>
      <p:sp>
        <p:nvSpPr>
          <p:cNvPr id="40" name="TextBox 40"/>
          <p:cNvSpPr txBox="1"/>
          <p:nvPr/>
        </p:nvSpPr>
        <p:spPr>
          <a:xfrm rot="9960">
            <a:off x="7684151" y="1290961"/>
            <a:ext cx="2978487" cy="165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34"/>
              </a:lnSpc>
            </a:pPr>
            <a:r>
              <a:rPr lang="en-US" sz="9095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TEAM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979628" y="4621564"/>
            <a:ext cx="2580475" cy="488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00"/>
              </a:lnSpc>
            </a:pPr>
            <a:r>
              <a:rPr lang="en-US" sz="2643" spc="71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Osama Helmy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3023759" y="4639551"/>
            <a:ext cx="3849767" cy="221771"/>
            <a:chOff x="0" y="0"/>
            <a:chExt cx="3849764" cy="221767"/>
          </a:xfrm>
        </p:grpSpPr>
        <p:sp>
          <p:nvSpPr>
            <p:cNvPr id="3" name="Freeform 3"/>
            <p:cNvSpPr/>
            <p:nvPr/>
          </p:nvSpPr>
          <p:spPr>
            <a:xfrm>
              <a:off x="0" y="-254"/>
              <a:ext cx="3849497" cy="222123"/>
            </a:xfrm>
            <a:custGeom>
              <a:avLst/>
              <a:gdLst/>
              <a:ahLst/>
              <a:cxnLst/>
              <a:rect l="l" t="t" r="r" b="b"/>
              <a:pathLst>
                <a:path w="3849497" h="222123">
                  <a:moveTo>
                    <a:pt x="2627630" y="127254"/>
                  </a:moveTo>
                  <a:cubicBezTo>
                    <a:pt x="2627630" y="127254"/>
                    <a:pt x="2627630" y="127254"/>
                    <a:pt x="2627630" y="127254"/>
                  </a:cubicBezTo>
                  <a:cubicBezTo>
                    <a:pt x="2627630" y="127254"/>
                    <a:pt x="2627630" y="127254"/>
                    <a:pt x="2627630" y="127254"/>
                  </a:cubicBezTo>
                  <a:cubicBezTo>
                    <a:pt x="2627630" y="127254"/>
                    <a:pt x="2627630" y="127254"/>
                    <a:pt x="2627630" y="127254"/>
                  </a:cubicBezTo>
                  <a:close/>
                  <a:moveTo>
                    <a:pt x="2121535" y="254"/>
                  </a:moveTo>
                  <a:cubicBezTo>
                    <a:pt x="2120519" y="254"/>
                    <a:pt x="2119757" y="508"/>
                    <a:pt x="2119122" y="889"/>
                  </a:cubicBezTo>
                  <a:cubicBezTo>
                    <a:pt x="2114931" y="3810"/>
                    <a:pt x="2110740" y="4699"/>
                    <a:pt x="2106422" y="4699"/>
                  </a:cubicBezTo>
                  <a:cubicBezTo>
                    <a:pt x="2100326" y="4699"/>
                    <a:pt x="2094230" y="2921"/>
                    <a:pt x="2087753" y="2921"/>
                  </a:cubicBezTo>
                  <a:cubicBezTo>
                    <a:pt x="2084705" y="2921"/>
                    <a:pt x="2081530" y="3302"/>
                    <a:pt x="2078355" y="4572"/>
                  </a:cubicBezTo>
                  <a:cubicBezTo>
                    <a:pt x="2075561" y="5588"/>
                    <a:pt x="2072386" y="5969"/>
                    <a:pt x="2069211" y="5969"/>
                  </a:cubicBezTo>
                  <a:cubicBezTo>
                    <a:pt x="2059305" y="5969"/>
                    <a:pt x="2047875" y="2286"/>
                    <a:pt x="2038096" y="2286"/>
                  </a:cubicBezTo>
                  <a:cubicBezTo>
                    <a:pt x="2034540" y="2286"/>
                    <a:pt x="2031111" y="2794"/>
                    <a:pt x="2028190" y="4191"/>
                  </a:cubicBezTo>
                  <a:cubicBezTo>
                    <a:pt x="2018919" y="7239"/>
                    <a:pt x="2009775" y="8763"/>
                    <a:pt x="2000504" y="8763"/>
                  </a:cubicBezTo>
                  <a:cubicBezTo>
                    <a:pt x="1991233" y="8763"/>
                    <a:pt x="1982216" y="7239"/>
                    <a:pt x="1973072" y="4318"/>
                  </a:cubicBezTo>
                  <a:cubicBezTo>
                    <a:pt x="1956562" y="4826"/>
                    <a:pt x="1940306" y="6858"/>
                    <a:pt x="1924177" y="10541"/>
                  </a:cubicBezTo>
                  <a:cubicBezTo>
                    <a:pt x="1923669" y="10541"/>
                    <a:pt x="1923161" y="10541"/>
                    <a:pt x="1922653" y="10541"/>
                  </a:cubicBezTo>
                  <a:cubicBezTo>
                    <a:pt x="1909699" y="10541"/>
                    <a:pt x="1896618" y="5588"/>
                    <a:pt x="1883664" y="5588"/>
                  </a:cubicBezTo>
                  <a:cubicBezTo>
                    <a:pt x="1876933" y="5588"/>
                    <a:pt x="1870202" y="6985"/>
                    <a:pt x="1863598" y="11049"/>
                  </a:cubicBezTo>
                  <a:cubicBezTo>
                    <a:pt x="1859026" y="7747"/>
                    <a:pt x="1854454" y="6731"/>
                    <a:pt x="1849755" y="6731"/>
                  </a:cubicBezTo>
                  <a:cubicBezTo>
                    <a:pt x="1840865" y="6731"/>
                    <a:pt x="1831721" y="10668"/>
                    <a:pt x="1822450" y="10668"/>
                  </a:cubicBezTo>
                  <a:cubicBezTo>
                    <a:pt x="1820291" y="10668"/>
                    <a:pt x="1818132" y="10414"/>
                    <a:pt x="1815846" y="9906"/>
                  </a:cubicBezTo>
                  <a:cubicBezTo>
                    <a:pt x="1807718" y="8763"/>
                    <a:pt x="1799590" y="8128"/>
                    <a:pt x="1791589" y="8128"/>
                  </a:cubicBezTo>
                  <a:cubicBezTo>
                    <a:pt x="1779905" y="8128"/>
                    <a:pt x="1768348" y="9398"/>
                    <a:pt x="1756791" y="11811"/>
                  </a:cubicBezTo>
                  <a:cubicBezTo>
                    <a:pt x="1723390" y="15367"/>
                    <a:pt x="1689989" y="17145"/>
                    <a:pt x="1656588" y="17145"/>
                  </a:cubicBezTo>
                  <a:cubicBezTo>
                    <a:pt x="1640332" y="17145"/>
                    <a:pt x="1624076" y="16764"/>
                    <a:pt x="1607693" y="15875"/>
                  </a:cubicBezTo>
                  <a:cubicBezTo>
                    <a:pt x="1603248" y="15748"/>
                    <a:pt x="1598930" y="15621"/>
                    <a:pt x="1594485" y="15621"/>
                  </a:cubicBezTo>
                  <a:cubicBezTo>
                    <a:pt x="1567180" y="15621"/>
                    <a:pt x="1539875" y="18669"/>
                    <a:pt x="1513459" y="18669"/>
                  </a:cubicBezTo>
                  <a:cubicBezTo>
                    <a:pt x="1496568" y="18669"/>
                    <a:pt x="1480185" y="17399"/>
                    <a:pt x="1464437" y="13208"/>
                  </a:cubicBezTo>
                  <a:lnTo>
                    <a:pt x="1429512" y="26924"/>
                  </a:lnTo>
                  <a:cubicBezTo>
                    <a:pt x="1420876" y="23495"/>
                    <a:pt x="1412494" y="17526"/>
                    <a:pt x="1407160" y="17526"/>
                  </a:cubicBezTo>
                  <a:cubicBezTo>
                    <a:pt x="1406271" y="17526"/>
                    <a:pt x="1405509" y="17653"/>
                    <a:pt x="1404874" y="18034"/>
                  </a:cubicBezTo>
                  <a:cubicBezTo>
                    <a:pt x="1395476" y="22225"/>
                    <a:pt x="1385697" y="24511"/>
                    <a:pt x="1375410" y="24892"/>
                  </a:cubicBezTo>
                  <a:cubicBezTo>
                    <a:pt x="1374267" y="24892"/>
                    <a:pt x="1373124" y="25019"/>
                    <a:pt x="1371981" y="25019"/>
                  </a:cubicBezTo>
                  <a:cubicBezTo>
                    <a:pt x="1362964" y="25019"/>
                    <a:pt x="1354074" y="23495"/>
                    <a:pt x="1345565" y="20574"/>
                  </a:cubicBezTo>
                  <a:cubicBezTo>
                    <a:pt x="1341374" y="19431"/>
                    <a:pt x="1337183" y="18923"/>
                    <a:pt x="1333119" y="18923"/>
                  </a:cubicBezTo>
                  <a:cubicBezTo>
                    <a:pt x="1317371" y="18923"/>
                    <a:pt x="1303147" y="26035"/>
                    <a:pt x="1287653" y="26035"/>
                  </a:cubicBezTo>
                  <a:cubicBezTo>
                    <a:pt x="1287145" y="26035"/>
                    <a:pt x="1286764" y="26035"/>
                    <a:pt x="1286256" y="26035"/>
                  </a:cubicBezTo>
                  <a:cubicBezTo>
                    <a:pt x="1274572" y="23876"/>
                    <a:pt x="1263015" y="22860"/>
                    <a:pt x="1251331" y="22860"/>
                  </a:cubicBezTo>
                  <a:cubicBezTo>
                    <a:pt x="1239520" y="22860"/>
                    <a:pt x="1227836" y="23876"/>
                    <a:pt x="1216025" y="26035"/>
                  </a:cubicBezTo>
                  <a:cubicBezTo>
                    <a:pt x="1203325" y="28956"/>
                    <a:pt x="1190752" y="30353"/>
                    <a:pt x="1178052" y="30353"/>
                  </a:cubicBezTo>
                  <a:cubicBezTo>
                    <a:pt x="1168400" y="30353"/>
                    <a:pt x="1158621" y="29464"/>
                    <a:pt x="1148969" y="27813"/>
                  </a:cubicBezTo>
                  <a:cubicBezTo>
                    <a:pt x="1146175" y="27813"/>
                    <a:pt x="1143254" y="27686"/>
                    <a:pt x="1140460" y="27686"/>
                  </a:cubicBezTo>
                  <a:cubicBezTo>
                    <a:pt x="1117092" y="27686"/>
                    <a:pt x="1093851" y="29591"/>
                    <a:pt x="1070737" y="33274"/>
                  </a:cubicBezTo>
                  <a:cubicBezTo>
                    <a:pt x="1069975" y="33274"/>
                    <a:pt x="1069086" y="33274"/>
                    <a:pt x="1068324" y="33274"/>
                  </a:cubicBezTo>
                  <a:cubicBezTo>
                    <a:pt x="1058418" y="33274"/>
                    <a:pt x="1047369" y="30353"/>
                    <a:pt x="1037717" y="30353"/>
                  </a:cubicBezTo>
                  <a:cubicBezTo>
                    <a:pt x="1033272" y="30353"/>
                    <a:pt x="1029208" y="30988"/>
                    <a:pt x="1025652" y="32766"/>
                  </a:cubicBezTo>
                  <a:cubicBezTo>
                    <a:pt x="1018032" y="35941"/>
                    <a:pt x="1010412" y="37592"/>
                    <a:pt x="1002792" y="37592"/>
                  </a:cubicBezTo>
                  <a:cubicBezTo>
                    <a:pt x="995426" y="37592"/>
                    <a:pt x="988187" y="36068"/>
                    <a:pt x="980821" y="33147"/>
                  </a:cubicBezTo>
                  <a:cubicBezTo>
                    <a:pt x="979805" y="32893"/>
                    <a:pt x="978916" y="32893"/>
                    <a:pt x="977900" y="32893"/>
                  </a:cubicBezTo>
                  <a:cubicBezTo>
                    <a:pt x="970026" y="32893"/>
                    <a:pt x="962152" y="38608"/>
                    <a:pt x="954786" y="38608"/>
                  </a:cubicBezTo>
                  <a:cubicBezTo>
                    <a:pt x="950595" y="38608"/>
                    <a:pt x="946658" y="36830"/>
                    <a:pt x="942975" y="31242"/>
                  </a:cubicBezTo>
                  <a:cubicBezTo>
                    <a:pt x="938276" y="37211"/>
                    <a:pt x="932688" y="38735"/>
                    <a:pt x="926973" y="38735"/>
                  </a:cubicBezTo>
                  <a:cubicBezTo>
                    <a:pt x="921258" y="38735"/>
                    <a:pt x="915670" y="37338"/>
                    <a:pt x="910590" y="37338"/>
                  </a:cubicBezTo>
                  <a:cubicBezTo>
                    <a:pt x="910209" y="37338"/>
                    <a:pt x="909828" y="37338"/>
                    <a:pt x="909447" y="37338"/>
                  </a:cubicBezTo>
                  <a:cubicBezTo>
                    <a:pt x="901319" y="37719"/>
                    <a:pt x="888492" y="42037"/>
                    <a:pt x="882142" y="42037"/>
                  </a:cubicBezTo>
                  <a:cubicBezTo>
                    <a:pt x="880364" y="42037"/>
                    <a:pt x="879094" y="41656"/>
                    <a:pt x="878586" y="40894"/>
                  </a:cubicBezTo>
                  <a:cubicBezTo>
                    <a:pt x="875538" y="36068"/>
                    <a:pt x="872744" y="34417"/>
                    <a:pt x="870077" y="34417"/>
                  </a:cubicBezTo>
                  <a:cubicBezTo>
                    <a:pt x="863981" y="34417"/>
                    <a:pt x="858774" y="43307"/>
                    <a:pt x="852170" y="43307"/>
                  </a:cubicBezTo>
                  <a:cubicBezTo>
                    <a:pt x="850773" y="43307"/>
                    <a:pt x="849376" y="42926"/>
                    <a:pt x="847852" y="41910"/>
                  </a:cubicBezTo>
                  <a:cubicBezTo>
                    <a:pt x="844423" y="39878"/>
                    <a:pt x="840105" y="39243"/>
                    <a:pt x="835406" y="39243"/>
                  </a:cubicBezTo>
                  <a:cubicBezTo>
                    <a:pt x="828294" y="39243"/>
                    <a:pt x="820293" y="40767"/>
                    <a:pt x="813308" y="41021"/>
                  </a:cubicBezTo>
                  <a:cubicBezTo>
                    <a:pt x="801878" y="41402"/>
                    <a:pt x="790448" y="42418"/>
                    <a:pt x="779145" y="44196"/>
                  </a:cubicBezTo>
                  <a:cubicBezTo>
                    <a:pt x="768223" y="46990"/>
                    <a:pt x="757047" y="49149"/>
                    <a:pt x="745744" y="50419"/>
                  </a:cubicBezTo>
                  <a:cubicBezTo>
                    <a:pt x="745109" y="50419"/>
                    <a:pt x="744474" y="50419"/>
                    <a:pt x="743839" y="50419"/>
                  </a:cubicBezTo>
                  <a:cubicBezTo>
                    <a:pt x="727710" y="50419"/>
                    <a:pt x="710311" y="46482"/>
                    <a:pt x="695071" y="46482"/>
                  </a:cubicBezTo>
                  <a:cubicBezTo>
                    <a:pt x="693039" y="46482"/>
                    <a:pt x="691134" y="46609"/>
                    <a:pt x="689229" y="46736"/>
                  </a:cubicBezTo>
                  <a:cubicBezTo>
                    <a:pt x="674243" y="47879"/>
                    <a:pt x="657733" y="59309"/>
                    <a:pt x="644652" y="59309"/>
                  </a:cubicBezTo>
                  <a:cubicBezTo>
                    <a:pt x="642620" y="59309"/>
                    <a:pt x="640588" y="59055"/>
                    <a:pt x="638810" y="58420"/>
                  </a:cubicBezTo>
                  <a:cubicBezTo>
                    <a:pt x="628142" y="55626"/>
                    <a:pt x="617347" y="54229"/>
                    <a:pt x="606425" y="54229"/>
                  </a:cubicBezTo>
                  <a:cubicBezTo>
                    <a:pt x="600837" y="54229"/>
                    <a:pt x="595249" y="54610"/>
                    <a:pt x="589661" y="55372"/>
                  </a:cubicBezTo>
                  <a:cubicBezTo>
                    <a:pt x="575056" y="55626"/>
                    <a:pt x="560451" y="60071"/>
                    <a:pt x="546100" y="60579"/>
                  </a:cubicBezTo>
                  <a:cubicBezTo>
                    <a:pt x="532511" y="60960"/>
                    <a:pt x="519049" y="61087"/>
                    <a:pt x="505587" y="61087"/>
                  </a:cubicBezTo>
                  <a:cubicBezTo>
                    <a:pt x="494411" y="61087"/>
                    <a:pt x="483108" y="60960"/>
                    <a:pt x="471932" y="60960"/>
                  </a:cubicBezTo>
                  <a:cubicBezTo>
                    <a:pt x="464820" y="60960"/>
                    <a:pt x="457708" y="60960"/>
                    <a:pt x="450469" y="61087"/>
                  </a:cubicBezTo>
                  <a:cubicBezTo>
                    <a:pt x="442976" y="61214"/>
                    <a:pt x="437642" y="69088"/>
                    <a:pt x="430276" y="69088"/>
                  </a:cubicBezTo>
                  <a:cubicBezTo>
                    <a:pt x="427101" y="69088"/>
                    <a:pt x="423545" y="67691"/>
                    <a:pt x="419354" y="63627"/>
                  </a:cubicBezTo>
                  <a:cubicBezTo>
                    <a:pt x="414401" y="61341"/>
                    <a:pt x="409321" y="60198"/>
                    <a:pt x="403987" y="60198"/>
                  </a:cubicBezTo>
                  <a:cubicBezTo>
                    <a:pt x="403352" y="60198"/>
                    <a:pt x="402717" y="60198"/>
                    <a:pt x="402082" y="60198"/>
                  </a:cubicBezTo>
                  <a:cubicBezTo>
                    <a:pt x="395986" y="60452"/>
                    <a:pt x="390398" y="62230"/>
                    <a:pt x="385191" y="65278"/>
                  </a:cubicBezTo>
                  <a:cubicBezTo>
                    <a:pt x="378968" y="69596"/>
                    <a:pt x="372491" y="70358"/>
                    <a:pt x="366268" y="70358"/>
                  </a:cubicBezTo>
                  <a:cubicBezTo>
                    <a:pt x="363220" y="70358"/>
                    <a:pt x="360299" y="70231"/>
                    <a:pt x="357378" y="70231"/>
                  </a:cubicBezTo>
                  <a:cubicBezTo>
                    <a:pt x="353568" y="70231"/>
                    <a:pt x="350012" y="70485"/>
                    <a:pt x="346583" y="71882"/>
                  </a:cubicBezTo>
                  <a:cubicBezTo>
                    <a:pt x="342265" y="74041"/>
                    <a:pt x="337566" y="75184"/>
                    <a:pt x="332867" y="75184"/>
                  </a:cubicBezTo>
                  <a:cubicBezTo>
                    <a:pt x="331724" y="75184"/>
                    <a:pt x="330581" y="75184"/>
                    <a:pt x="329438" y="75057"/>
                  </a:cubicBezTo>
                  <a:cubicBezTo>
                    <a:pt x="323342" y="74422"/>
                    <a:pt x="318008" y="72136"/>
                    <a:pt x="313309" y="68326"/>
                  </a:cubicBezTo>
                  <a:lnTo>
                    <a:pt x="274828" y="84709"/>
                  </a:lnTo>
                  <a:cubicBezTo>
                    <a:pt x="271399" y="80772"/>
                    <a:pt x="269494" y="75819"/>
                    <a:pt x="267081" y="75565"/>
                  </a:cubicBezTo>
                  <a:cubicBezTo>
                    <a:pt x="266827" y="75565"/>
                    <a:pt x="266573" y="75565"/>
                    <a:pt x="266319" y="75565"/>
                  </a:cubicBezTo>
                  <a:cubicBezTo>
                    <a:pt x="248412" y="75565"/>
                    <a:pt x="75565" y="100330"/>
                    <a:pt x="65405" y="105791"/>
                  </a:cubicBezTo>
                  <a:cubicBezTo>
                    <a:pt x="43942" y="117729"/>
                    <a:pt x="22352" y="131445"/>
                    <a:pt x="762" y="144399"/>
                  </a:cubicBezTo>
                  <a:lnTo>
                    <a:pt x="12192" y="157988"/>
                  </a:lnTo>
                  <a:lnTo>
                    <a:pt x="0" y="172212"/>
                  </a:lnTo>
                  <a:lnTo>
                    <a:pt x="13462" y="204978"/>
                  </a:lnTo>
                  <a:cubicBezTo>
                    <a:pt x="27305" y="209423"/>
                    <a:pt x="40259" y="222123"/>
                    <a:pt x="54610" y="222123"/>
                  </a:cubicBezTo>
                  <a:cubicBezTo>
                    <a:pt x="60452" y="222123"/>
                    <a:pt x="66548" y="219964"/>
                    <a:pt x="72898" y="214376"/>
                  </a:cubicBezTo>
                  <a:cubicBezTo>
                    <a:pt x="78105" y="217932"/>
                    <a:pt x="82677" y="219202"/>
                    <a:pt x="86995" y="219202"/>
                  </a:cubicBezTo>
                  <a:cubicBezTo>
                    <a:pt x="102489" y="219202"/>
                    <a:pt x="113157" y="200660"/>
                    <a:pt x="131826" y="200660"/>
                  </a:cubicBezTo>
                  <a:cubicBezTo>
                    <a:pt x="132842" y="200660"/>
                    <a:pt x="133858" y="200660"/>
                    <a:pt x="134874" y="200787"/>
                  </a:cubicBezTo>
                  <a:cubicBezTo>
                    <a:pt x="143129" y="201422"/>
                    <a:pt x="151511" y="201803"/>
                    <a:pt x="159766" y="201803"/>
                  </a:cubicBezTo>
                  <a:cubicBezTo>
                    <a:pt x="167513" y="201803"/>
                    <a:pt x="175133" y="201549"/>
                    <a:pt x="182880" y="200914"/>
                  </a:cubicBezTo>
                  <a:cubicBezTo>
                    <a:pt x="189103" y="195834"/>
                    <a:pt x="195199" y="194310"/>
                    <a:pt x="201295" y="194310"/>
                  </a:cubicBezTo>
                  <a:cubicBezTo>
                    <a:pt x="211455" y="194310"/>
                    <a:pt x="221615" y="198628"/>
                    <a:pt x="232156" y="198628"/>
                  </a:cubicBezTo>
                  <a:cubicBezTo>
                    <a:pt x="233934" y="198628"/>
                    <a:pt x="235712" y="198501"/>
                    <a:pt x="237490" y="198247"/>
                  </a:cubicBezTo>
                  <a:cubicBezTo>
                    <a:pt x="256540" y="195326"/>
                    <a:pt x="276098" y="189865"/>
                    <a:pt x="294513" y="187706"/>
                  </a:cubicBezTo>
                  <a:cubicBezTo>
                    <a:pt x="312928" y="185547"/>
                    <a:pt x="332232" y="185547"/>
                    <a:pt x="355346" y="184404"/>
                  </a:cubicBezTo>
                  <a:lnTo>
                    <a:pt x="366395" y="194056"/>
                  </a:lnTo>
                  <a:lnTo>
                    <a:pt x="389509" y="176403"/>
                  </a:lnTo>
                  <a:lnTo>
                    <a:pt x="532638" y="177165"/>
                  </a:lnTo>
                  <a:cubicBezTo>
                    <a:pt x="541020" y="169037"/>
                    <a:pt x="550545" y="167005"/>
                    <a:pt x="560578" y="167005"/>
                  </a:cubicBezTo>
                  <a:cubicBezTo>
                    <a:pt x="569976" y="167005"/>
                    <a:pt x="579628" y="168783"/>
                    <a:pt x="589026" y="168783"/>
                  </a:cubicBezTo>
                  <a:cubicBezTo>
                    <a:pt x="594487" y="168783"/>
                    <a:pt x="599948" y="168148"/>
                    <a:pt x="605028" y="166243"/>
                  </a:cubicBezTo>
                  <a:cubicBezTo>
                    <a:pt x="610997" y="164084"/>
                    <a:pt x="617347" y="163195"/>
                    <a:pt x="624078" y="163195"/>
                  </a:cubicBezTo>
                  <a:cubicBezTo>
                    <a:pt x="643636" y="163195"/>
                    <a:pt x="665734" y="170434"/>
                    <a:pt x="685038" y="172466"/>
                  </a:cubicBezTo>
                  <a:cubicBezTo>
                    <a:pt x="700659" y="162814"/>
                    <a:pt x="715645" y="155956"/>
                    <a:pt x="730631" y="155956"/>
                  </a:cubicBezTo>
                  <a:cubicBezTo>
                    <a:pt x="741045" y="155956"/>
                    <a:pt x="751332" y="159258"/>
                    <a:pt x="761873" y="167259"/>
                  </a:cubicBezTo>
                  <a:lnTo>
                    <a:pt x="794385" y="154051"/>
                  </a:lnTo>
                  <a:lnTo>
                    <a:pt x="803402" y="164084"/>
                  </a:lnTo>
                  <a:cubicBezTo>
                    <a:pt x="814324" y="160909"/>
                    <a:pt x="825500" y="158750"/>
                    <a:pt x="836803" y="157353"/>
                  </a:cubicBezTo>
                  <a:cubicBezTo>
                    <a:pt x="844804" y="157099"/>
                    <a:pt x="852805" y="156972"/>
                    <a:pt x="860933" y="156972"/>
                  </a:cubicBezTo>
                  <a:cubicBezTo>
                    <a:pt x="871855" y="156972"/>
                    <a:pt x="882777" y="157099"/>
                    <a:pt x="893572" y="157099"/>
                  </a:cubicBezTo>
                  <a:cubicBezTo>
                    <a:pt x="906399" y="157099"/>
                    <a:pt x="919353" y="156972"/>
                    <a:pt x="932180" y="156083"/>
                  </a:cubicBezTo>
                  <a:cubicBezTo>
                    <a:pt x="950214" y="153416"/>
                    <a:pt x="967867" y="149225"/>
                    <a:pt x="985139" y="143510"/>
                  </a:cubicBezTo>
                  <a:lnTo>
                    <a:pt x="993902" y="153543"/>
                  </a:lnTo>
                  <a:cubicBezTo>
                    <a:pt x="1055497" y="135382"/>
                    <a:pt x="1123188" y="153797"/>
                    <a:pt x="1185799" y="133985"/>
                  </a:cubicBezTo>
                  <a:lnTo>
                    <a:pt x="1195324" y="144907"/>
                  </a:lnTo>
                  <a:cubicBezTo>
                    <a:pt x="1203071" y="141097"/>
                    <a:pt x="1210691" y="139700"/>
                    <a:pt x="1218311" y="139700"/>
                  </a:cubicBezTo>
                  <a:cubicBezTo>
                    <a:pt x="1231265" y="139700"/>
                    <a:pt x="1244600" y="143891"/>
                    <a:pt x="1258951" y="147574"/>
                  </a:cubicBezTo>
                  <a:lnTo>
                    <a:pt x="1280795" y="131572"/>
                  </a:lnTo>
                  <a:cubicBezTo>
                    <a:pt x="1302004" y="135763"/>
                    <a:pt x="1323086" y="137414"/>
                    <a:pt x="1344041" y="137414"/>
                  </a:cubicBezTo>
                  <a:cubicBezTo>
                    <a:pt x="1389507" y="137414"/>
                    <a:pt x="1434465" y="129540"/>
                    <a:pt x="1479296" y="122047"/>
                  </a:cubicBezTo>
                  <a:cubicBezTo>
                    <a:pt x="1486662" y="131953"/>
                    <a:pt x="1496060" y="135255"/>
                    <a:pt x="1507998" y="135255"/>
                  </a:cubicBezTo>
                  <a:cubicBezTo>
                    <a:pt x="1514602" y="135255"/>
                    <a:pt x="1521841" y="134239"/>
                    <a:pt x="1529969" y="132715"/>
                  </a:cubicBezTo>
                  <a:lnTo>
                    <a:pt x="1543685" y="116205"/>
                  </a:lnTo>
                  <a:cubicBezTo>
                    <a:pt x="1548765" y="126873"/>
                    <a:pt x="1555369" y="130175"/>
                    <a:pt x="1562735" y="130175"/>
                  </a:cubicBezTo>
                  <a:cubicBezTo>
                    <a:pt x="1573911" y="130175"/>
                    <a:pt x="1586484" y="122809"/>
                    <a:pt x="1597279" y="122809"/>
                  </a:cubicBezTo>
                  <a:cubicBezTo>
                    <a:pt x="1604010" y="122809"/>
                    <a:pt x="1610106" y="125730"/>
                    <a:pt x="1614551" y="135001"/>
                  </a:cubicBezTo>
                  <a:cubicBezTo>
                    <a:pt x="1614551" y="135001"/>
                    <a:pt x="1614551" y="135001"/>
                    <a:pt x="1614551" y="135001"/>
                  </a:cubicBezTo>
                  <a:cubicBezTo>
                    <a:pt x="1614932" y="135001"/>
                    <a:pt x="1617726" y="133731"/>
                    <a:pt x="1629283" y="129159"/>
                  </a:cubicBezTo>
                  <a:lnTo>
                    <a:pt x="1638554" y="112014"/>
                  </a:lnTo>
                  <a:lnTo>
                    <a:pt x="1658366" y="128905"/>
                  </a:lnTo>
                  <a:cubicBezTo>
                    <a:pt x="1662684" y="126492"/>
                    <a:pt x="1666875" y="121412"/>
                    <a:pt x="1671066" y="121412"/>
                  </a:cubicBezTo>
                  <a:cubicBezTo>
                    <a:pt x="1671193" y="121412"/>
                    <a:pt x="1671447" y="121412"/>
                    <a:pt x="1671574" y="121412"/>
                  </a:cubicBezTo>
                  <a:cubicBezTo>
                    <a:pt x="1673606" y="121412"/>
                    <a:pt x="1675638" y="121412"/>
                    <a:pt x="1677670" y="121412"/>
                  </a:cubicBezTo>
                  <a:cubicBezTo>
                    <a:pt x="1699514" y="121412"/>
                    <a:pt x="1721485" y="122174"/>
                    <a:pt x="1743329" y="122174"/>
                  </a:cubicBezTo>
                  <a:cubicBezTo>
                    <a:pt x="1754632" y="122174"/>
                    <a:pt x="1765935" y="121920"/>
                    <a:pt x="1777238" y="121412"/>
                  </a:cubicBezTo>
                  <a:cubicBezTo>
                    <a:pt x="1781302" y="120650"/>
                    <a:pt x="1785366" y="120269"/>
                    <a:pt x="1789430" y="120269"/>
                  </a:cubicBezTo>
                  <a:cubicBezTo>
                    <a:pt x="1796669" y="120269"/>
                    <a:pt x="1803908" y="121539"/>
                    <a:pt x="1811020" y="124079"/>
                  </a:cubicBezTo>
                  <a:cubicBezTo>
                    <a:pt x="1813814" y="124460"/>
                    <a:pt x="1816481" y="124587"/>
                    <a:pt x="1819148" y="124587"/>
                  </a:cubicBezTo>
                  <a:cubicBezTo>
                    <a:pt x="1829054" y="124587"/>
                    <a:pt x="1838452" y="122047"/>
                    <a:pt x="1847469" y="117094"/>
                  </a:cubicBezTo>
                  <a:cubicBezTo>
                    <a:pt x="1853438" y="113538"/>
                    <a:pt x="1859788" y="111506"/>
                    <a:pt x="1866646" y="110998"/>
                  </a:cubicBezTo>
                  <a:cubicBezTo>
                    <a:pt x="1867916" y="110871"/>
                    <a:pt x="1869186" y="110871"/>
                    <a:pt x="1870456" y="110871"/>
                  </a:cubicBezTo>
                  <a:cubicBezTo>
                    <a:pt x="1875917" y="110871"/>
                    <a:pt x="1881378" y="111887"/>
                    <a:pt x="1886585" y="113919"/>
                  </a:cubicBezTo>
                  <a:cubicBezTo>
                    <a:pt x="1899285" y="118872"/>
                    <a:pt x="1912112" y="121412"/>
                    <a:pt x="1925193" y="121412"/>
                  </a:cubicBezTo>
                  <a:cubicBezTo>
                    <a:pt x="1933702" y="121412"/>
                    <a:pt x="1942211" y="120396"/>
                    <a:pt x="1950847" y="118237"/>
                  </a:cubicBezTo>
                  <a:cubicBezTo>
                    <a:pt x="1952879" y="117856"/>
                    <a:pt x="1955038" y="117729"/>
                    <a:pt x="1957070" y="117729"/>
                  </a:cubicBezTo>
                  <a:cubicBezTo>
                    <a:pt x="1971675" y="117729"/>
                    <a:pt x="1984375" y="125222"/>
                    <a:pt x="1996440" y="125222"/>
                  </a:cubicBezTo>
                  <a:cubicBezTo>
                    <a:pt x="1999107" y="125222"/>
                    <a:pt x="2001774" y="124841"/>
                    <a:pt x="2004314" y="123952"/>
                  </a:cubicBezTo>
                  <a:cubicBezTo>
                    <a:pt x="2014347" y="120142"/>
                    <a:pt x="2024761" y="118237"/>
                    <a:pt x="2035556" y="118237"/>
                  </a:cubicBezTo>
                  <a:cubicBezTo>
                    <a:pt x="2036445" y="118237"/>
                    <a:pt x="2037207" y="118237"/>
                    <a:pt x="2038096" y="118237"/>
                  </a:cubicBezTo>
                  <a:cubicBezTo>
                    <a:pt x="2040255" y="118364"/>
                    <a:pt x="2042287" y="118364"/>
                    <a:pt x="2044446" y="118364"/>
                  </a:cubicBezTo>
                  <a:cubicBezTo>
                    <a:pt x="2054225" y="118364"/>
                    <a:pt x="2064258" y="117221"/>
                    <a:pt x="2073910" y="116840"/>
                  </a:cubicBezTo>
                  <a:cubicBezTo>
                    <a:pt x="2085721" y="116332"/>
                    <a:pt x="2096897" y="116332"/>
                    <a:pt x="2109343" y="115570"/>
                  </a:cubicBezTo>
                  <a:cubicBezTo>
                    <a:pt x="2121789" y="114808"/>
                    <a:pt x="2133981" y="113538"/>
                    <a:pt x="2146427" y="112522"/>
                  </a:cubicBezTo>
                  <a:lnTo>
                    <a:pt x="2152269" y="119761"/>
                  </a:lnTo>
                  <a:lnTo>
                    <a:pt x="2168398" y="109982"/>
                  </a:lnTo>
                  <a:lnTo>
                    <a:pt x="2189607" y="124714"/>
                  </a:lnTo>
                  <a:cubicBezTo>
                    <a:pt x="2206371" y="118491"/>
                    <a:pt x="2223643" y="115443"/>
                    <a:pt x="2241423" y="115443"/>
                  </a:cubicBezTo>
                  <a:cubicBezTo>
                    <a:pt x="2242058" y="115443"/>
                    <a:pt x="2242693" y="115443"/>
                    <a:pt x="2243455" y="115443"/>
                  </a:cubicBezTo>
                  <a:cubicBezTo>
                    <a:pt x="2247773" y="118110"/>
                    <a:pt x="2252091" y="118999"/>
                    <a:pt x="2256282" y="118999"/>
                  </a:cubicBezTo>
                  <a:cubicBezTo>
                    <a:pt x="2267585" y="118999"/>
                    <a:pt x="2278634" y="112141"/>
                    <a:pt x="2290445" y="112141"/>
                  </a:cubicBezTo>
                  <a:cubicBezTo>
                    <a:pt x="2293874" y="112141"/>
                    <a:pt x="2297303" y="112649"/>
                    <a:pt x="2300859" y="114173"/>
                  </a:cubicBezTo>
                  <a:cubicBezTo>
                    <a:pt x="2308606" y="118364"/>
                    <a:pt x="2316861" y="120904"/>
                    <a:pt x="2325624" y="121920"/>
                  </a:cubicBezTo>
                  <a:cubicBezTo>
                    <a:pt x="2328037" y="122174"/>
                    <a:pt x="2330577" y="122301"/>
                    <a:pt x="2332990" y="122301"/>
                  </a:cubicBezTo>
                  <a:cubicBezTo>
                    <a:pt x="2339213" y="122301"/>
                    <a:pt x="2345436" y="121412"/>
                    <a:pt x="2351532" y="119634"/>
                  </a:cubicBezTo>
                  <a:cubicBezTo>
                    <a:pt x="2361692" y="114808"/>
                    <a:pt x="2372487" y="112395"/>
                    <a:pt x="2383790" y="112395"/>
                  </a:cubicBezTo>
                  <a:cubicBezTo>
                    <a:pt x="2383917" y="112395"/>
                    <a:pt x="2384044" y="112395"/>
                    <a:pt x="2384171" y="112395"/>
                  </a:cubicBezTo>
                  <a:cubicBezTo>
                    <a:pt x="2395347" y="112395"/>
                    <a:pt x="2406015" y="114681"/>
                    <a:pt x="2416175" y="119380"/>
                  </a:cubicBezTo>
                  <a:cubicBezTo>
                    <a:pt x="2426843" y="122682"/>
                    <a:pt x="2437638" y="124333"/>
                    <a:pt x="2448560" y="124333"/>
                  </a:cubicBezTo>
                  <a:cubicBezTo>
                    <a:pt x="2455672" y="124333"/>
                    <a:pt x="2462911" y="123571"/>
                    <a:pt x="2470150" y="122174"/>
                  </a:cubicBezTo>
                  <a:cubicBezTo>
                    <a:pt x="2483612" y="119761"/>
                    <a:pt x="2497074" y="118618"/>
                    <a:pt x="2510536" y="118618"/>
                  </a:cubicBezTo>
                  <a:cubicBezTo>
                    <a:pt x="2522093" y="118618"/>
                    <a:pt x="2533523" y="119507"/>
                    <a:pt x="2545080" y="121285"/>
                  </a:cubicBezTo>
                  <a:cubicBezTo>
                    <a:pt x="2552446" y="123190"/>
                    <a:pt x="2559685" y="124079"/>
                    <a:pt x="2566924" y="124079"/>
                  </a:cubicBezTo>
                  <a:cubicBezTo>
                    <a:pt x="2577973" y="124079"/>
                    <a:pt x="2588895" y="121920"/>
                    <a:pt x="2599690" y="117475"/>
                  </a:cubicBezTo>
                  <a:cubicBezTo>
                    <a:pt x="2600452" y="117094"/>
                    <a:pt x="2601214" y="116967"/>
                    <a:pt x="2602230" y="116967"/>
                  </a:cubicBezTo>
                  <a:cubicBezTo>
                    <a:pt x="2608326" y="116967"/>
                    <a:pt x="2618486" y="123952"/>
                    <a:pt x="2627630" y="127381"/>
                  </a:cubicBezTo>
                  <a:cubicBezTo>
                    <a:pt x="2627630" y="127127"/>
                    <a:pt x="2630043" y="123444"/>
                    <a:pt x="2632583" y="123444"/>
                  </a:cubicBezTo>
                  <a:cubicBezTo>
                    <a:pt x="2632710" y="123444"/>
                    <a:pt x="2632710" y="123444"/>
                    <a:pt x="2632837" y="123444"/>
                  </a:cubicBezTo>
                  <a:cubicBezTo>
                    <a:pt x="2637409" y="122936"/>
                    <a:pt x="2641981" y="122809"/>
                    <a:pt x="2646553" y="122809"/>
                  </a:cubicBezTo>
                  <a:cubicBezTo>
                    <a:pt x="2670810" y="122809"/>
                    <a:pt x="2695321" y="128524"/>
                    <a:pt x="2719832" y="128524"/>
                  </a:cubicBezTo>
                  <a:cubicBezTo>
                    <a:pt x="2730754" y="128524"/>
                    <a:pt x="2741676" y="127381"/>
                    <a:pt x="2752471" y="124079"/>
                  </a:cubicBezTo>
                  <a:cubicBezTo>
                    <a:pt x="2755392" y="129159"/>
                    <a:pt x="2758440" y="130937"/>
                    <a:pt x="2761615" y="130937"/>
                  </a:cubicBezTo>
                  <a:cubicBezTo>
                    <a:pt x="2767965" y="130937"/>
                    <a:pt x="2774569" y="124206"/>
                    <a:pt x="2781300" y="124206"/>
                  </a:cubicBezTo>
                  <a:cubicBezTo>
                    <a:pt x="2782951" y="124206"/>
                    <a:pt x="2784729" y="124587"/>
                    <a:pt x="2786380" y="125730"/>
                  </a:cubicBezTo>
                  <a:cubicBezTo>
                    <a:pt x="2794000" y="130556"/>
                    <a:pt x="2804795" y="136398"/>
                    <a:pt x="2811526" y="136398"/>
                  </a:cubicBezTo>
                  <a:cubicBezTo>
                    <a:pt x="2813050" y="136398"/>
                    <a:pt x="2814320" y="136144"/>
                    <a:pt x="2815336" y="135509"/>
                  </a:cubicBezTo>
                  <a:cubicBezTo>
                    <a:pt x="2820797" y="132334"/>
                    <a:pt x="2825877" y="131318"/>
                    <a:pt x="2830703" y="131318"/>
                  </a:cubicBezTo>
                  <a:cubicBezTo>
                    <a:pt x="2838704" y="131318"/>
                    <a:pt x="2846197" y="133985"/>
                    <a:pt x="2853944" y="133985"/>
                  </a:cubicBezTo>
                  <a:cubicBezTo>
                    <a:pt x="2854579" y="133985"/>
                    <a:pt x="2855214" y="133985"/>
                    <a:pt x="2855849" y="133985"/>
                  </a:cubicBezTo>
                  <a:cubicBezTo>
                    <a:pt x="2856992" y="133985"/>
                    <a:pt x="2858135" y="133858"/>
                    <a:pt x="2859278" y="133858"/>
                  </a:cubicBezTo>
                  <a:cubicBezTo>
                    <a:pt x="2868803" y="133858"/>
                    <a:pt x="2878074" y="135636"/>
                    <a:pt x="2887726" y="135636"/>
                  </a:cubicBezTo>
                  <a:cubicBezTo>
                    <a:pt x="2895092" y="135636"/>
                    <a:pt x="2902585" y="134620"/>
                    <a:pt x="2910713" y="130937"/>
                  </a:cubicBezTo>
                  <a:cubicBezTo>
                    <a:pt x="2913381" y="129794"/>
                    <a:pt x="2916301" y="129286"/>
                    <a:pt x="2919603" y="129286"/>
                  </a:cubicBezTo>
                  <a:cubicBezTo>
                    <a:pt x="2932303" y="129286"/>
                    <a:pt x="2948813" y="136906"/>
                    <a:pt x="2965323" y="140335"/>
                  </a:cubicBezTo>
                  <a:lnTo>
                    <a:pt x="2981453" y="127381"/>
                  </a:lnTo>
                  <a:lnTo>
                    <a:pt x="2998217" y="141859"/>
                  </a:lnTo>
                  <a:cubicBezTo>
                    <a:pt x="3004440" y="137033"/>
                    <a:pt x="3010409" y="130810"/>
                    <a:pt x="3017775" y="130810"/>
                  </a:cubicBezTo>
                  <a:cubicBezTo>
                    <a:pt x="3021966" y="130810"/>
                    <a:pt x="3026664" y="132842"/>
                    <a:pt x="3032126" y="138303"/>
                  </a:cubicBezTo>
                  <a:cubicBezTo>
                    <a:pt x="3034031" y="140208"/>
                    <a:pt x="3037079" y="140843"/>
                    <a:pt x="3040761" y="140843"/>
                  </a:cubicBezTo>
                  <a:cubicBezTo>
                    <a:pt x="3049779" y="140843"/>
                    <a:pt x="3062732" y="136906"/>
                    <a:pt x="3072638" y="136398"/>
                  </a:cubicBezTo>
                  <a:cubicBezTo>
                    <a:pt x="3080131" y="135509"/>
                    <a:pt x="3087751" y="135128"/>
                    <a:pt x="3095244" y="135128"/>
                  </a:cubicBezTo>
                  <a:cubicBezTo>
                    <a:pt x="3101213" y="135128"/>
                    <a:pt x="3107055" y="135382"/>
                    <a:pt x="3113024" y="135890"/>
                  </a:cubicBezTo>
                  <a:cubicBezTo>
                    <a:pt x="3117088" y="136398"/>
                    <a:pt x="3121152" y="136525"/>
                    <a:pt x="3125216" y="136525"/>
                  </a:cubicBezTo>
                  <a:cubicBezTo>
                    <a:pt x="3133217" y="136525"/>
                    <a:pt x="3141091" y="135636"/>
                    <a:pt x="3148965" y="133858"/>
                  </a:cubicBezTo>
                  <a:lnTo>
                    <a:pt x="3161538" y="146050"/>
                  </a:lnTo>
                  <a:cubicBezTo>
                    <a:pt x="3171698" y="142113"/>
                    <a:pt x="3182112" y="139827"/>
                    <a:pt x="3192907" y="139192"/>
                  </a:cubicBezTo>
                  <a:cubicBezTo>
                    <a:pt x="3194431" y="139319"/>
                    <a:pt x="3195956" y="139446"/>
                    <a:pt x="3197479" y="139446"/>
                  </a:cubicBezTo>
                  <a:cubicBezTo>
                    <a:pt x="3205988" y="139446"/>
                    <a:pt x="3214625" y="137033"/>
                    <a:pt x="3223387" y="137033"/>
                  </a:cubicBezTo>
                  <a:cubicBezTo>
                    <a:pt x="3229610" y="137033"/>
                    <a:pt x="3235960" y="138303"/>
                    <a:pt x="3242310" y="142494"/>
                  </a:cubicBezTo>
                  <a:cubicBezTo>
                    <a:pt x="3242691" y="142748"/>
                    <a:pt x="3243072" y="142748"/>
                    <a:pt x="3243581" y="142748"/>
                  </a:cubicBezTo>
                  <a:cubicBezTo>
                    <a:pt x="3248153" y="142748"/>
                    <a:pt x="3259710" y="136271"/>
                    <a:pt x="3270250" y="136271"/>
                  </a:cubicBezTo>
                  <a:cubicBezTo>
                    <a:pt x="3271647" y="136271"/>
                    <a:pt x="3273172" y="136398"/>
                    <a:pt x="3274568" y="136652"/>
                  </a:cubicBezTo>
                  <a:cubicBezTo>
                    <a:pt x="3286760" y="137033"/>
                    <a:pt x="3298698" y="138557"/>
                    <a:pt x="3310509" y="141605"/>
                  </a:cubicBezTo>
                  <a:cubicBezTo>
                    <a:pt x="3312414" y="142494"/>
                    <a:pt x="3314192" y="142875"/>
                    <a:pt x="3315970" y="142875"/>
                  </a:cubicBezTo>
                  <a:cubicBezTo>
                    <a:pt x="3323209" y="142875"/>
                    <a:pt x="3329559" y="136779"/>
                    <a:pt x="3336798" y="136779"/>
                  </a:cubicBezTo>
                  <a:cubicBezTo>
                    <a:pt x="3339719" y="136779"/>
                    <a:pt x="3342767" y="137668"/>
                    <a:pt x="3346069" y="140335"/>
                  </a:cubicBezTo>
                  <a:cubicBezTo>
                    <a:pt x="3347339" y="141351"/>
                    <a:pt x="3348991" y="141605"/>
                    <a:pt x="3351023" y="141605"/>
                  </a:cubicBezTo>
                  <a:cubicBezTo>
                    <a:pt x="3357500" y="141605"/>
                    <a:pt x="3367025" y="137414"/>
                    <a:pt x="3374772" y="137414"/>
                  </a:cubicBezTo>
                  <a:cubicBezTo>
                    <a:pt x="3375406" y="137414"/>
                    <a:pt x="3376168" y="137414"/>
                    <a:pt x="3376804" y="137541"/>
                  </a:cubicBezTo>
                  <a:cubicBezTo>
                    <a:pt x="3395092" y="138176"/>
                    <a:pt x="3412999" y="141732"/>
                    <a:pt x="3431160" y="141732"/>
                  </a:cubicBezTo>
                  <a:cubicBezTo>
                    <a:pt x="3441319" y="141732"/>
                    <a:pt x="3451733" y="140589"/>
                    <a:pt x="3462275" y="137287"/>
                  </a:cubicBezTo>
                  <a:cubicBezTo>
                    <a:pt x="3466466" y="136144"/>
                    <a:pt x="3470530" y="135509"/>
                    <a:pt x="3474721" y="135509"/>
                  </a:cubicBezTo>
                  <a:cubicBezTo>
                    <a:pt x="3478658" y="135509"/>
                    <a:pt x="3482595" y="136017"/>
                    <a:pt x="3486532" y="137033"/>
                  </a:cubicBezTo>
                  <a:cubicBezTo>
                    <a:pt x="3494660" y="139192"/>
                    <a:pt x="3501645" y="143256"/>
                    <a:pt x="3507614" y="149098"/>
                  </a:cubicBezTo>
                  <a:cubicBezTo>
                    <a:pt x="3516123" y="143510"/>
                    <a:pt x="3524505" y="141478"/>
                    <a:pt x="3532887" y="141478"/>
                  </a:cubicBezTo>
                  <a:cubicBezTo>
                    <a:pt x="3545714" y="141478"/>
                    <a:pt x="3558668" y="146050"/>
                    <a:pt x="3572638" y="148971"/>
                  </a:cubicBezTo>
                  <a:cubicBezTo>
                    <a:pt x="3576575" y="149860"/>
                    <a:pt x="3580512" y="150114"/>
                    <a:pt x="3584322" y="150114"/>
                  </a:cubicBezTo>
                  <a:cubicBezTo>
                    <a:pt x="3600578" y="150114"/>
                    <a:pt x="3615564" y="143891"/>
                    <a:pt x="3631312" y="143891"/>
                  </a:cubicBezTo>
                  <a:cubicBezTo>
                    <a:pt x="3633217" y="143891"/>
                    <a:pt x="3635122" y="144018"/>
                    <a:pt x="3637154" y="144145"/>
                  </a:cubicBezTo>
                  <a:cubicBezTo>
                    <a:pt x="3664967" y="147828"/>
                    <a:pt x="3692780" y="149606"/>
                    <a:pt x="3720720" y="149606"/>
                  </a:cubicBezTo>
                  <a:cubicBezTo>
                    <a:pt x="3724022" y="149606"/>
                    <a:pt x="3727324" y="149606"/>
                    <a:pt x="3730499" y="149479"/>
                  </a:cubicBezTo>
                  <a:cubicBezTo>
                    <a:pt x="3738881" y="148844"/>
                    <a:pt x="3747263" y="145034"/>
                    <a:pt x="3756280" y="145034"/>
                  </a:cubicBezTo>
                  <a:cubicBezTo>
                    <a:pt x="3759328" y="145034"/>
                    <a:pt x="3762503" y="145415"/>
                    <a:pt x="3765678" y="146685"/>
                  </a:cubicBezTo>
                  <a:cubicBezTo>
                    <a:pt x="3773298" y="148971"/>
                    <a:pt x="3780918" y="150114"/>
                    <a:pt x="3788664" y="150114"/>
                  </a:cubicBezTo>
                  <a:cubicBezTo>
                    <a:pt x="3792855" y="150114"/>
                    <a:pt x="3797047" y="149733"/>
                    <a:pt x="3801237" y="149098"/>
                  </a:cubicBezTo>
                  <a:cubicBezTo>
                    <a:pt x="3817620" y="145542"/>
                    <a:pt x="3833622" y="141097"/>
                    <a:pt x="3849497" y="135509"/>
                  </a:cubicBezTo>
                  <a:cubicBezTo>
                    <a:pt x="3823970" y="132715"/>
                    <a:pt x="3810508" y="130429"/>
                    <a:pt x="3799205" y="128524"/>
                  </a:cubicBezTo>
                  <a:cubicBezTo>
                    <a:pt x="3787903" y="126619"/>
                    <a:pt x="3773170" y="125349"/>
                    <a:pt x="3767074" y="117856"/>
                  </a:cubicBezTo>
                  <a:cubicBezTo>
                    <a:pt x="3764661" y="115062"/>
                    <a:pt x="3762121" y="114046"/>
                    <a:pt x="3759708" y="114046"/>
                  </a:cubicBezTo>
                  <a:cubicBezTo>
                    <a:pt x="3753231" y="114046"/>
                    <a:pt x="3746755" y="120904"/>
                    <a:pt x="3741293" y="120904"/>
                  </a:cubicBezTo>
                  <a:cubicBezTo>
                    <a:pt x="3738626" y="120904"/>
                    <a:pt x="3736086" y="119253"/>
                    <a:pt x="3734054" y="114300"/>
                  </a:cubicBezTo>
                  <a:cubicBezTo>
                    <a:pt x="3729101" y="115570"/>
                    <a:pt x="3724148" y="116078"/>
                    <a:pt x="3719449" y="116078"/>
                  </a:cubicBezTo>
                  <a:cubicBezTo>
                    <a:pt x="3695319" y="116078"/>
                    <a:pt x="3673094" y="102616"/>
                    <a:pt x="3648710" y="101854"/>
                  </a:cubicBezTo>
                  <a:cubicBezTo>
                    <a:pt x="3612388" y="99949"/>
                    <a:pt x="3575939" y="93980"/>
                    <a:pt x="3539617" y="90043"/>
                  </a:cubicBezTo>
                  <a:lnTo>
                    <a:pt x="3389376" y="74168"/>
                  </a:lnTo>
                  <a:cubicBezTo>
                    <a:pt x="3371977" y="72263"/>
                    <a:pt x="3348990" y="76454"/>
                    <a:pt x="3338703" y="67056"/>
                  </a:cubicBezTo>
                  <a:cubicBezTo>
                    <a:pt x="3334131" y="62865"/>
                    <a:pt x="3329813" y="61468"/>
                    <a:pt x="3325622" y="61468"/>
                  </a:cubicBezTo>
                  <a:cubicBezTo>
                    <a:pt x="3317494" y="61468"/>
                    <a:pt x="3310001" y="66929"/>
                    <a:pt x="3302381" y="66929"/>
                  </a:cubicBezTo>
                  <a:cubicBezTo>
                    <a:pt x="3299587" y="66929"/>
                    <a:pt x="3296666" y="66167"/>
                    <a:pt x="3293745" y="64008"/>
                  </a:cubicBezTo>
                  <a:cubicBezTo>
                    <a:pt x="3285491" y="57912"/>
                    <a:pt x="3276092" y="56388"/>
                    <a:pt x="3266313" y="56388"/>
                  </a:cubicBezTo>
                  <a:cubicBezTo>
                    <a:pt x="3257169" y="56388"/>
                    <a:pt x="3247644" y="57658"/>
                    <a:pt x="3238373" y="57658"/>
                  </a:cubicBezTo>
                  <a:cubicBezTo>
                    <a:pt x="3225928" y="57658"/>
                    <a:pt x="3213863" y="55245"/>
                    <a:pt x="3203956" y="43942"/>
                  </a:cubicBezTo>
                  <a:cubicBezTo>
                    <a:pt x="3201670" y="46609"/>
                    <a:pt x="3199130" y="48768"/>
                    <a:pt x="3196082" y="50419"/>
                  </a:cubicBezTo>
                  <a:cubicBezTo>
                    <a:pt x="3193035" y="52070"/>
                    <a:pt x="3189859" y="53086"/>
                    <a:pt x="3186431" y="53594"/>
                  </a:cubicBezTo>
                  <a:cubicBezTo>
                    <a:pt x="3185160" y="53721"/>
                    <a:pt x="3184017" y="53848"/>
                    <a:pt x="3182748" y="53848"/>
                  </a:cubicBezTo>
                  <a:cubicBezTo>
                    <a:pt x="3180589" y="53848"/>
                    <a:pt x="3178430" y="53594"/>
                    <a:pt x="3176271" y="53086"/>
                  </a:cubicBezTo>
                  <a:cubicBezTo>
                    <a:pt x="3172969" y="52324"/>
                    <a:pt x="3169794" y="50927"/>
                    <a:pt x="3167000" y="48895"/>
                  </a:cubicBezTo>
                  <a:cubicBezTo>
                    <a:pt x="3161666" y="43688"/>
                    <a:pt x="3156713" y="42037"/>
                    <a:pt x="3152014" y="42037"/>
                  </a:cubicBezTo>
                  <a:cubicBezTo>
                    <a:pt x="3144394" y="42037"/>
                    <a:pt x="3137282" y="46228"/>
                    <a:pt x="3130170" y="46228"/>
                  </a:cubicBezTo>
                  <a:cubicBezTo>
                    <a:pt x="3129154" y="46228"/>
                    <a:pt x="3128011" y="46101"/>
                    <a:pt x="3126995" y="45974"/>
                  </a:cubicBezTo>
                  <a:cubicBezTo>
                    <a:pt x="3113152" y="43815"/>
                    <a:pt x="3099309" y="42291"/>
                    <a:pt x="3085339" y="41529"/>
                  </a:cubicBezTo>
                  <a:lnTo>
                    <a:pt x="2996058" y="31877"/>
                  </a:lnTo>
                  <a:cubicBezTo>
                    <a:pt x="2984120" y="29718"/>
                    <a:pt x="2971928" y="28321"/>
                    <a:pt x="2959736" y="27940"/>
                  </a:cubicBezTo>
                  <a:cubicBezTo>
                    <a:pt x="2953767" y="28194"/>
                    <a:pt x="2948052" y="29591"/>
                    <a:pt x="2942718" y="32131"/>
                  </a:cubicBezTo>
                  <a:cubicBezTo>
                    <a:pt x="2919731" y="27178"/>
                    <a:pt x="2900427" y="19939"/>
                    <a:pt x="2887854" y="19939"/>
                  </a:cubicBezTo>
                  <a:cubicBezTo>
                    <a:pt x="2885187" y="19939"/>
                    <a:pt x="2882901" y="20320"/>
                    <a:pt x="2880869" y="20955"/>
                  </a:cubicBezTo>
                  <a:cubicBezTo>
                    <a:pt x="2879345" y="21463"/>
                    <a:pt x="2877694" y="21717"/>
                    <a:pt x="2876170" y="21717"/>
                  </a:cubicBezTo>
                  <a:cubicBezTo>
                    <a:pt x="2869820" y="21717"/>
                    <a:pt x="2863851" y="17907"/>
                    <a:pt x="2858263" y="17907"/>
                  </a:cubicBezTo>
                  <a:cubicBezTo>
                    <a:pt x="2855088" y="17907"/>
                    <a:pt x="2852167" y="19177"/>
                    <a:pt x="2849373" y="22987"/>
                  </a:cubicBezTo>
                  <a:cubicBezTo>
                    <a:pt x="2845436" y="18415"/>
                    <a:pt x="2841372" y="16891"/>
                    <a:pt x="2837308" y="16891"/>
                  </a:cubicBezTo>
                  <a:cubicBezTo>
                    <a:pt x="2829561" y="16891"/>
                    <a:pt x="2821687" y="22352"/>
                    <a:pt x="2813813" y="22352"/>
                  </a:cubicBezTo>
                  <a:cubicBezTo>
                    <a:pt x="2813178" y="22352"/>
                    <a:pt x="2812670" y="22352"/>
                    <a:pt x="2812035" y="22225"/>
                  </a:cubicBezTo>
                  <a:cubicBezTo>
                    <a:pt x="2791207" y="20828"/>
                    <a:pt x="2770506" y="18288"/>
                    <a:pt x="2749932" y="14351"/>
                  </a:cubicBezTo>
                  <a:cubicBezTo>
                    <a:pt x="2747392" y="13589"/>
                    <a:pt x="2744979" y="13335"/>
                    <a:pt x="2742566" y="13335"/>
                  </a:cubicBezTo>
                  <a:cubicBezTo>
                    <a:pt x="2733930" y="13335"/>
                    <a:pt x="2725421" y="17018"/>
                    <a:pt x="2716785" y="17018"/>
                  </a:cubicBezTo>
                  <a:cubicBezTo>
                    <a:pt x="2711451" y="17018"/>
                    <a:pt x="2705990" y="15621"/>
                    <a:pt x="2700275" y="11176"/>
                  </a:cubicBezTo>
                  <a:cubicBezTo>
                    <a:pt x="2695576" y="7493"/>
                    <a:pt x="2690623" y="6223"/>
                    <a:pt x="2685543" y="6223"/>
                  </a:cubicBezTo>
                  <a:cubicBezTo>
                    <a:pt x="2672589" y="6223"/>
                    <a:pt x="2658873" y="14732"/>
                    <a:pt x="2645284" y="14732"/>
                  </a:cubicBezTo>
                  <a:cubicBezTo>
                    <a:pt x="2644268" y="14732"/>
                    <a:pt x="2643125" y="14732"/>
                    <a:pt x="2642109" y="14605"/>
                  </a:cubicBezTo>
                  <a:cubicBezTo>
                    <a:pt x="2617598" y="12192"/>
                    <a:pt x="2593214" y="6985"/>
                    <a:pt x="2568576" y="6985"/>
                  </a:cubicBezTo>
                  <a:cubicBezTo>
                    <a:pt x="2556130" y="6985"/>
                    <a:pt x="2543557" y="8382"/>
                    <a:pt x="2530857" y="12065"/>
                  </a:cubicBezTo>
                  <a:cubicBezTo>
                    <a:pt x="2526666" y="13081"/>
                    <a:pt x="2522475" y="13462"/>
                    <a:pt x="2518284" y="13462"/>
                  </a:cubicBezTo>
                  <a:cubicBezTo>
                    <a:pt x="2510410" y="13462"/>
                    <a:pt x="2502663" y="11684"/>
                    <a:pt x="2495170" y="8128"/>
                  </a:cubicBezTo>
                  <a:cubicBezTo>
                    <a:pt x="2493519" y="7239"/>
                    <a:pt x="2491741" y="6985"/>
                    <a:pt x="2490217" y="6985"/>
                  </a:cubicBezTo>
                  <a:cubicBezTo>
                    <a:pt x="2483359" y="6985"/>
                    <a:pt x="2477136" y="13208"/>
                    <a:pt x="2470405" y="13208"/>
                  </a:cubicBezTo>
                  <a:cubicBezTo>
                    <a:pt x="2467230" y="13208"/>
                    <a:pt x="2463801" y="11811"/>
                    <a:pt x="2460118" y="7620"/>
                  </a:cubicBezTo>
                  <a:cubicBezTo>
                    <a:pt x="2457832" y="5588"/>
                    <a:pt x="2455292" y="4064"/>
                    <a:pt x="2452371" y="3048"/>
                  </a:cubicBezTo>
                  <a:cubicBezTo>
                    <a:pt x="2450212" y="2413"/>
                    <a:pt x="2448053" y="2032"/>
                    <a:pt x="2445894" y="2032"/>
                  </a:cubicBezTo>
                  <a:cubicBezTo>
                    <a:pt x="2445132" y="2032"/>
                    <a:pt x="2444243" y="2032"/>
                    <a:pt x="2443481" y="2159"/>
                  </a:cubicBezTo>
                  <a:cubicBezTo>
                    <a:pt x="2440433" y="2540"/>
                    <a:pt x="2437639" y="3429"/>
                    <a:pt x="2434972" y="5080"/>
                  </a:cubicBezTo>
                  <a:cubicBezTo>
                    <a:pt x="2432305" y="6731"/>
                    <a:pt x="2430146" y="8763"/>
                    <a:pt x="2428368" y="11303"/>
                  </a:cubicBezTo>
                  <a:cubicBezTo>
                    <a:pt x="2425066" y="5969"/>
                    <a:pt x="2421510" y="4318"/>
                    <a:pt x="2417954" y="4318"/>
                  </a:cubicBezTo>
                  <a:cubicBezTo>
                    <a:pt x="2411604" y="4318"/>
                    <a:pt x="2405000" y="9271"/>
                    <a:pt x="2398523" y="9271"/>
                  </a:cubicBezTo>
                  <a:cubicBezTo>
                    <a:pt x="2397633" y="9271"/>
                    <a:pt x="2396745" y="9144"/>
                    <a:pt x="2395729" y="8890"/>
                  </a:cubicBezTo>
                  <a:cubicBezTo>
                    <a:pt x="2371091" y="4318"/>
                    <a:pt x="2346326" y="2032"/>
                    <a:pt x="2321561" y="2032"/>
                  </a:cubicBezTo>
                  <a:cubicBezTo>
                    <a:pt x="2301876" y="2032"/>
                    <a:pt x="2282064" y="3429"/>
                    <a:pt x="2262252" y="6350"/>
                  </a:cubicBezTo>
                  <a:cubicBezTo>
                    <a:pt x="2248790" y="7239"/>
                    <a:pt x="2235328" y="7620"/>
                    <a:pt x="2221866" y="7620"/>
                  </a:cubicBezTo>
                  <a:cubicBezTo>
                    <a:pt x="2201800" y="7620"/>
                    <a:pt x="2181734" y="6604"/>
                    <a:pt x="2161668" y="4699"/>
                  </a:cubicBezTo>
                  <a:cubicBezTo>
                    <a:pt x="2161414" y="4699"/>
                    <a:pt x="2161160" y="4699"/>
                    <a:pt x="2160906" y="4699"/>
                  </a:cubicBezTo>
                  <a:cubicBezTo>
                    <a:pt x="2155318" y="4699"/>
                    <a:pt x="2149349" y="8890"/>
                    <a:pt x="2145920" y="10033"/>
                  </a:cubicBezTo>
                  <a:cubicBezTo>
                    <a:pt x="2137284" y="6858"/>
                    <a:pt x="2127124" y="0"/>
                    <a:pt x="212153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3142069" y="7655976"/>
            <a:ext cx="3849767" cy="221771"/>
            <a:chOff x="0" y="0"/>
            <a:chExt cx="3849764" cy="221767"/>
          </a:xfrm>
        </p:grpSpPr>
        <p:sp>
          <p:nvSpPr>
            <p:cNvPr id="5" name="Freeform 5"/>
            <p:cNvSpPr/>
            <p:nvPr/>
          </p:nvSpPr>
          <p:spPr>
            <a:xfrm>
              <a:off x="0" y="-254"/>
              <a:ext cx="3849497" cy="222123"/>
            </a:xfrm>
            <a:custGeom>
              <a:avLst/>
              <a:gdLst/>
              <a:ahLst/>
              <a:cxnLst/>
              <a:rect l="l" t="t" r="r" b="b"/>
              <a:pathLst>
                <a:path w="3849497" h="222123">
                  <a:moveTo>
                    <a:pt x="2627630" y="127254"/>
                  </a:moveTo>
                  <a:cubicBezTo>
                    <a:pt x="2627630" y="127254"/>
                    <a:pt x="2627630" y="127254"/>
                    <a:pt x="2627630" y="127254"/>
                  </a:cubicBezTo>
                  <a:cubicBezTo>
                    <a:pt x="2627630" y="127254"/>
                    <a:pt x="2627630" y="127254"/>
                    <a:pt x="2627630" y="127254"/>
                  </a:cubicBezTo>
                  <a:cubicBezTo>
                    <a:pt x="2627630" y="127254"/>
                    <a:pt x="2627630" y="127254"/>
                    <a:pt x="2627630" y="127254"/>
                  </a:cubicBezTo>
                  <a:close/>
                  <a:moveTo>
                    <a:pt x="2121535" y="254"/>
                  </a:moveTo>
                  <a:cubicBezTo>
                    <a:pt x="2120519" y="254"/>
                    <a:pt x="2119757" y="508"/>
                    <a:pt x="2119122" y="889"/>
                  </a:cubicBezTo>
                  <a:cubicBezTo>
                    <a:pt x="2114931" y="3810"/>
                    <a:pt x="2110740" y="4699"/>
                    <a:pt x="2106422" y="4699"/>
                  </a:cubicBezTo>
                  <a:cubicBezTo>
                    <a:pt x="2100326" y="4699"/>
                    <a:pt x="2094230" y="2921"/>
                    <a:pt x="2087753" y="2921"/>
                  </a:cubicBezTo>
                  <a:cubicBezTo>
                    <a:pt x="2084705" y="2921"/>
                    <a:pt x="2081530" y="3302"/>
                    <a:pt x="2078355" y="4572"/>
                  </a:cubicBezTo>
                  <a:cubicBezTo>
                    <a:pt x="2075561" y="5588"/>
                    <a:pt x="2072386" y="5969"/>
                    <a:pt x="2069211" y="5969"/>
                  </a:cubicBezTo>
                  <a:cubicBezTo>
                    <a:pt x="2059305" y="5969"/>
                    <a:pt x="2047875" y="2286"/>
                    <a:pt x="2038096" y="2286"/>
                  </a:cubicBezTo>
                  <a:cubicBezTo>
                    <a:pt x="2034540" y="2286"/>
                    <a:pt x="2031111" y="2794"/>
                    <a:pt x="2028190" y="4191"/>
                  </a:cubicBezTo>
                  <a:cubicBezTo>
                    <a:pt x="2018919" y="7239"/>
                    <a:pt x="2009775" y="8763"/>
                    <a:pt x="2000504" y="8763"/>
                  </a:cubicBezTo>
                  <a:cubicBezTo>
                    <a:pt x="1991233" y="8763"/>
                    <a:pt x="1982216" y="7239"/>
                    <a:pt x="1973072" y="4318"/>
                  </a:cubicBezTo>
                  <a:cubicBezTo>
                    <a:pt x="1956562" y="4826"/>
                    <a:pt x="1940306" y="6858"/>
                    <a:pt x="1924177" y="10541"/>
                  </a:cubicBezTo>
                  <a:cubicBezTo>
                    <a:pt x="1923669" y="10541"/>
                    <a:pt x="1923161" y="10541"/>
                    <a:pt x="1922653" y="10541"/>
                  </a:cubicBezTo>
                  <a:cubicBezTo>
                    <a:pt x="1909699" y="10541"/>
                    <a:pt x="1896618" y="5588"/>
                    <a:pt x="1883664" y="5588"/>
                  </a:cubicBezTo>
                  <a:cubicBezTo>
                    <a:pt x="1876933" y="5588"/>
                    <a:pt x="1870202" y="6985"/>
                    <a:pt x="1863598" y="11049"/>
                  </a:cubicBezTo>
                  <a:cubicBezTo>
                    <a:pt x="1859026" y="7747"/>
                    <a:pt x="1854454" y="6731"/>
                    <a:pt x="1849755" y="6731"/>
                  </a:cubicBezTo>
                  <a:cubicBezTo>
                    <a:pt x="1840865" y="6731"/>
                    <a:pt x="1831721" y="10668"/>
                    <a:pt x="1822450" y="10668"/>
                  </a:cubicBezTo>
                  <a:cubicBezTo>
                    <a:pt x="1820291" y="10668"/>
                    <a:pt x="1818132" y="10414"/>
                    <a:pt x="1815846" y="9906"/>
                  </a:cubicBezTo>
                  <a:cubicBezTo>
                    <a:pt x="1807718" y="8763"/>
                    <a:pt x="1799590" y="8128"/>
                    <a:pt x="1791589" y="8128"/>
                  </a:cubicBezTo>
                  <a:cubicBezTo>
                    <a:pt x="1779905" y="8128"/>
                    <a:pt x="1768348" y="9398"/>
                    <a:pt x="1756791" y="11811"/>
                  </a:cubicBezTo>
                  <a:cubicBezTo>
                    <a:pt x="1723390" y="15367"/>
                    <a:pt x="1689989" y="17145"/>
                    <a:pt x="1656588" y="17145"/>
                  </a:cubicBezTo>
                  <a:cubicBezTo>
                    <a:pt x="1640332" y="17145"/>
                    <a:pt x="1624076" y="16764"/>
                    <a:pt x="1607693" y="15875"/>
                  </a:cubicBezTo>
                  <a:cubicBezTo>
                    <a:pt x="1603248" y="15748"/>
                    <a:pt x="1598930" y="15621"/>
                    <a:pt x="1594485" y="15621"/>
                  </a:cubicBezTo>
                  <a:cubicBezTo>
                    <a:pt x="1567180" y="15621"/>
                    <a:pt x="1539875" y="18669"/>
                    <a:pt x="1513459" y="18669"/>
                  </a:cubicBezTo>
                  <a:cubicBezTo>
                    <a:pt x="1496568" y="18669"/>
                    <a:pt x="1480185" y="17399"/>
                    <a:pt x="1464437" y="13208"/>
                  </a:cubicBezTo>
                  <a:lnTo>
                    <a:pt x="1429512" y="26924"/>
                  </a:lnTo>
                  <a:cubicBezTo>
                    <a:pt x="1420876" y="23495"/>
                    <a:pt x="1412494" y="17526"/>
                    <a:pt x="1407160" y="17526"/>
                  </a:cubicBezTo>
                  <a:cubicBezTo>
                    <a:pt x="1406271" y="17526"/>
                    <a:pt x="1405509" y="17653"/>
                    <a:pt x="1404874" y="18034"/>
                  </a:cubicBezTo>
                  <a:cubicBezTo>
                    <a:pt x="1395476" y="22225"/>
                    <a:pt x="1385697" y="24511"/>
                    <a:pt x="1375410" y="24892"/>
                  </a:cubicBezTo>
                  <a:cubicBezTo>
                    <a:pt x="1374267" y="24892"/>
                    <a:pt x="1373124" y="25019"/>
                    <a:pt x="1371981" y="25019"/>
                  </a:cubicBezTo>
                  <a:cubicBezTo>
                    <a:pt x="1362964" y="25019"/>
                    <a:pt x="1354074" y="23495"/>
                    <a:pt x="1345565" y="20574"/>
                  </a:cubicBezTo>
                  <a:cubicBezTo>
                    <a:pt x="1341374" y="19431"/>
                    <a:pt x="1337183" y="18923"/>
                    <a:pt x="1333119" y="18923"/>
                  </a:cubicBezTo>
                  <a:cubicBezTo>
                    <a:pt x="1317371" y="18923"/>
                    <a:pt x="1303147" y="26035"/>
                    <a:pt x="1287653" y="26035"/>
                  </a:cubicBezTo>
                  <a:cubicBezTo>
                    <a:pt x="1287145" y="26035"/>
                    <a:pt x="1286764" y="26035"/>
                    <a:pt x="1286256" y="26035"/>
                  </a:cubicBezTo>
                  <a:cubicBezTo>
                    <a:pt x="1274572" y="23876"/>
                    <a:pt x="1263015" y="22860"/>
                    <a:pt x="1251331" y="22860"/>
                  </a:cubicBezTo>
                  <a:cubicBezTo>
                    <a:pt x="1239520" y="22860"/>
                    <a:pt x="1227836" y="23876"/>
                    <a:pt x="1216025" y="26035"/>
                  </a:cubicBezTo>
                  <a:cubicBezTo>
                    <a:pt x="1203325" y="28956"/>
                    <a:pt x="1190752" y="30353"/>
                    <a:pt x="1178052" y="30353"/>
                  </a:cubicBezTo>
                  <a:cubicBezTo>
                    <a:pt x="1168400" y="30353"/>
                    <a:pt x="1158621" y="29464"/>
                    <a:pt x="1148969" y="27813"/>
                  </a:cubicBezTo>
                  <a:cubicBezTo>
                    <a:pt x="1146175" y="27813"/>
                    <a:pt x="1143254" y="27686"/>
                    <a:pt x="1140460" y="27686"/>
                  </a:cubicBezTo>
                  <a:cubicBezTo>
                    <a:pt x="1117092" y="27686"/>
                    <a:pt x="1093851" y="29591"/>
                    <a:pt x="1070737" y="33274"/>
                  </a:cubicBezTo>
                  <a:cubicBezTo>
                    <a:pt x="1069975" y="33274"/>
                    <a:pt x="1069086" y="33274"/>
                    <a:pt x="1068324" y="33274"/>
                  </a:cubicBezTo>
                  <a:cubicBezTo>
                    <a:pt x="1058418" y="33274"/>
                    <a:pt x="1047369" y="30353"/>
                    <a:pt x="1037717" y="30353"/>
                  </a:cubicBezTo>
                  <a:cubicBezTo>
                    <a:pt x="1033272" y="30353"/>
                    <a:pt x="1029208" y="30988"/>
                    <a:pt x="1025652" y="32766"/>
                  </a:cubicBezTo>
                  <a:cubicBezTo>
                    <a:pt x="1018032" y="35941"/>
                    <a:pt x="1010412" y="37592"/>
                    <a:pt x="1002792" y="37592"/>
                  </a:cubicBezTo>
                  <a:cubicBezTo>
                    <a:pt x="995426" y="37592"/>
                    <a:pt x="988187" y="36068"/>
                    <a:pt x="980821" y="33147"/>
                  </a:cubicBezTo>
                  <a:cubicBezTo>
                    <a:pt x="979805" y="32893"/>
                    <a:pt x="978916" y="32893"/>
                    <a:pt x="977900" y="32893"/>
                  </a:cubicBezTo>
                  <a:cubicBezTo>
                    <a:pt x="970026" y="32893"/>
                    <a:pt x="962152" y="38608"/>
                    <a:pt x="954786" y="38608"/>
                  </a:cubicBezTo>
                  <a:cubicBezTo>
                    <a:pt x="950595" y="38608"/>
                    <a:pt x="946658" y="36830"/>
                    <a:pt x="942975" y="31242"/>
                  </a:cubicBezTo>
                  <a:cubicBezTo>
                    <a:pt x="938276" y="37211"/>
                    <a:pt x="932688" y="38735"/>
                    <a:pt x="926973" y="38735"/>
                  </a:cubicBezTo>
                  <a:cubicBezTo>
                    <a:pt x="921258" y="38735"/>
                    <a:pt x="915670" y="37338"/>
                    <a:pt x="910590" y="37338"/>
                  </a:cubicBezTo>
                  <a:cubicBezTo>
                    <a:pt x="910209" y="37338"/>
                    <a:pt x="909828" y="37338"/>
                    <a:pt x="909447" y="37338"/>
                  </a:cubicBezTo>
                  <a:cubicBezTo>
                    <a:pt x="901319" y="37719"/>
                    <a:pt x="888492" y="42037"/>
                    <a:pt x="882142" y="42037"/>
                  </a:cubicBezTo>
                  <a:cubicBezTo>
                    <a:pt x="880364" y="42037"/>
                    <a:pt x="879094" y="41656"/>
                    <a:pt x="878586" y="40894"/>
                  </a:cubicBezTo>
                  <a:cubicBezTo>
                    <a:pt x="875538" y="36068"/>
                    <a:pt x="872744" y="34417"/>
                    <a:pt x="870077" y="34417"/>
                  </a:cubicBezTo>
                  <a:cubicBezTo>
                    <a:pt x="863981" y="34417"/>
                    <a:pt x="858774" y="43307"/>
                    <a:pt x="852170" y="43307"/>
                  </a:cubicBezTo>
                  <a:cubicBezTo>
                    <a:pt x="850773" y="43307"/>
                    <a:pt x="849376" y="42926"/>
                    <a:pt x="847852" y="41910"/>
                  </a:cubicBezTo>
                  <a:cubicBezTo>
                    <a:pt x="844423" y="39878"/>
                    <a:pt x="840105" y="39243"/>
                    <a:pt x="835406" y="39243"/>
                  </a:cubicBezTo>
                  <a:cubicBezTo>
                    <a:pt x="828294" y="39243"/>
                    <a:pt x="820293" y="40767"/>
                    <a:pt x="813308" y="41021"/>
                  </a:cubicBezTo>
                  <a:cubicBezTo>
                    <a:pt x="801878" y="41402"/>
                    <a:pt x="790448" y="42418"/>
                    <a:pt x="779145" y="44196"/>
                  </a:cubicBezTo>
                  <a:cubicBezTo>
                    <a:pt x="768223" y="46990"/>
                    <a:pt x="757047" y="49149"/>
                    <a:pt x="745744" y="50419"/>
                  </a:cubicBezTo>
                  <a:cubicBezTo>
                    <a:pt x="745109" y="50419"/>
                    <a:pt x="744474" y="50419"/>
                    <a:pt x="743839" y="50419"/>
                  </a:cubicBezTo>
                  <a:cubicBezTo>
                    <a:pt x="727710" y="50419"/>
                    <a:pt x="710311" y="46482"/>
                    <a:pt x="695071" y="46482"/>
                  </a:cubicBezTo>
                  <a:cubicBezTo>
                    <a:pt x="693039" y="46482"/>
                    <a:pt x="691134" y="46609"/>
                    <a:pt x="689229" y="46736"/>
                  </a:cubicBezTo>
                  <a:cubicBezTo>
                    <a:pt x="674243" y="47879"/>
                    <a:pt x="657733" y="59309"/>
                    <a:pt x="644652" y="59309"/>
                  </a:cubicBezTo>
                  <a:cubicBezTo>
                    <a:pt x="642620" y="59309"/>
                    <a:pt x="640588" y="59055"/>
                    <a:pt x="638810" y="58420"/>
                  </a:cubicBezTo>
                  <a:cubicBezTo>
                    <a:pt x="628142" y="55626"/>
                    <a:pt x="617347" y="54229"/>
                    <a:pt x="606425" y="54229"/>
                  </a:cubicBezTo>
                  <a:cubicBezTo>
                    <a:pt x="600837" y="54229"/>
                    <a:pt x="595249" y="54610"/>
                    <a:pt x="589661" y="55372"/>
                  </a:cubicBezTo>
                  <a:cubicBezTo>
                    <a:pt x="575056" y="55626"/>
                    <a:pt x="560451" y="60071"/>
                    <a:pt x="546100" y="60579"/>
                  </a:cubicBezTo>
                  <a:cubicBezTo>
                    <a:pt x="532511" y="60960"/>
                    <a:pt x="519049" y="61087"/>
                    <a:pt x="505587" y="61087"/>
                  </a:cubicBezTo>
                  <a:cubicBezTo>
                    <a:pt x="494411" y="61087"/>
                    <a:pt x="483108" y="60960"/>
                    <a:pt x="471932" y="60960"/>
                  </a:cubicBezTo>
                  <a:cubicBezTo>
                    <a:pt x="464820" y="60960"/>
                    <a:pt x="457708" y="60960"/>
                    <a:pt x="450469" y="61087"/>
                  </a:cubicBezTo>
                  <a:cubicBezTo>
                    <a:pt x="442976" y="61214"/>
                    <a:pt x="437642" y="69088"/>
                    <a:pt x="430276" y="69088"/>
                  </a:cubicBezTo>
                  <a:cubicBezTo>
                    <a:pt x="427101" y="69088"/>
                    <a:pt x="423545" y="67691"/>
                    <a:pt x="419354" y="63627"/>
                  </a:cubicBezTo>
                  <a:cubicBezTo>
                    <a:pt x="414401" y="61341"/>
                    <a:pt x="409321" y="60198"/>
                    <a:pt x="403987" y="60198"/>
                  </a:cubicBezTo>
                  <a:cubicBezTo>
                    <a:pt x="403352" y="60198"/>
                    <a:pt x="402717" y="60198"/>
                    <a:pt x="402082" y="60198"/>
                  </a:cubicBezTo>
                  <a:cubicBezTo>
                    <a:pt x="395986" y="60452"/>
                    <a:pt x="390398" y="62230"/>
                    <a:pt x="385191" y="65278"/>
                  </a:cubicBezTo>
                  <a:cubicBezTo>
                    <a:pt x="378968" y="69596"/>
                    <a:pt x="372491" y="70358"/>
                    <a:pt x="366268" y="70358"/>
                  </a:cubicBezTo>
                  <a:cubicBezTo>
                    <a:pt x="363220" y="70358"/>
                    <a:pt x="360299" y="70231"/>
                    <a:pt x="357378" y="70231"/>
                  </a:cubicBezTo>
                  <a:cubicBezTo>
                    <a:pt x="353568" y="70231"/>
                    <a:pt x="350012" y="70485"/>
                    <a:pt x="346583" y="71882"/>
                  </a:cubicBezTo>
                  <a:cubicBezTo>
                    <a:pt x="342265" y="74041"/>
                    <a:pt x="337566" y="75184"/>
                    <a:pt x="332867" y="75184"/>
                  </a:cubicBezTo>
                  <a:cubicBezTo>
                    <a:pt x="331724" y="75184"/>
                    <a:pt x="330581" y="75184"/>
                    <a:pt x="329438" y="75057"/>
                  </a:cubicBezTo>
                  <a:cubicBezTo>
                    <a:pt x="323342" y="74422"/>
                    <a:pt x="318008" y="72136"/>
                    <a:pt x="313309" y="68326"/>
                  </a:cubicBezTo>
                  <a:lnTo>
                    <a:pt x="274828" y="84709"/>
                  </a:lnTo>
                  <a:cubicBezTo>
                    <a:pt x="271399" y="80772"/>
                    <a:pt x="269494" y="75819"/>
                    <a:pt x="267081" y="75565"/>
                  </a:cubicBezTo>
                  <a:cubicBezTo>
                    <a:pt x="266827" y="75565"/>
                    <a:pt x="266573" y="75565"/>
                    <a:pt x="266319" y="75565"/>
                  </a:cubicBezTo>
                  <a:cubicBezTo>
                    <a:pt x="248412" y="75565"/>
                    <a:pt x="75565" y="100330"/>
                    <a:pt x="65405" y="105791"/>
                  </a:cubicBezTo>
                  <a:cubicBezTo>
                    <a:pt x="43942" y="117729"/>
                    <a:pt x="22352" y="131445"/>
                    <a:pt x="762" y="144399"/>
                  </a:cubicBezTo>
                  <a:lnTo>
                    <a:pt x="762" y="144399"/>
                  </a:lnTo>
                  <a:lnTo>
                    <a:pt x="12192" y="157988"/>
                  </a:lnTo>
                  <a:lnTo>
                    <a:pt x="0" y="172212"/>
                  </a:lnTo>
                  <a:lnTo>
                    <a:pt x="13462" y="204978"/>
                  </a:lnTo>
                  <a:cubicBezTo>
                    <a:pt x="27305" y="209423"/>
                    <a:pt x="40259" y="222123"/>
                    <a:pt x="54610" y="222123"/>
                  </a:cubicBezTo>
                  <a:cubicBezTo>
                    <a:pt x="60452" y="222123"/>
                    <a:pt x="66548" y="219964"/>
                    <a:pt x="72898" y="214376"/>
                  </a:cubicBezTo>
                  <a:cubicBezTo>
                    <a:pt x="78105" y="217932"/>
                    <a:pt x="82677" y="219202"/>
                    <a:pt x="86995" y="219202"/>
                  </a:cubicBezTo>
                  <a:cubicBezTo>
                    <a:pt x="102489" y="219202"/>
                    <a:pt x="113157" y="200660"/>
                    <a:pt x="131826" y="200660"/>
                  </a:cubicBezTo>
                  <a:cubicBezTo>
                    <a:pt x="132842" y="200660"/>
                    <a:pt x="133858" y="200660"/>
                    <a:pt x="134874" y="200787"/>
                  </a:cubicBezTo>
                  <a:cubicBezTo>
                    <a:pt x="143129" y="201422"/>
                    <a:pt x="151511" y="201803"/>
                    <a:pt x="159766" y="201803"/>
                  </a:cubicBezTo>
                  <a:cubicBezTo>
                    <a:pt x="167513" y="201803"/>
                    <a:pt x="175133" y="201549"/>
                    <a:pt x="182880" y="200914"/>
                  </a:cubicBezTo>
                  <a:cubicBezTo>
                    <a:pt x="189103" y="195834"/>
                    <a:pt x="195199" y="194310"/>
                    <a:pt x="201295" y="194310"/>
                  </a:cubicBezTo>
                  <a:cubicBezTo>
                    <a:pt x="211455" y="194310"/>
                    <a:pt x="221615" y="198628"/>
                    <a:pt x="232156" y="198628"/>
                  </a:cubicBezTo>
                  <a:cubicBezTo>
                    <a:pt x="233934" y="198628"/>
                    <a:pt x="235712" y="198501"/>
                    <a:pt x="237490" y="198247"/>
                  </a:cubicBezTo>
                  <a:cubicBezTo>
                    <a:pt x="256540" y="195326"/>
                    <a:pt x="276098" y="189865"/>
                    <a:pt x="294513" y="187706"/>
                  </a:cubicBezTo>
                  <a:cubicBezTo>
                    <a:pt x="312928" y="185547"/>
                    <a:pt x="332232" y="185547"/>
                    <a:pt x="355346" y="184404"/>
                  </a:cubicBezTo>
                  <a:lnTo>
                    <a:pt x="366395" y="194056"/>
                  </a:lnTo>
                  <a:lnTo>
                    <a:pt x="389509" y="176403"/>
                  </a:lnTo>
                  <a:lnTo>
                    <a:pt x="532638" y="177165"/>
                  </a:lnTo>
                  <a:cubicBezTo>
                    <a:pt x="541020" y="169037"/>
                    <a:pt x="550545" y="167005"/>
                    <a:pt x="560578" y="167005"/>
                  </a:cubicBezTo>
                  <a:cubicBezTo>
                    <a:pt x="569976" y="167005"/>
                    <a:pt x="579628" y="168783"/>
                    <a:pt x="589026" y="168783"/>
                  </a:cubicBezTo>
                  <a:cubicBezTo>
                    <a:pt x="594487" y="168783"/>
                    <a:pt x="599948" y="168148"/>
                    <a:pt x="605028" y="166243"/>
                  </a:cubicBezTo>
                  <a:cubicBezTo>
                    <a:pt x="610997" y="164084"/>
                    <a:pt x="617347" y="163195"/>
                    <a:pt x="624078" y="163195"/>
                  </a:cubicBezTo>
                  <a:cubicBezTo>
                    <a:pt x="643636" y="163195"/>
                    <a:pt x="665734" y="170434"/>
                    <a:pt x="685038" y="172466"/>
                  </a:cubicBezTo>
                  <a:cubicBezTo>
                    <a:pt x="700659" y="162814"/>
                    <a:pt x="715645" y="155956"/>
                    <a:pt x="730631" y="155956"/>
                  </a:cubicBezTo>
                  <a:cubicBezTo>
                    <a:pt x="741045" y="155956"/>
                    <a:pt x="751332" y="159258"/>
                    <a:pt x="761873" y="167259"/>
                  </a:cubicBezTo>
                  <a:lnTo>
                    <a:pt x="794385" y="154051"/>
                  </a:lnTo>
                  <a:lnTo>
                    <a:pt x="803402" y="164084"/>
                  </a:lnTo>
                  <a:cubicBezTo>
                    <a:pt x="814324" y="160909"/>
                    <a:pt x="825500" y="158750"/>
                    <a:pt x="836803" y="157353"/>
                  </a:cubicBezTo>
                  <a:cubicBezTo>
                    <a:pt x="844804" y="157099"/>
                    <a:pt x="852805" y="156972"/>
                    <a:pt x="860933" y="156972"/>
                  </a:cubicBezTo>
                  <a:cubicBezTo>
                    <a:pt x="871855" y="156972"/>
                    <a:pt x="882777" y="157099"/>
                    <a:pt x="893572" y="157099"/>
                  </a:cubicBezTo>
                  <a:cubicBezTo>
                    <a:pt x="906399" y="157099"/>
                    <a:pt x="919353" y="156972"/>
                    <a:pt x="932180" y="156083"/>
                  </a:cubicBezTo>
                  <a:cubicBezTo>
                    <a:pt x="950214" y="153416"/>
                    <a:pt x="967867" y="149225"/>
                    <a:pt x="985139" y="143510"/>
                  </a:cubicBezTo>
                  <a:lnTo>
                    <a:pt x="993902" y="153543"/>
                  </a:lnTo>
                  <a:cubicBezTo>
                    <a:pt x="1055497" y="135382"/>
                    <a:pt x="1123188" y="153797"/>
                    <a:pt x="1185799" y="133985"/>
                  </a:cubicBezTo>
                  <a:lnTo>
                    <a:pt x="1195324" y="144907"/>
                  </a:lnTo>
                  <a:cubicBezTo>
                    <a:pt x="1203071" y="141097"/>
                    <a:pt x="1210691" y="139700"/>
                    <a:pt x="1218311" y="139700"/>
                  </a:cubicBezTo>
                  <a:cubicBezTo>
                    <a:pt x="1231265" y="139700"/>
                    <a:pt x="1244600" y="143891"/>
                    <a:pt x="1258951" y="147574"/>
                  </a:cubicBezTo>
                  <a:lnTo>
                    <a:pt x="1280795" y="131572"/>
                  </a:lnTo>
                  <a:cubicBezTo>
                    <a:pt x="1302004" y="135763"/>
                    <a:pt x="1323086" y="137414"/>
                    <a:pt x="1344041" y="137414"/>
                  </a:cubicBezTo>
                  <a:cubicBezTo>
                    <a:pt x="1389507" y="137414"/>
                    <a:pt x="1434465" y="129540"/>
                    <a:pt x="1479296" y="122047"/>
                  </a:cubicBezTo>
                  <a:cubicBezTo>
                    <a:pt x="1486662" y="131953"/>
                    <a:pt x="1496060" y="135255"/>
                    <a:pt x="1507998" y="135255"/>
                  </a:cubicBezTo>
                  <a:cubicBezTo>
                    <a:pt x="1514602" y="135255"/>
                    <a:pt x="1521841" y="134239"/>
                    <a:pt x="1529969" y="132715"/>
                  </a:cubicBezTo>
                  <a:lnTo>
                    <a:pt x="1543685" y="116205"/>
                  </a:lnTo>
                  <a:cubicBezTo>
                    <a:pt x="1548765" y="126873"/>
                    <a:pt x="1555369" y="130175"/>
                    <a:pt x="1562735" y="130175"/>
                  </a:cubicBezTo>
                  <a:cubicBezTo>
                    <a:pt x="1573911" y="130175"/>
                    <a:pt x="1586484" y="122809"/>
                    <a:pt x="1597279" y="122809"/>
                  </a:cubicBezTo>
                  <a:cubicBezTo>
                    <a:pt x="1604010" y="122809"/>
                    <a:pt x="1610106" y="125730"/>
                    <a:pt x="1614551" y="135001"/>
                  </a:cubicBezTo>
                  <a:cubicBezTo>
                    <a:pt x="1614551" y="135001"/>
                    <a:pt x="1614551" y="135001"/>
                    <a:pt x="1614551" y="135001"/>
                  </a:cubicBezTo>
                  <a:cubicBezTo>
                    <a:pt x="1614932" y="135001"/>
                    <a:pt x="1617726" y="133731"/>
                    <a:pt x="1629283" y="129159"/>
                  </a:cubicBezTo>
                  <a:lnTo>
                    <a:pt x="1638554" y="112014"/>
                  </a:lnTo>
                  <a:lnTo>
                    <a:pt x="1658366" y="128905"/>
                  </a:lnTo>
                  <a:cubicBezTo>
                    <a:pt x="1662684" y="126492"/>
                    <a:pt x="1666875" y="121412"/>
                    <a:pt x="1671066" y="121412"/>
                  </a:cubicBezTo>
                  <a:cubicBezTo>
                    <a:pt x="1671193" y="121412"/>
                    <a:pt x="1671447" y="121412"/>
                    <a:pt x="1671574" y="121412"/>
                  </a:cubicBezTo>
                  <a:cubicBezTo>
                    <a:pt x="1673606" y="121412"/>
                    <a:pt x="1675638" y="121412"/>
                    <a:pt x="1677670" y="121412"/>
                  </a:cubicBezTo>
                  <a:cubicBezTo>
                    <a:pt x="1699514" y="121412"/>
                    <a:pt x="1721485" y="122174"/>
                    <a:pt x="1743329" y="122174"/>
                  </a:cubicBezTo>
                  <a:cubicBezTo>
                    <a:pt x="1754632" y="122174"/>
                    <a:pt x="1765935" y="121920"/>
                    <a:pt x="1777238" y="121412"/>
                  </a:cubicBezTo>
                  <a:cubicBezTo>
                    <a:pt x="1781302" y="120650"/>
                    <a:pt x="1785366" y="120269"/>
                    <a:pt x="1789430" y="120269"/>
                  </a:cubicBezTo>
                  <a:cubicBezTo>
                    <a:pt x="1796669" y="120269"/>
                    <a:pt x="1803908" y="121539"/>
                    <a:pt x="1811020" y="124079"/>
                  </a:cubicBezTo>
                  <a:cubicBezTo>
                    <a:pt x="1813814" y="124460"/>
                    <a:pt x="1816481" y="124587"/>
                    <a:pt x="1819148" y="124587"/>
                  </a:cubicBezTo>
                  <a:cubicBezTo>
                    <a:pt x="1829054" y="124587"/>
                    <a:pt x="1838452" y="122047"/>
                    <a:pt x="1847469" y="117094"/>
                  </a:cubicBezTo>
                  <a:cubicBezTo>
                    <a:pt x="1853438" y="113538"/>
                    <a:pt x="1859788" y="111506"/>
                    <a:pt x="1866646" y="110998"/>
                  </a:cubicBezTo>
                  <a:cubicBezTo>
                    <a:pt x="1867916" y="110871"/>
                    <a:pt x="1869186" y="110871"/>
                    <a:pt x="1870456" y="110871"/>
                  </a:cubicBezTo>
                  <a:cubicBezTo>
                    <a:pt x="1875917" y="110871"/>
                    <a:pt x="1881378" y="111887"/>
                    <a:pt x="1886585" y="113919"/>
                  </a:cubicBezTo>
                  <a:cubicBezTo>
                    <a:pt x="1899285" y="118872"/>
                    <a:pt x="1912112" y="121412"/>
                    <a:pt x="1925193" y="121412"/>
                  </a:cubicBezTo>
                  <a:cubicBezTo>
                    <a:pt x="1933702" y="121412"/>
                    <a:pt x="1942211" y="120396"/>
                    <a:pt x="1950847" y="118237"/>
                  </a:cubicBezTo>
                  <a:cubicBezTo>
                    <a:pt x="1952879" y="117856"/>
                    <a:pt x="1955038" y="117729"/>
                    <a:pt x="1957070" y="117729"/>
                  </a:cubicBezTo>
                  <a:cubicBezTo>
                    <a:pt x="1971675" y="117729"/>
                    <a:pt x="1984375" y="125222"/>
                    <a:pt x="1996440" y="125222"/>
                  </a:cubicBezTo>
                  <a:cubicBezTo>
                    <a:pt x="1999107" y="125222"/>
                    <a:pt x="2001774" y="124841"/>
                    <a:pt x="2004314" y="123952"/>
                  </a:cubicBezTo>
                  <a:cubicBezTo>
                    <a:pt x="2014347" y="120142"/>
                    <a:pt x="2024761" y="118237"/>
                    <a:pt x="2035556" y="118237"/>
                  </a:cubicBezTo>
                  <a:cubicBezTo>
                    <a:pt x="2036445" y="118237"/>
                    <a:pt x="2037207" y="118237"/>
                    <a:pt x="2038096" y="118237"/>
                  </a:cubicBezTo>
                  <a:cubicBezTo>
                    <a:pt x="2040255" y="118364"/>
                    <a:pt x="2042287" y="118364"/>
                    <a:pt x="2044446" y="118364"/>
                  </a:cubicBezTo>
                  <a:cubicBezTo>
                    <a:pt x="2054225" y="118364"/>
                    <a:pt x="2064258" y="117221"/>
                    <a:pt x="2073910" y="116840"/>
                  </a:cubicBezTo>
                  <a:cubicBezTo>
                    <a:pt x="2085721" y="116332"/>
                    <a:pt x="2096897" y="116332"/>
                    <a:pt x="2109343" y="115570"/>
                  </a:cubicBezTo>
                  <a:cubicBezTo>
                    <a:pt x="2121789" y="114808"/>
                    <a:pt x="2133981" y="113538"/>
                    <a:pt x="2146427" y="112522"/>
                  </a:cubicBezTo>
                  <a:lnTo>
                    <a:pt x="2152269" y="119761"/>
                  </a:lnTo>
                  <a:lnTo>
                    <a:pt x="2168398" y="109982"/>
                  </a:lnTo>
                  <a:lnTo>
                    <a:pt x="2189607" y="124714"/>
                  </a:lnTo>
                  <a:cubicBezTo>
                    <a:pt x="2206371" y="118491"/>
                    <a:pt x="2223643" y="115443"/>
                    <a:pt x="2241423" y="115443"/>
                  </a:cubicBezTo>
                  <a:cubicBezTo>
                    <a:pt x="2242058" y="115443"/>
                    <a:pt x="2242693" y="115443"/>
                    <a:pt x="2243455" y="115443"/>
                  </a:cubicBezTo>
                  <a:cubicBezTo>
                    <a:pt x="2247773" y="118110"/>
                    <a:pt x="2252091" y="118999"/>
                    <a:pt x="2256282" y="118999"/>
                  </a:cubicBezTo>
                  <a:cubicBezTo>
                    <a:pt x="2267585" y="118999"/>
                    <a:pt x="2278634" y="112141"/>
                    <a:pt x="2290445" y="112141"/>
                  </a:cubicBezTo>
                  <a:cubicBezTo>
                    <a:pt x="2293874" y="112141"/>
                    <a:pt x="2297303" y="112649"/>
                    <a:pt x="2300859" y="114173"/>
                  </a:cubicBezTo>
                  <a:cubicBezTo>
                    <a:pt x="2308606" y="118364"/>
                    <a:pt x="2316861" y="120904"/>
                    <a:pt x="2325624" y="121920"/>
                  </a:cubicBezTo>
                  <a:cubicBezTo>
                    <a:pt x="2328037" y="122174"/>
                    <a:pt x="2330577" y="122301"/>
                    <a:pt x="2332990" y="122301"/>
                  </a:cubicBezTo>
                  <a:cubicBezTo>
                    <a:pt x="2339213" y="122301"/>
                    <a:pt x="2345436" y="121412"/>
                    <a:pt x="2351532" y="119634"/>
                  </a:cubicBezTo>
                  <a:cubicBezTo>
                    <a:pt x="2361692" y="114808"/>
                    <a:pt x="2372487" y="112395"/>
                    <a:pt x="2383790" y="112395"/>
                  </a:cubicBezTo>
                  <a:cubicBezTo>
                    <a:pt x="2383917" y="112395"/>
                    <a:pt x="2384044" y="112395"/>
                    <a:pt x="2384171" y="112395"/>
                  </a:cubicBezTo>
                  <a:cubicBezTo>
                    <a:pt x="2395347" y="112395"/>
                    <a:pt x="2406015" y="114681"/>
                    <a:pt x="2416175" y="119380"/>
                  </a:cubicBezTo>
                  <a:cubicBezTo>
                    <a:pt x="2426843" y="122682"/>
                    <a:pt x="2437638" y="124333"/>
                    <a:pt x="2448560" y="124333"/>
                  </a:cubicBezTo>
                  <a:cubicBezTo>
                    <a:pt x="2455672" y="124333"/>
                    <a:pt x="2462911" y="123571"/>
                    <a:pt x="2470150" y="122174"/>
                  </a:cubicBezTo>
                  <a:cubicBezTo>
                    <a:pt x="2483612" y="119761"/>
                    <a:pt x="2497074" y="118618"/>
                    <a:pt x="2510536" y="118618"/>
                  </a:cubicBezTo>
                  <a:cubicBezTo>
                    <a:pt x="2522093" y="118618"/>
                    <a:pt x="2533523" y="119507"/>
                    <a:pt x="2545080" y="121285"/>
                  </a:cubicBezTo>
                  <a:cubicBezTo>
                    <a:pt x="2552446" y="123190"/>
                    <a:pt x="2559685" y="124079"/>
                    <a:pt x="2566924" y="124079"/>
                  </a:cubicBezTo>
                  <a:cubicBezTo>
                    <a:pt x="2577973" y="124079"/>
                    <a:pt x="2588895" y="121920"/>
                    <a:pt x="2599690" y="117475"/>
                  </a:cubicBezTo>
                  <a:cubicBezTo>
                    <a:pt x="2600452" y="117094"/>
                    <a:pt x="2601214" y="116967"/>
                    <a:pt x="2602230" y="116967"/>
                  </a:cubicBezTo>
                  <a:cubicBezTo>
                    <a:pt x="2608326" y="116967"/>
                    <a:pt x="2618486" y="123952"/>
                    <a:pt x="2627630" y="127381"/>
                  </a:cubicBezTo>
                  <a:cubicBezTo>
                    <a:pt x="2627630" y="127127"/>
                    <a:pt x="2630043" y="123444"/>
                    <a:pt x="2632583" y="123444"/>
                  </a:cubicBezTo>
                  <a:cubicBezTo>
                    <a:pt x="2632710" y="123444"/>
                    <a:pt x="2632710" y="123444"/>
                    <a:pt x="2632837" y="123444"/>
                  </a:cubicBezTo>
                  <a:cubicBezTo>
                    <a:pt x="2637409" y="122936"/>
                    <a:pt x="2641981" y="122809"/>
                    <a:pt x="2646553" y="122809"/>
                  </a:cubicBezTo>
                  <a:cubicBezTo>
                    <a:pt x="2670810" y="122809"/>
                    <a:pt x="2695321" y="128524"/>
                    <a:pt x="2719832" y="128524"/>
                  </a:cubicBezTo>
                  <a:cubicBezTo>
                    <a:pt x="2730754" y="128524"/>
                    <a:pt x="2741676" y="127381"/>
                    <a:pt x="2752471" y="124079"/>
                  </a:cubicBezTo>
                  <a:cubicBezTo>
                    <a:pt x="2755392" y="129159"/>
                    <a:pt x="2758440" y="130937"/>
                    <a:pt x="2761615" y="130937"/>
                  </a:cubicBezTo>
                  <a:cubicBezTo>
                    <a:pt x="2767965" y="130937"/>
                    <a:pt x="2774569" y="124206"/>
                    <a:pt x="2781300" y="124206"/>
                  </a:cubicBezTo>
                  <a:cubicBezTo>
                    <a:pt x="2782951" y="124206"/>
                    <a:pt x="2784729" y="124587"/>
                    <a:pt x="2786380" y="125730"/>
                  </a:cubicBezTo>
                  <a:cubicBezTo>
                    <a:pt x="2794000" y="130556"/>
                    <a:pt x="2804795" y="136525"/>
                    <a:pt x="2811526" y="136525"/>
                  </a:cubicBezTo>
                  <a:cubicBezTo>
                    <a:pt x="2813050" y="136525"/>
                    <a:pt x="2814320" y="136271"/>
                    <a:pt x="2815336" y="135636"/>
                  </a:cubicBezTo>
                  <a:cubicBezTo>
                    <a:pt x="2820797" y="132461"/>
                    <a:pt x="2825877" y="131445"/>
                    <a:pt x="2830703" y="131445"/>
                  </a:cubicBezTo>
                  <a:cubicBezTo>
                    <a:pt x="2838704" y="131445"/>
                    <a:pt x="2846197" y="134112"/>
                    <a:pt x="2853944" y="134112"/>
                  </a:cubicBezTo>
                  <a:cubicBezTo>
                    <a:pt x="2854579" y="134112"/>
                    <a:pt x="2855214" y="134112"/>
                    <a:pt x="2855849" y="134112"/>
                  </a:cubicBezTo>
                  <a:cubicBezTo>
                    <a:pt x="2856992" y="134112"/>
                    <a:pt x="2858135" y="133985"/>
                    <a:pt x="2859278" y="133985"/>
                  </a:cubicBezTo>
                  <a:cubicBezTo>
                    <a:pt x="2868803" y="133985"/>
                    <a:pt x="2878074" y="135763"/>
                    <a:pt x="2887726" y="135763"/>
                  </a:cubicBezTo>
                  <a:cubicBezTo>
                    <a:pt x="2895092" y="135763"/>
                    <a:pt x="2902585" y="134747"/>
                    <a:pt x="2910713" y="131064"/>
                  </a:cubicBezTo>
                  <a:cubicBezTo>
                    <a:pt x="2913381" y="129921"/>
                    <a:pt x="2916301" y="129413"/>
                    <a:pt x="2919603" y="129413"/>
                  </a:cubicBezTo>
                  <a:cubicBezTo>
                    <a:pt x="2932303" y="129413"/>
                    <a:pt x="2948813" y="137033"/>
                    <a:pt x="2965323" y="140462"/>
                  </a:cubicBezTo>
                  <a:lnTo>
                    <a:pt x="2981453" y="127508"/>
                  </a:lnTo>
                  <a:lnTo>
                    <a:pt x="2998217" y="141986"/>
                  </a:lnTo>
                  <a:cubicBezTo>
                    <a:pt x="3004440" y="137160"/>
                    <a:pt x="3010409" y="130937"/>
                    <a:pt x="3017775" y="130937"/>
                  </a:cubicBezTo>
                  <a:cubicBezTo>
                    <a:pt x="3021966" y="130937"/>
                    <a:pt x="3026664" y="132969"/>
                    <a:pt x="3032126" y="138430"/>
                  </a:cubicBezTo>
                  <a:cubicBezTo>
                    <a:pt x="3034031" y="140335"/>
                    <a:pt x="3037079" y="140970"/>
                    <a:pt x="3040761" y="140970"/>
                  </a:cubicBezTo>
                  <a:cubicBezTo>
                    <a:pt x="3049779" y="140970"/>
                    <a:pt x="3062732" y="137033"/>
                    <a:pt x="3072638" y="136525"/>
                  </a:cubicBezTo>
                  <a:cubicBezTo>
                    <a:pt x="3080131" y="135636"/>
                    <a:pt x="3087751" y="135255"/>
                    <a:pt x="3095244" y="135255"/>
                  </a:cubicBezTo>
                  <a:cubicBezTo>
                    <a:pt x="3101213" y="135255"/>
                    <a:pt x="3107055" y="135509"/>
                    <a:pt x="3113024" y="136017"/>
                  </a:cubicBezTo>
                  <a:cubicBezTo>
                    <a:pt x="3117088" y="136525"/>
                    <a:pt x="3121152" y="136652"/>
                    <a:pt x="3125216" y="136652"/>
                  </a:cubicBezTo>
                  <a:cubicBezTo>
                    <a:pt x="3133217" y="136652"/>
                    <a:pt x="3141091" y="135763"/>
                    <a:pt x="3148965" y="133985"/>
                  </a:cubicBezTo>
                  <a:lnTo>
                    <a:pt x="3161538" y="146177"/>
                  </a:lnTo>
                  <a:cubicBezTo>
                    <a:pt x="3171698" y="142240"/>
                    <a:pt x="3182112" y="139954"/>
                    <a:pt x="3192907" y="139319"/>
                  </a:cubicBezTo>
                  <a:cubicBezTo>
                    <a:pt x="3194431" y="139446"/>
                    <a:pt x="3195956" y="139573"/>
                    <a:pt x="3197479" y="139573"/>
                  </a:cubicBezTo>
                  <a:cubicBezTo>
                    <a:pt x="3205988" y="139573"/>
                    <a:pt x="3214625" y="137160"/>
                    <a:pt x="3223387" y="137160"/>
                  </a:cubicBezTo>
                  <a:cubicBezTo>
                    <a:pt x="3229610" y="137160"/>
                    <a:pt x="3235960" y="138430"/>
                    <a:pt x="3242310" y="142621"/>
                  </a:cubicBezTo>
                  <a:cubicBezTo>
                    <a:pt x="3242691" y="142875"/>
                    <a:pt x="3243072" y="142875"/>
                    <a:pt x="3243581" y="142875"/>
                  </a:cubicBezTo>
                  <a:cubicBezTo>
                    <a:pt x="3248153" y="142875"/>
                    <a:pt x="3259710" y="136398"/>
                    <a:pt x="3270250" y="136398"/>
                  </a:cubicBezTo>
                  <a:cubicBezTo>
                    <a:pt x="3271647" y="136398"/>
                    <a:pt x="3273172" y="136525"/>
                    <a:pt x="3274568" y="136779"/>
                  </a:cubicBezTo>
                  <a:cubicBezTo>
                    <a:pt x="3286760" y="137160"/>
                    <a:pt x="3298698" y="138684"/>
                    <a:pt x="3310509" y="141732"/>
                  </a:cubicBezTo>
                  <a:cubicBezTo>
                    <a:pt x="3312414" y="142621"/>
                    <a:pt x="3314192" y="143002"/>
                    <a:pt x="3315970" y="143002"/>
                  </a:cubicBezTo>
                  <a:cubicBezTo>
                    <a:pt x="3323209" y="143002"/>
                    <a:pt x="3329559" y="136906"/>
                    <a:pt x="3336798" y="136906"/>
                  </a:cubicBezTo>
                  <a:cubicBezTo>
                    <a:pt x="3339719" y="136906"/>
                    <a:pt x="3342767" y="137795"/>
                    <a:pt x="3346069" y="140462"/>
                  </a:cubicBezTo>
                  <a:cubicBezTo>
                    <a:pt x="3347339" y="141478"/>
                    <a:pt x="3348991" y="141732"/>
                    <a:pt x="3351023" y="141732"/>
                  </a:cubicBezTo>
                  <a:cubicBezTo>
                    <a:pt x="3357500" y="141732"/>
                    <a:pt x="3367025" y="137541"/>
                    <a:pt x="3374772" y="137541"/>
                  </a:cubicBezTo>
                  <a:cubicBezTo>
                    <a:pt x="3375406" y="137541"/>
                    <a:pt x="3376168" y="137541"/>
                    <a:pt x="3376804" y="137668"/>
                  </a:cubicBezTo>
                  <a:cubicBezTo>
                    <a:pt x="3395092" y="138303"/>
                    <a:pt x="3412999" y="141859"/>
                    <a:pt x="3431160" y="141859"/>
                  </a:cubicBezTo>
                  <a:cubicBezTo>
                    <a:pt x="3441319" y="141859"/>
                    <a:pt x="3451733" y="140716"/>
                    <a:pt x="3462275" y="137414"/>
                  </a:cubicBezTo>
                  <a:cubicBezTo>
                    <a:pt x="3466466" y="136271"/>
                    <a:pt x="3470530" y="135636"/>
                    <a:pt x="3474721" y="135636"/>
                  </a:cubicBezTo>
                  <a:cubicBezTo>
                    <a:pt x="3478658" y="135636"/>
                    <a:pt x="3482595" y="136144"/>
                    <a:pt x="3486532" y="137160"/>
                  </a:cubicBezTo>
                  <a:cubicBezTo>
                    <a:pt x="3494660" y="139319"/>
                    <a:pt x="3501645" y="143383"/>
                    <a:pt x="3507614" y="149225"/>
                  </a:cubicBezTo>
                  <a:cubicBezTo>
                    <a:pt x="3516123" y="143637"/>
                    <a:pt x="3524505" y="141605"/>
                    <a:pt x="3532887" y="141605"/>
                  </a:cubicBezTo>
                  <a:cubicBezTo>
                    <a:pt x="3545714" y="141605"/>
                    <a:pt x="3558668" y="146177"/>
                    <a:pt x="3572638" y="149098"/>
                  </a:cubicBezTo>
                  <a:cubicBezTo>
                    <a:pt x="3576575" y="149987"/>
                    <a:pt x="3580512" y="150241"/>
                    <a:pt x="3584322" y="150241"/>
                  </a:cubicBezTo>
                  <a:cubicBezTo>
                    <a:pt x="3600578" y="150241"/>
                    <a:pt x="3615564" y="144018"/>
                    <a:pt x="3631312" y="144018"/>
                  </a:cubicBezTo>
                  <a:cubicBezTo>
                    <a:pt x="3633217" y="144018"/>
                    <a:pt x="3635122" y="144145"/>
                    <a:pt x="3637154" y="144272"/>
                  </a:cubicBezTo>
                  <a:cubicBezTo>
                    <a:pt x="3664967" y="147955"/>
                    <a:pt x="3692780" y="149733"/>
                    <a:pt x="3720720" y="149733"/>
                  </a:cubicBezTo>
                  <a:cubicBezTo>
                    <a:pt x="3724022" y="149733"/>
                    <a:pt x="3727324" y="149733"/>
                    <a:pt x="3730499" y="149606"/>
                  </a:cubicBezTo>
                  <a:cubicBezTo>
                    <a:pt x="3738881" y="148971"/>
                    <a:pt x="3747263" y="145161"/>
                    <a:pt x="3756280" y="145161"/>
                  </a:cubicBezTo>
                  <a:cubicBezTo>
                    <a:pt x="3759328" y="145161"/>
                    <a:pt x="3762503" y="145542"/>
                    <a:pt x="3765678" y="146812"/>
                  </a:cubicBezTo>
                  <a:cubicBezTo>
                    <a:pt x="3773298" y="149098"/>
                    <a:pt x="3780918" y="150241"/>
                    <a:pt x="3788664" y="150241"/>
                  </a:cubicBezTo>
                  <a:cubicBezTo>
                    <a:pt x="3792855" y="150241"/>
                    <a:pt x="3797047" y="149860"/>
                    <a:pt x="3801237" y="149225"/>
                  </a:cubicBezTo>
                  <a:cubicBezTo>
                    <a:pt x="3817620" y="145669"/>
                    <a:pt x="3833622" y="141224"/>
                    <a:pt x="3849497" y="135636"/>
                  </a:cubicBezTo>
                  <a:cubicBezTo>
                    <a:pt x="3823970" y="132842"/>
                    <a:pt x="3810508" y="130556"/>
                    <a:pt x="3799205" y="128651"/>
                  </a:cubicBezTo>
                  <a:cubicBezTo>
                    <a:pt x="3787903" y="126746"/>
                    <a:pt x="3773170" y="125476"/>
                    <a:pt x="3767074" y="117983"/>
                  </a:cubicBezTo>
                  <a:cubicBezTo>
                    <a:pt x="3764661" y="115189"/>
                    <a:pt x="3762121" y="114173"/>
                    <a:pt x="3759708" y="114173"/>
                  </a:cubicBezTo>
                  <a:cubicBezTo>
                    <a:pt x="3753231" y="114173"/>
                    <a:pt x="3746755" y="121031"/>
                    <a:pt x="3741293" y="121031"/>
                  </a:cubicBezTo>
                  <a:cubicBezTo>
                    <a:pt x="3738626" y="121031"/>
                    <a:pt x="3736086" y="119380"/>
                    <a:pt x="3734054" y="114427"/>
                  </a:cubicBezTo>
                  <a:cubicBezTo>
                    <a:pt x="3729101" y="115697"/>
                    <a:pt x="3724148" y="116205"/>
                    <a:pt x="3719449" y="116205"/>
                  </a:cubicBezTo>
                  <a:cubicBezTo>
                    <a:pt x="3695319" y="116205"/>
                    <a:pt x="3673094" y="102743"/>
                    <a:pt x="3648710" y="101981"/>
                  </a:cubicBezTo>
                  <a:cubicBezTo>
                    <a:pt x="3612388" y="100076"/>
                    <a:pt x="3575939" y="94107"/>
                    <a:pt x="3539617" y="90170"/>
                  </a:cubicBezTo>
                  <a:lnTo>
                    <a:pt x="3389376" y="74168"/>
                  </a:lnTo>
                  <a:cubicBezTo>
                    <a:pt x="3371977" y="72263"/>
                    <a:pt x="3348990" y="76454"/>
                    <a:pt x="3338703" y="67056"/>
                  </a:cubicBezTo>
                  <a:cubicBezTo>
                    <a:pt x="3334131" y="62865"/>
                    <a:pt x="3329813" y="61468"/>
                    <a:pt x="3325622" y="61468"/>
                  </a:cubicBezTo>
                  <a:cubicBezTo>
                    <a:pt x="3317494" y="61468"/>
                    <a:pt x="3310001" y="66929"/>
                    <a:pt x="3302381" y="66929"/>
                  </a:cubicBezTo>
                  <a:cubicBezTo>
                    <a:pt x="3299587" y="66929"/>
                    <a:pt x="3296666" y="66167"/>
                    <a:pt x="3293745" y="64008"/>
                  </a:cubicBezTo>
                  <a:cubicBezTo>
                    <a:pt x="3285491" y="57912"/>
                    <a:pt x="3276092" y="56388"/>
                    <a:pt x="3266313" y="56388"/>
                  </a:cubicBezTo>
                  <a:cubicBezTo>
                    <a:pt x="3257169" y="56388"/>
                    <a:pt x="3247644" y="57658"/>
                    <a:pt x="3238373" y="57658"/>
                  </a:cubicBezTo>
                  <a:cubicBezTo>
                    <a:pt x="3225928" y="57658"/>
                    <a:pt x="3213863" y="55245"/>
                    <a:pt x="3203956" y="43942"/>
                  </a:cubicBezTo>
                  <a:cubicBezTo>
                    <a:pt x="3201670" y="46609"/>
                    <a:pt x="3199130" y="48768"/>
                    <a:pt x="3196082" y="50419"/>
                  </a:cubicBezTo>
                  <a:cubicBezTo>
                    <a:pt x="3193035" y="52070"/>
                    <a:pt x="3189859" y="53086"/>
                    <a:pt x="3186431" y="53594"/>
                  </a:cubicBezTo>
                  <a:cubicBezTo>
                    <a:pt x="3185160" y="53721"/>
                    <a:pt x="3184017" y="53848"/>
                    <a:pt x="3182748" y="53848"/>
                  </a:cubicBezTo>
                  <a:cubicBezTo>
                    <a:pt x="3180589" y="53848"/>
                    <a:pt x="3178430" y="53594"/>
                    <a:pt x="3176144" y="53086"/>
                  </a:cubicBezTo>
                  <a:cubicBezTo>
                    <a:pt x="3172842" y="52324"/>
                    <a:pt x="3169667" y="50927"/>
                    <a:pt x="3166873" y="48895"/>
                  </a:cubicBezTo>
                  <a:cubicBezTo>
                    <a:pt x="3161539" y="43688"/>
                    <a:pt x="3156586" y="42037"/>
                    <a:pt x="3151887" y="42037"/>
                  </a:cubicBezTo>
                  <a:cubicBezTo>
                    <a:pt x="3144267" y="42037"/>
                    <a:pt x="3137155" y="46228"/>
                    <a:pt x="3130043" y="46228"/>
                  </a:cubicBezTo>
                  <a:cubicBezTo>
                    <a:pt x="3129027" y="46228"/>
                    <a:pt x="3127884" y="46101"/>
                    <a:pt x="3126868" y="45974"/>
                  </a:cubicBezTo>
                  <a:cubicBezTo>
                    <a:pt x="3113025" y="43815"/>
                    <a:pt x="3099182" y="42291"/>
                    <a:pt x="3085212" y="41529"/>
                  </a:cubicBezTo>
                  <a:lnTo>
                    <a:pt x="2995931" y="31877"/>
                  </a:lnTo>
                  <a:cubicBezTo>
                    <a:pt x="2983993" y="29718"/>
                    <a:pt x="2971801" y="28321"/>
                    <a:pt x="2959609" y="27940"/>
                  </a:cubicBezTo>
                  <a:cubicBezTo>
                    <a:pt x="2953640" y="28194"/>
                    <a:pt x="2947925" y="29591"/>
                    <a:pt x="2942591" y="32131"/>
                  </a:cubicBezTo>
                  <a:cubicBezTo>
                    <a:pt x="2919604" y="27178"/>
                    <a:pt x="2900300" y="19939"/>
                    <a:pt x="2887727" y="19939"/>
                  </a:cubicBezTo>
                  <a:cubicBezTo>
                    <a:pt x="2885060" y="19939"/>
                    <a:pt x="2882774" y="20320"/>
                    <a:pt x="2880742" y="20955"/>
                  </a:cubicBezTo>
                  <a:cubicBezTo>
                    <a:pt x="2879218" y="21463"/>
                    <a:pt x="2877567" y="21717"/>
                    <a:pt x="2876043" y="21717"/>
                  </a:cubicBezTo>
                  <a:cubicBezTo>
                    <a:pt x="2869693" y="21717"/>
                    <a:pt x="2863724" y="17907"/>
                    <a:pt x="2858136" y="17907"/>
                  </a:cubicBezTo>
                  <a:cubicBezTo>
                    <a:pt x="2854961" y="17907"/>
                    <a:pt x="2852040" y="19177"/>
                    <a:pt x="2849246" y="22987"/>
                  </a:cubicBezTo>
                  <a:cubicBezTo>
                    <a:pt x="2845309" y="18415"/>
                    <a:pt x="2841245" y="16891"/>
                    <a:pt x="2837181" y="16891"/>
                  </a:cubicBezTo>
                  <a:cubicBezTo>
                    <a:pt x="2829434" y="16891"/>
                    <a:pt x="2821560" y="22352"/>
                    <a:pt x="2813686" y="22352"/>
                  </a:cubicBezTo>
                  <a:cubicBezTo>
                    <a:pt x="2813051" y="22352"/>
                    <a:pt x="2812543" y="22352"/>
                    <a:pt x="2811908" y="22225"/>
                  </a:cubicBezTo>
                  <a:cubicBezTo>
                    <a:pt x="2791080" y="20828"/>
                    <a:pt x="2770379" y="18288"/>
                    <a:pt x="2749805" y="14351"/>
                  </a:cubicBezTo>
                  <a:cubicBezTo>
                    <a:pt x="2747265" y="13589"/>
                    <a:pt x="2744852" y="13335"/>
                    <a:pt x="2742439" y="13335"/>
                  </a:cubicBezTo>
                  <a:cubicBezTo>
                    <a:pt x="2733803" y="13335"/>
                    <a:pt x="2725294" y="17018"/>
                    <a:pt x="2716658" y="17018"/>
                  </a:cubicBezTo>
                  <a:cubicBezTo>
                    <a:pt x="2711324" y="17018"/>
                    <a:pt x="2705863" y="15621"/>
                    <a:pt x="2700148" y="11176"/>
                  </a:cubicBezTo>
                  <a:cubicBezTo>
                    <a:pt x="2695449" y="7493"/>
                    <a:pt x="2690496" y="6223"/>
                    <a:pt x="2685416" y="6223"/>
                  </a:cubicBezTo>
                  <a:cubicBezTo>
                    <a:pt x="2672461" y="6223"/>
                    <a:pt x="2658745" y="14732"/>
                    <a:pt x="2645157" y="14732"/>
                  </a:cubicBezTo>
                  <a:cubicBezTo>
                    <a:pt x="2644141" y="14732"/>
                    <a:pt x="2642998" y="14732"/>
                    <a:pt x="2641982" y="14605"/>
                  </a:cubicBezTo>
                  <a:cubicBezTo>
                    <a:pt x="2617471" y="12192"/>
                    <a:pt x="2593086" y="6985"/>
                    <a:pt x="2568449" y="6985"/>
                  </a:cubicBezTo>
                  <a:cubicBezTo>
                    <a:pt x="2556003" y="6985"/>
                    <a:pt x="2543430" y="8382"/>
                    <a:pt x="2530730" y="12065"/>
                  </a:cubicBezTo>
                  <a:cubicBezTo>
                    <a:pt x="2526539" y="13081"/>
                    <a:pt x="2522348" y="13462"/>
                    <a:pt x="2518157" y="13462"/>
                  </a:cubicBezTo>
                  <a:cubicBezTo>
                    <a:pt x="2510283" y="13462"/>
                    <a:pt x="2502536" y="11684"/>
                    <a:pt x="2495042" y="8128"/>
                  </a:cubicBezTo>
                  <a:cubicBezTo>
                    <a:pt x="2493391" y="7239"/>
                    <a:pt x="2491613" y="6985"/>
                    <a:pt x="2490089" y="6985"/>
                  </a:cubicBezTo>
                  <a:cubicBezTo>
                    <a:pt x="2483232" y="6985"/>
                    <a:pt x="2477008" y="13208"/>
                    <a:pt x="2470278" y="13208"/>
                  </a:cubicBezTo>
                  <a:cubicBezTo>
                    <a:pt x="2467103" y="13208"/>
                    <a:pt x="2463673" y="11811"/>
                    <a:pt x="2459991" y="7620"/>
                  </a:cubicBezTo>
                  <a:cubicBezTo>
                    <a:pt x="2457705" y="5588"/>
                    <a:pt x="2455164" y="4064"/>
                    <a:pt x="2452244" y="3048"/>
                  </a:cubicBezTo>
                  <a:cubicBezTo>
                    <a:pt x="2450085" y="2413"/>
                    <a:pt x="2447926" y="2032"/>
                    <a:pt x="2445767" y="2032"/>
                  </a:cubicBezTo>
                  <a:cubicBezTo>
                    <a:pt x="2445005" y="2032"/>
                    <a:pt x="2444116" y="2032"/>
                    <a:pt x="2443354" y="2159"/>
                  </a:cubicBezTo>
                  <a:cubicBezTo>
                    <a:pt x="2440306" y="2540"/>
                    <a:pt x="2437511" y="3429"/>
                    <a:pt x="2434845" y="5080"/>
                  </a:cubicBezTo>
                  <a:cubicBezTo>
                    <a:pt x="2432178" y="6731"/>
                    <a:pt x="2430019" y="8763"/>
                    <a:pt x="2428241" y="11303"/>
                  </a:cubicBezTo>
                  <a:cubicBezTo>
                    <a:pt x="2424939" y="5969"/>
                    <a:pt x="2421383" y="4318"/>
                    <a:pt x="2417826" y="4318"/>
                  </a:cubicBezTo>
                  <a:cubicBezTo>
                    <a:pt x="2411476" y="4318"/>
                    <a:pt x="2404872" y="9271"/>
                    <a:pt x="2398395" y="9271"/>
                  </a:cubicBezTo>
                  <a:cubicBezTo>
                    <a:pt x="2397506" y="9271"/>
                    <a:pt x="2396617" y="9144"/>
                    <a:pt x="2395601" y="8890"/>
                  </a:cubicBezTo>
                  <a:cubicBezTo>
                    <a:pt x="2370963" y="4318"/>
                    <a:pt x="2346198" y="2032"/>
                    <a:pt x="2321433" y="2032"/>
                  </a:cubicBezTo>
                  <a:cubicBezTo>
                    <a:pt x="2301748" y="2032"/>
                    <a:pt x="2281936" y="3429"/>
                    <a:pt x="2262125" y="6350"/>
                  </a:cubicBezTo>
                  <a:cubicBezTo>
                    <a:pt x="2248663" y="7239"/>
                    <a:pt x="2235201" y="7620"/>
                    <a:pt x="2221739" y="7620"/>
                  </a:cubicBezTo>
                  <a:cubicBezTo>
                    <a:pt x="2201673" y="7620"/>
                    <a:pt x="2181607" y="6604"/>
                    <a:pt x="2161541" y="4699"/>
                  </a:cubicBezTo>
                  <a:cubicBezTo>
                    <a:pt x="2161286" y="4699"/>
                    <a:pt x="2161033" y="4699"/>
                    <a:pt x="2160779" y="4699"/>
                  </a:cubicBezTo>
                  <a:cubicBezTo>
                    <a:pt x="2155191" y="4699"/>
                    <a:pt x="2149222" y="8890"/>
                    <a:pt x="2145793" y="10033"/>
                  </a:cubicBezTo>
                  <a:cubicBezTo>
                    <a:pt x="2137157" y="6858"/>
                    <a:pt x="2126997" y="0"/>
                    <a:pt x="212140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430794" y="1198455"/>
            <a:ext cx="5416763" cy="1704651"/>
            <a:chOff x="0" y="0"/>
            <a:chExt cx="5416766" cy="17046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26456" cy="1704594"/>
            </a:xfrm>
            <a:custGeom>
              <a:avLst/>
              <a:gdLst/>
              <a:ahLst/>
              <a:cxnLst/>
              <a:rect l="l" t="t" r="r" b="b"/>
              <a:pathLst>
                <a:path w="5426456" h="1704594">
                  <a:moveTo>
                    <a:pt x="5118608" y="45339"/>
                  </a:moveTo>
                  <a:cubicBezTo>
                    <a:pt x="5136007" y="56261"/>
                    <a:pt x="5151374" y="65024"/>
                    <a:pt x="5166614" y="75946"/>
                  </a:cubicBezTo>
                  <a:cubicBezTo>
                    <a:pt x="5205857" y="108712"/>
                    <a:pt x="5247386" y="137033"/>
                    <a:pt x="5288788" y="165354"/>
                  </a:cubicBezTo>
                  <a:cubicBezTo>
                    <a:pt x="5338953" y="195961"/>
                    <a:pt x="5343398" y="241681"/>
                    <a:pt x="5341112" y="296291"/>
                  </a:cubicBezTo>
                  <a:cubicBezTo>
                    <a:pt x="5271262" y="267970"/>
                    <a:pt x="5208016" y="230886"/>
                    <a:pt x="5149088" y="187198"/>
                  </a:cubicBezTo>
                  <a:cubicBezTo>
                    <a:pt x="5120767" y="163195"/>
                    <a:pt x="5125085" y="126111"/>
                    <a:pt x="5118481" y="95504"/>
                  </a:cubicBezTo>
                  <a:cubicBezTo>
                    <a:pt x="5116322" y="78105"/>
                    <a:pt x="5116322" y="62738"/>
                    <a:pt x="5118481" y="45339"/>
                  </a:cubicBezTo>
                  <a:close/>
                  <a:moveTo>
                    <a:pt x="5138293" y="222123"/>
                  </a:moveTo>
                  <a:cubicBezTo>
                    <a:pt x="5171059" y="243967"/>
                    <a:pt x="5195062" y="261366"/>
                    <a:pt x="5219065" y="276606"/>
                  </a:cubicBezTo>
                  <a:lnTo>
                    <a:pt x="5275834" y="313690"/>
                  </a:lnTo>
                  <a:cubicBezTo>
                    <a:pt x="5347843" y="359537"/>
                    <a:pt x="5350002" y="359537"/>
                    <a:pt x="5341239" y="459867"/>
                  </a:cubicBezTo>
                  <a:lnTo>
                    <a:pt x="5166741" y="363855"/>
                  </a:lnTo>
                  <a:cubicBezTo>
                    <a:pt x="5157978" y="357251"/>
                    <a:pt x="5151501" y="350774"/>
                    <a:pt x="5149342" y="339852"/>
                  </a:cubicBezTo>
                  <a:cubicBezTo>
                    <a:pt x="5145024" y="304927"/>
                    <a:pt x="5142738" y="270002"/>
                    <a:pt x="5138420" y="221996"/>
                  </a:cubicBezTo>
                  <a:close/>
                  <a:moveTo>
                    <a:pt x="5160137" y="374904"/>
                  </a:moveTo>
                  <a:lnTo>
                    <a:pt x="5345557" y="483997"/>
                  </a:lnTo>
                  <a:cubicBezTo>
                    <a:pt x="5347716" y="532003"/>
                    <a:pt x="5349875" y="582168"/>
                    <a:pt x="5354320" y="636778"/>
                  </a:cubicBezTo>
                  <a:lnTo>
                    <a:pt x="5160137" y="558292"/>
                  </a:lnTo>
                  <a:lnTo>
                    <a:pt x="5160137" y="374777"/>
                  </a:lnTo>
                  <a:close/>
                  <a:moveTo>
                    <a:pt x="5162296" y="593090"/>
                  </a:moveTo>
                  <a:lnTo>
                    <a:pt x="5358638" y="686943"/>
                  </a:lnTo>
                  <a:lnTo>
                    <a:pt x="5358638" y="830707"/>
                  </a:lnTo>
                  <a:cubicBezTo>
                    <a:pt x="5345557" y="828548"/>
                    <a:pt x="5332476" y="824103"/>
                    <a:pt x="5319395" y="819785"/>
                  </a:cubicBezTo>
                  <a:cubicBezTo>
                    <a:pt x="5284470" y="804545"/>
                    <a:pt x="5251704" y="784860"/>
                    <a:pt x="5214620" y="771779"/>
                  </a:cubicBezTo>
                  <a:cubicBezTo>
                    <a:pt x="5177536" y="758698"/>
                    <a:pt x="5160137" y="739013"/>
                    <a:pt x="5162296" y="699770"/>
                  </a:cubicBezTo>
                  <a:cubicBezTo>
                    <a:pt x="5164455" y="667004"/>
                    <a:pt x="5162296" y="634365"/>
                    <a:pt x="5162296" y="592836"/>
                  </a:cubicBezTo>
                  <a:close/>
                  <a:moveTo>
                    <a:pt x="5166614" y="776351"/>
                  </a:moveTo>
                  <a:cubicBezTo>
                    <a:pt x="5190617" y="785114"/>
                    <a:pt x="5205857" y="791591"/>
                    <a:pt x="5221224" y="800354"/>
                  </a:cubicBezTo>
                  <a:cubicBezTo>
                    <a:pt x="5247386" y="815594"/>
                    <a:pt x="5273548" y="830961"/>
                    <a:pt x="5299710" y="841756"/>
                  </a:cubicBezTo>
                  <a:cubicBezTo>
                    <a:pt x="5356479" y="859155"/>
                    <a:pt x="5376037" y="896239"/>
                    <a:pt x="5373878" y="950849"/>
                  </a:cubicBezTo>
                  <a:cubicBezTo>
                    <a:pt x="5373878" y="974852"/>
                    <a:pt x="5376037" y="998855"/>
                    <a:pt x="5378196" y="1029335"/>
                  </a:cubicBezTo>
                  <a:lnTo>
                    <a:pt x="5179695" y="918083"/>
                  </a:lnTo>
                  <a:cubicBezTo>
                    <a:pt x="5175377" y="876681"/>
                    <a:pt x="5170932" y="832993"/>
                    <a:pt x="5166614" y="776224"/>
                  </a:cubicBezTo>
                  <a:close/>
                  <a:moveTo>
                    <a:pt x="5179695" y="957453"/>
                  </a:moveTo>
                  <a:cubicBezTo>
                    <a:pt x="5245100" y="990219"/>
                    <a:pt x="5304028" y="1018540"/>
                    <a:pt x="5360797" y="1051306"/>
                  </a:cubicBezTo>
                  <a:cubicBezTo>
                    <a:pt x="5371719" y="1057910"/>
                    <a:pt x="5378196" y="1070991"/>
                    <a:pt x="5380482" y="1084072"/>
                  </a:cubicBezTo>
                  <a:cubicBezTo>
                    <a:pt x="5384800" y="1123315"/>
                    <a:pt x="5387086" y="1164844"/>
                    <a:pt x="5389245" y="1204087"/>
                  </a:cubicBezTo>
                  <a:lnTo>
                    <a:pt x="5378323" y="1212850"/>
                  </a:lnTo>
                  <a:lnTo>
                    <a:pt x="5179822" y="1099439"/>
                  </a:lnTo>
                  <a:lnTo>
                    <a:pt x="5179822" y="957326"/>
                  </a:lnTo>
                  <a:close/>
                  <a:moveTo>
                    <a:pt x="5175377" y="1121156"/>
                  </a:moveTo>
                  <a:cubicBezTo>
                    <a:pt x="5240782" y="1162558"/>
                    <a:pt x="5306314" y="1199642"/>
                    <a:pt x="5369560" y="1239012"/>
                  </a:cubicBezTo>
                  <a:cubicBezTo>
                    <a:pt x="5378323" y="1243330"/>
                    <a:pt x="5384800" y="1252093"/>
                    <a:pt x="5386959" y="1263015"/>
                  </a:cubicBezTo>
                  <a:cubicBezTo>
                    <a:pt x="5386959" y="1295781"/>
                    <a:pt x="5382641" y="1328420"/>
                    <a:pt x="5380355" y="1365504"/>
                  </a:cubicBezTo>
                  <a:lnTo>
                    <a:pt x="5153533" y="1195070"/>
                  </a:lnTo>
                  <a:lnTo>
                    <a:pt x="5175377" y="1120902"/>
                  </a:lnTo>
                  <a:close/>
                  <a:moveTo>
                    <a:pt x="4878578" y="39497"/>
                  </a:moveTo>
                  <a:cubicBezTo>
                    <a:pt x="4939157" y="39497"/>
                    <a:pt x="5000498" y="40894"/>
                    <a:pt x="5064125" y="40894"/>
                  </a:cubicBezTo>
                  <a:cubicBezTo>
                    <a:pt x="5077206" y="91059"/>
                    <a:pt x="5085969" y="143383"/>
                    <a:pt x="5094732" y="200152"/>
                  </a:cubicBezTo>
                  <a:cubicBezTo>
                    <a:pt x="5109972" y="355092"/>
                    <a:pt x="5118735" y="512191"/>
                    <a:pt x="5116576" y="669290"/>
                  </a:cubicBezTo>
                  <a:cubicBezTo>
                    <a:pt x="5116576" y="752221"/>
                    <a:pt x="5127498" y="837311"/>
                    <a:pt x="5129657" y="920242"/>
                  </a:cubicBezTo>
                  <a:cubicBezTo>
                    <a:pt x="5131816" y="983488"/>
                    <a:pt x="5129657" y="1049020"/>
                    <a:pt x="5125339" y="1112266"/>
                  </a:cubicBezTo>
                  <a:cubicBezTo>
                    <a:pt x="5121021" y="1166749"/>
                    <a:pt x="5116576" y="1169035"/>
                    <a:pt x="5062093" y="1173353"/>
                  </a:cubicBezTo>
                  <a:cubicBezTo>
                    <a:pt x="4972685" y="1177671"/>
                    <a:pt x="4883150" y="1182116"/>
                    <a:pt x="4795901" y="1190752"/>
                  </a:cubicBezTo>
                  <a:cubicBezTo>
                    <a:pt x="4619117" y="1208151"/>
                    <a:pt x="4438015" y="1225677"/>
                    <a:pt x="4261358" y="1249680"/>
                  </a:cubicBezTo>
                  <a:cubicBezTo>
                    <a:pt x="4051935" y="1275842"/>
                    <a:pt x="3838067" y="1293368"/>
                    <a:pt x="3626485" y="1297686"/>
                  </a:cubicBezTo>
                  <a:cubicBezTo>
                    <a:pt x="3214116" y="1308608"/>
                    <a:pt x="2803906" y="1323848"/>
                    <a:pt x="2391537" y="1336929"/>
                  </a:cubicBezTo>
                  <a:cubicBezTo>
                    <a:pt x="2166747" y="1343533"/>
                    <a:pt x="1942084" y="1354328"/>
                    <a:pt x="1717294" y="1358773"/>
                  </a:cubicBezTo>
                  <a:cubicBezTo>
                    <a:pt x="1326769" y="1367536"/>
                    <a:pt x="938403" y="1374013"/>
                    <a:pt x="550037" y="1382776"/>
                  </a:cubicBezTo>
                  <a:cubicBezTo>
                    <a:pt x="397256" y="1384935"/>
                    <a:pt x="242443" y="1398016"/>
                    <a:pt x="89662" y="1404620"/>
                  </a:cubicBezTo>
                  <a:lnTo>
                    <a:pt x="63246" y="1404620"/>
                  </a:lnTo>
                  <a:cubicBezTo>
                    <a:pt x="61087" y="1398016"/>
                    <a:pt x="58928" y="1389380"/>
                    <a:pt x="58928" y="1382776"/>
                  </a:cubicBezTo>
                  <a:cubicBezTo>
                    <a:pt x="52324" y="1245362"/>
                    <a:pt x="52324" y="1107821"/>
                    <a:pt x="61087" y="970407"/>
                  </a:cubicBezTo>
                  <a:cubicBezTo>
                    <a:pt x="74168" y="819912"/>
                    <a:pt x="80772" y="671449"/>
                    <a:pt x="89408" y="520954"/>
                  </a:cubicBezTo>
                  <a:cubicBezTo>
                    <a:pt x="93726" y="438023"/>
                    <a:pt x="96012" y="357378"/>
                    <a:pt x="98171" y="274447"/>
                  </a:cubicBezTo>
                  <a:cubicBezTo>
                    <a:pt x="100330" y="215519"/>
                    <a:pt x="102489" y="209042"/>
                    <a:pt x="163576" y="200279"/>
                  </a:cubicBezTo>
                  <a:cubicBezTo>
                    <a:pt x="283591" y="180594"/>
                    <a:pt x="405765" y="165354"/>
                    <a:pt x="525780" y="152273"/>
                  </a:cubicBezTo>
                  <a:cubicBezTo>
                    <a:pt x="697865" y="134366"/>
                    <a:pt x="870585" y="130175"/>
                    <a:pt x="1043432" y="130175"/>
                  </a:cubicBezTo>
                  <a:cubicBezTo>
                    <a:pt x="1192276" y="130175"/>
                    <a:pt x="1341247" y="133223"/>
                    <a:pt x="1490345" y="133223"/>
                  </a:cubicBezTo>
                  <a:cubicBezTo>
                    <a:pt x="1525905" y="133223"/>
                    <a:pt x="1561465" y="133096"/>
                    <a:pt x="1597025" y="132588"/>
                  </a:cubicBezTo>
                  <a:cubicBezTo>
                    <a:pt x="2015998" y="125984"/>
                    <a:pt x="2432685" y="112903"/>
                    <a:pt x="2851531" y="106426"/>
                  </a:cubicBezTo>
                  <a:cubicBezTo>
                    <a:pt x="2944241" y="105283"/>
                    <a:pt x="3036443" y="105283"/>
                    <a:pt x="3128645" y="105283"/>
                  </a:cubicBezTo>
                  <a:cubicBezTo>
                    <a:pt x="3220847" y="105283"/>
                    <a:pt x="3313049" y="105283"/>
                    <a:pt x="3405759" y="104140"/>
                  </a:cubicBezTo>
                  <a:cubicBezTo>
                    <a:pt x="3641344" y="101981"/>
                    <a:pt x="3877056" y="99822"/>
                    <a:pt x="4112641" y="88900"/>
                  </a:cubicBezTo>
                  <a:cubicBezTo>
                    <a:pt x="4322064" y="80137"/>
                    <a:pt x="4533773" y="56134"/>
                    <a:pt x="4743196" y="43053"/>
                  </a:cubicBezTo>
                  <a:cubicBezTo>
                    <a:pt x="4788027" y="40259"/>
                    <a:pt x="4832985" y="39497"/>
                    <a:pt x="4878324" y="39497"/>
                  </a:cubicBezTo>
                  <a:close/>
                  <a:moveTo>
                    <a:pt x="5079238" y="1212596"/>
                  </a:moveTo>
                  <a:cubicBezTo>
                    <a:pt x="5117465" y="1212596"/>
                    <a:pt x="5149342" y="1229614"/>
                    <a:pt x="5179822" y="1258316"/>
                  </a:cubicBezTo>
                  <a:cubicBezTo>
                    <a:pt x="5221224" y="1293241"/>
                    <a:pt x="5264912" y="1328166"/>
                    <a:pt x="5310759" y="1360805"/>
                  </a:cubicBezTo>
                  <a:lnTo>
                    <a:pt x="5343525" y="1386967"/>
                  </a:lnTo>
                  <a:cubicBezTo>
                    <a:pt x="5336921" y="1393571"/>
                    <a:pt x="5332603" y="1400048"/>
                    <a:pt x="5328285" y="1400048"/>
                  </a:cubicBezTo>
                  <a:cubicBezTo>
                    <a:pt x="5325237" y="1399921"/>
                    <a:pt x="5322316" y="1399921"/>
                    <a:pt x="5319395" y="1399921"/>
                  </a:cubicBezTo>
                  <a:cubicBezTo>
                    <a:pt x="5253101" y="1399921"/>
                    <a:pt x="5192395" y="1422527"/>
                    <a:pt x="5129784" y="1437132"/>
                  </a:cubicBezTo>
                  <a:cubicBezTo>
                    <a:pt x="5124196" y="1439164"/>
                    <a:pt x="5118227" y="1440180"/>
                    <a:pt x="5112385" y="1440180"/>
                  </a:cubicBezTo>
                  <a:cubicBezTo>
                    <a:pt x="5093208" y="1440180"/>
                    <a:pt x="5074285" y="1429893"/>
                    <a:pt x="5064252" y="1413129"/>
                  </a:cubicBezTo>
                  <a:cubicBezTo>
                    <a:pt x="5022850" y="1358646"/>
                    <a:pt x="4979162" y="1308354"/>
                    <a:pt x="4935474" y="1256030"/>
                  </a:cubicBezTo>
                  <a:cubicBezTo>
                    <a:pt x="4931156" y="1247267"/>
                    <a:pt x="4924552" y="1238631"/>
                    <a:pt x="4920233" y="1229868"/>
                  </a:cubicBezTo>
                  <a:cubicBezTo>
                    <a:pt x="4933314" y="1227709"/>
                    <a:pt x="4944237" y="1225550"/>
                    <a:pt x="4957318" y="1223264"/>
                  </a:cubicBezTo>
                  <a:cubicBezTo>
                    <a:pt x="4985639" y="1223264"/>
                    <a:pt x="5016246" y="1221105"/>
                    <a:pt x="5044567" y="1216660"/>
                  </a:cubicBezTo>
                  <a:cubicBezTo>
                    <a:pt x="5056758" y="1213739"/>
                    <a:pt x="5068315" y="1212342"/>
                    <a:pt x="5079238" y="1212342"/>
                  </a:cubicBezTo>
                  <a:close/>
                  <a:moveTo>
                    <a:pt x="4867783" y="1227836"/>
                  </a:moveTo>
                  <a:cubicBezTo>
                    <a:pt x="4878705" y="1229995"/>
                    <a:pt x="4889627" y="1234440"/>
                    <a:pt x="4898390" y="1243076"/>
                  </a:cubicBezTo>
                  <a:cubicBezTo>
                    <a:pt x="4952873" y="1308481"/>
                    <a:pt x="5007483" y="1374013"/>
                    <a:pt x="5068570" y="1448181"/>
                  </a:cubicBezTo>
                  <a:lnTo>
                    <a:pt x="4806696" y="1483106"/>
                  </a:lnTo>
                  <a:lnTo>
                    <a:pt x="4658360" y="1238758"/>
                  </a:lnTo>
                  <a:cubicBezTo>
                    <a:pt x="4732528" y="1234440"/>
                    <a:pt x="4800219" y="1229995"/>
                    <a:pt x="4867783" y="1227836"/>
                  </a:cubicBezTo>
                  <a:close/>
                  <a:moveTo>
                    <a:pt x="4632198" y="1243076"/>
                  </a:moveTo>
                  <a:lnTo>
                    <a:pt x="4778375" y="1487424"/>
                  </a:lnTo>
                  <a:lnTo>
                    <a:pt x="4490339" y="1526667"/>
                  </a:lnTo>
                  <a:lnTo>
                    <a:pt x="4348480" y="1277874"/>
                  </a:lnTo>
                  <a:lnTo>
                    <a:pt x="4632071" y="1242949"/>
                  </a:lnTo>
                  <a:close/>
                  <a:moveTo>
                    <a:pt x="4324604" y="1284478"/>
                  </a:moveTo>
                  <a:lnTo>
                    <a:pt x="4457700" y="1528826"/>
                  </a:lnTo>
                  <a:cubicBezTo>
                    <a:pt x="4405376" y="1530985"/>
                    <a:pt x="4359529" y="1535430"/>
                    <a:pt x="4313682" y="1535430"/>
                  </a:cubicBezTo>
                  <a:cubicBezTo>
                    <a:pt x="4304919" y="1533271"/>
                    <a:pt x="4296283" y="1528826"/>
                    <a:pt x="4289679" y="1520190"/>
                  </a:cubicBezTo>
                  <a:cubicBezTo>
                    <a:pt x="4248277" y="1450340"/>
                    <a:pt x="4208907" y="1380490"/>
                    <a:pt x="4165346" y="1304163"/>
                  </a:cubicBezTo>
                  <a:lnTo>
                    <a:pt x="4324604" y="1284478"/>
                  </a:lnTo>
                  <a:close/>
                  <a:moveTo>
                    <a:pt x="4143502" y="1304163"/>
                  </a:moveTo>
                  <a:lnTo>
                    <a:pt x="4259199" y="1537589"/>
                  </a:lnTo>
                  <a:lnTo>
                    <a:pt x="4071620" y="1546352"/>
                  </a:lnTo>
                  <a:lnTo>
                    <a:pt x="3953764" y="1323848"/>
                  </a:lnTo>
                  <a:lnTo>
                    <a:pt x="4143629" y="1304163"/>
                  </a:lnTo>
                  <a:close/>
                  <a:moveTo>
                    <a:pt x="3916553" y="1326007"/>
                  </a:moveTo>
                  <a:cubicBezTo>
                    <a:pt x="3947160" y="1400175"/>
                    <a:pt x="3975481" y="1470025"/>
                    <a:pt x="4008247" y="1546352"/>
                  </a:cubicBezTo>
                  <a:lnTo>
                    <a:pt x="3750818" y="1561592"/>
                  </a:lnTo>
                  <a:lnTo>
                    <a:pt x="3628644" y="1336802"/>
                  </a:lnTo>
                  <a:lnTo>
                    <a:pt x="3916680" y="1325880"/>
                  </a:lnTo>
                  <a:close/>
                  <a:moveTo>
                    <a:pt x="3534918" y="1333754"/>
                  </a:moveTo>
                  <a:cubicBezTo>
                    <a:pt x="3553841" y="1333754"/>
                    <a:pt x="3572510" y="1334008"/>
                    <a:pt x="3591433" y="1334770"/>
                  </a:cubicBezTo>
                  <a:cubicBezTo>
                    <a:pt x="3602355" y="1336929"/>
                    <a:pt x="3611118" y="1343533"/>
                    <a:pt x="3617595" y="1354455"/>
                  </a:cubicBezTo>
                  <a:cubicBezTo>
                    <a:pt x="3650361" y="1419860"/>
                    <a:pt x="3680842" y="1489710"/>
                    <a:pt x="3715767" y="1563878"/>
                  </a:cubicBezTo>
                  <a:lnTo>
                    <a:pt x="3525901" y="1576959"/>
                  </a:lnTo>
                  <a:lnTo>
                    <a:pt x="3414649" y="1334770"/>
                  </a:lnTo>
                  <a:cubicBezTo>
                    <a:pt x="3458337" y="1334770"/>
                    <a:pt x="3497072" y="1333754"/>
                    <a:pt x="3534918" y="1333754"/>
                  </a:cubicBezTo>
                  <a:close/>
                  <a:moveTo>
                    <a:pt x="3200908" y="1350010"/>
                  </a:moveTo>
                  <a:lnTo>
                    <a:pt x="3294761" y="1585595"/>
                  </a:lnTo>
                  <a:lnTo>
                    <a:pt x="3065526" y="1585595"/>
                  </a:lnTo>
                  <a:lnTo>
                    <a:pt x="2982595" y="1350010"/>
                  </a:lnTo>
                  <a:close/>
                  <a:moveTo>
                    <a:pt x="3384169" y="1339088"/>
                  </a:moveTo>
                  <a:cubicBezTo>
                    <a:pt x="3395091" y="1339088"/>
                    <a:pt x="3403854" y="1345692"/>
                    <a:pt x="3408173" y="1354328"/>
                  </a:cubicBezTo>
                  <a:cubicBezTo>
                    <a:pt x="3443098" y="1426337"/>
                    <a:pt x="3475863" y="1498346"/>
                    <a:pt x="3510662" y="1576832"/>
                  </a:cubicBezTo>
                  <a:lnTo>
                    <a:pt x="3320797" y="1585595"/>
                  </a:lnTo>
                  <a:cubicBezTo>
                    <a:pt x="3290189" y="1504823"/>
                    <a:pt x="3259710" y="1428496"/>
                    <a:pt x="3224785" y="1343406"/>
                  </a:cubicBezTo>
                  <a:cubicBezTo>
                    <a:pt x="3279268" y="1343406"/>
                    <a:pt x="3331719" y="1339088"/>
                    <a:pt x="3384043" y="1339088"/>
                  </a:cubicBezTo>
                  <a:close/>
                  <a:moveTo>
                    <a:pt x="2945638" y="1354328"/>
                  </a:moveTo>
                  <a:lnTo>
                    <a:pt x="3041650" y="1589913"/>
                  </a:lnTo>
                  <a:lnTo>
                    <a:pt x="2832227" y="1598676"/>
                  </a:lnTo>
                  <a:lnTo>
                    <a:pt x="2703449" y="1358646"/>
                  </a:lnTo>
                  <a:cubicBezTo>
                    <a:pt x="2747137" y="1356487"/>
                    <a:pt x="2788539" y="1354328"/>
                    <a:pt x="2825623" y="1354328"/>
                  </a:cubicBezTo>
                  <a:close/>
                  <a:moveTo>
                    <a:pt x="2683764" y="1360932"/>
                  </a:moveTo>
                  <a:cubicBezTo>
                    <a:pt x="2716531" y="1441704"/>
                    <a:pt x="2747010" y="1518031"/>
                    <a:pt x="2781935" y="1600962"/>
                  </a:cubicBezTo>
                  <a:cubicBezTo>
                    <a:pt x="2766695" y="1603121"/>
                    <a:pt x="2749169" y="1605280"/>
                    <a:pt x="2733929" y="1607566"/>
                  </a:cubicBezTo>
                  <a:cubicBezTo>
                    <a:pt x="2690241" y="1609725"/>
                    <a:pt x="2646681" y="1611884"/>
                    <a:pt x="2602992" y="1616329"/>
                  </a:cubicBezTo>
                  <a:cubicBezTo>
                    <a:pt x="2599563" y="1617091"/>
                    <a:pt x="2596261" y="1617472"/>
                    <a:pt x="2592960" y="1617472"/>
                  </a:cubicBezTo>
                  <a:cubicBezTo>
                    <a:pt x="2576958" y="1617472"/>
                    <a:pt x="2562226" y="1608963"/>
                    <a:pt x="2554986" y="1594485"/>
                  </a:cubicBezTo>
                  <a:cubicBezTo>
                    <a:pt x="2520061" y="1522476"/>
                    <a:pt x="2487295" y="1450467"/>
                    <a:pt x="2448053" y="1371981"/>
                  </a:cubicBezTo>
                  <a:lnTo>
                    <a:pt x="2683638" y="1361059"/>
                  </a:lnTo>
                  <a:close/>
                  <a:moveTo>
                    <a:pt x="2065656" y="1385189"/>
                  </a:moveTo>
                  <a:cubicBezTo>
                    <a:pt x="2090420" y="1385189"/>
                    <a:pt x="2114932" y="1386459"/>
                    <a:pt x="2136141" y="1389253"/>
                  </a:cubicBezTo>
                  <a:cubicBezTo>
                    <a:pt x="2160144" y="1465580"/>
                    <a:pt x="2186306" y="1546352"/>
                    <a:pt x="2212467" y="1629283"/>
                  </a:cubicBezTo>
                  <a:lnTo>
                    <a:pt x="2024761" y="1629283"/>
                  </a:lnTo>
                  <a:cubicBezTo>
                    <a:pt x="1996440" y="1552956"/>
                    <a:pt x="1965833" y="1474343"/>
                    <a:pt x="1937512" y="1398016"/>
                  </a:cubicBezTo>
                  <a:cubicBezTo>
                    <a:pt x="1961134" y="1390650"/>
                    <a:pt x="2013839" y="1385189"/>
                    <a:pt x="2065655" y="1385189"/>
                  </a:cubicBezTo>
                  <a:close/>
                  <a:moveTo>
                    <a:pt x="2334895" y="1377315"/>
                  </a:moveTo>
                  <a:cubicBezTo>
                    <a:pt x="2363216" y="1377315"/>
                    <a:pt x="2392807" y="1378331"/>
                    <a:pt x="2426208" y="1378331"/>
                  </a:cubicBezTo>
                  <a:lnTo>
                    <a:pt x="2517903" y="1620520"/>
                  </a:lnTo>
                  <a:lnTo>
                    <a:pt x="2251711" y="1631442"/>
                  </a:lnTo>
                  <a:lnTo>
                    <a:pt x="2164462" y="1389253"/>
                  </a:lnTo>
                  <a:cubicBezTo>
                    <a:pt x="2191259" y="1379855"/>
                    <a:pt x="2217929" y="1378712"/>
                    <a:pt x="2244218" y="1378712"/>
                  </a:cubicBezTo>
                  <a:cubicBezTo>
                    <a:pt x="2252854" y="1378712"/>
                    <a:pt x="2261490" y="1378839"/>
                    <a:pt x="2269999" y="1378839"/>
                  </a:cubicBezTo>
                  <a:cubicBezTo>
                    <a:pt x="2277746" y="1378839"/>
                    <a:pt x="2285493" y="1378712"/>
                    <a:pt x="2293113" y="1378331"/>
                  </a:cubicBezTo>
                  <a:cubicBezTo>
                    <a:pt x="2306956" y="1377569"/>
                    <a:pt x="2320799" y="1377315"/>
                    <a:pt x="2334896" y="1377315"/>
                  </a:cubicBezTo>
                  <a:close/>
                  <a:moveTo>
                    <a:pt x="1112774" y="1421892"/>
                  </a:moveTo>
                  <a:lnTo>
                    <a:pt x="1200023" y="1640078"/>
                  </a:lnTo>
                  <a:cubicBezTo>
                    <a:pt x="1178179" y="1640840"/>
                    <a:pt x="1156335" y="1641094"/>
                    <a:pt x="1134745" y="1641094"/>
                  </a:cubicBezTo>
                  <a:cubicBezTo>
                    <a:pt x="1091438" y="1641094"/>
                    <a:pt x="1048767" y="1640078"/>
                    <a:pt x="1008000" y="1640078"/>
                  </a:cubicBezTo>
                  <a:lnTo>
                    <a:pt x="887985" y="1421892"/>
                  </a:lnTo>
                  <a:close/>
                  <a:moveTo>
                    <a:pt x="1881759" y="1393444"/>
                  </a:moveTo>
                  <a:cubicBezTo>
                    <a:pt x="1913636" y="1393444"/>
                    <a:pt x="1914906" y="1395222"/>
                    <a:pt x="1926590" y="1430528"/>
                  </a:cubicBezTo>
                  <a:cubicBezTo>
                    <a:pt x="1948434" y="1495933"/>
                    <a:pt x="1965833" y="1559306"/>
                    <a:pt x="1987677" y="1629029"/>
                  </a:cubicBezTo>
                  <a:cubicBezTo>
                    <a:pt x="1976755" y="1633347"/>
                    <a:pt x="1963674" y="1635633"/>
                    <a:pt x="1952752" y="1637792"/>
                  </a:cubicBezTo>
                  <a:cubicBezTo>
                    <a:pt x="1900428" y="1639951"/>
                    <a:pt x="1845818" y="1639951"/>
                    <a:pt x="1791335" y="1642110"/>
                  </a:cubicBezTo>
                  <a:cubicBezTo>
                    <a:pt x="1788414" y="1642491"/>
                    <a:pt x="1785620" y="1642618"/>
                    <a:pt x="1782699" y="1642618"/>
                  </a:cubicBezTo>
                  <a:cubicBezTo>
                    <a:pt x="1766697" y="1642618"/>
                    <a:pt x="1752854" y="1636649"/>
                    <a:pt x="1745488" y="1618107"/>
                  </a:cubicBezTo>
                  <a:cubicBezTo>
                    <a:pt x="1717167" y="1546098"/>
                    <a:pt x="1688719" y="1476248"/>
                    <a:pt x="1658239" y="1397762"/>
                  </a:cubicBezTo>
                  <a:cubicBezTo>
                    <a:pt x="1697482" y="1397762"/>
                    <a:pt x="1730248" y="1395603"/>
                    <a:pt x="1765173" y="1395603"/>
                  </a:cubicBezTo>
                  <a:cubicBezTo>
                    <a:pt x="1800098" y="1395603"/>
                    <a:pt x="1835023" y="1395603"/>
                    <a:pt x="1869948" y="1393444"/>
                  </a:cubicBezTo>
                  <a:cubicBezTo>
                    <a:pt x="1874266" y="1393444"/>
                    <a:pt x="1878203" y="1393444"/>
                    <a:pt x="1881759" y="1393444"/>
                  </a:cubicBezTo>
                  <a:close/>
                  <a:moveTo>
                    <a:pt x="1629918" y="1400048"/>
                  </a:moveTo>
                  <a:cubicBezTo>
                    <a:pt x="1658239" y="1478534"/>
                    <a:pt x="1686687" y="1557147"/>
                    <a:pt x="1719326" y="1646555"/>
                  </a:cubicBezTo>
                  <a:lnTo>
                    <a:pt x="1505458" y="1646555"/>
                  </a:lnTo>
                  <a:cubicBezTo>
                    <a:pt x="1477137" y="1570228"/>
                    <a:pt x="1448689" y="1491615"/>
                    <a:pt x="1416050" y="1406525"/>
                  </a:cubicBezTo>
                  <a:cubicBezTo>
                    <a:pt x="1488059" y="1399921"/>
                    <a:pt x="1555750" y="1402207"/>
                    <a:pt x="1629918" y="1399921"/>
                  </a:cubicBezTo>
                  <a:close/>
                  <a:moveTo>
                    <a:pt x="1400810" y="1410970"/>
                  </a:moveTo>
                  <a:lnTo>
                    <a:pt x="1466215" y="1646555"/>
                  </a:lnTo>
                  <a:cubicBezTo>
                    <a:pt x="1455039" y="1648206"/>
                    <a:pt x="1444117" y="1648714"/>
                    <a:pt x="1433195" y="1648714"/>
                  </a:cubicBezTo>
                  <a:cubicBezTo>
                    <a:pt x="1407160" y="1648714"/>
                    <a:pt x="1381887" y="1645539"/>
                    <a:pt x="1357376" y="1645539"/>
                  </a:cubicBezTo>
                  <a:cubicBezTo>
                    <a:pt x="1349883" y="1645539"/>
                    <a:pt x="1342517" y="1645793"/>
                    <a:pt x="1335278" y="1646555"/>
                  </a:cubicBezTo>
                  <a:cubicBezTo>
                    <a:pt x="1328928" y="1647190"/>
                    <a:pt x="1322959" y="1647571"/>
                    <a:pt x="1317244" y="1647571"/>
                  </a:cubicBezTo>
                  <a:cubicBezTo>
                    <a:pt x="1265301" y="1647571"/>
                    <a:pt x="1235202" y="1620901"/>
                    <a:pt x="1217549" y="1565910"/>
                  </a:cubicBezTo>
                  <a:cubicBezTo>
                    <a:pt x="1197864" y="1513586"/>
                    <a:pt x="1173861" y="1463421"/>
                    <a:pt x="1147699" y="1413129"/>
                  </a:cubicBezTo>
                  <a:lnTo>
                    <a:pt x="1400810" y="1410970"/>
                  </a:lnTo>
                  <a:close/>
                  <a:moveTo>
                    <a:pt x="855345" y="1424051"/>
                  </a:moveTo>
                  <a:lnTo>
                    <a:pt x="984123" y="1637919"/>
                  </a:lnTo>
                  <a:lnTo>
                    <a:pt x="765937" y="1648841"/>
                  </a:lnTo>
                  <a:cubicBezTo>
                    <a:pt x="724535" y="1576832"/>
                    <a:pt x="685165" y="1506982"/>
                    <a:pt x="639445" y="1426337"/>
                  </a:cubicBezTo>
                  <a:lnTo>
                    <a:pt x="639445" y="1424178"/>
                  </a:lnTo>
                  <a:close/>
                  <a:moveTo>
                    <a:pt x="582676" y="1430655"/>
                  </a:moveTo>
                  <a:cubicBezTo>
                    <a:pt x="595757" y="1432814"/>
                    <a:pt x="606679" y="1441577"/>
                    <a:pt x="613283" y="1452499"/>
                  </a:cubicBezTo>
                  <a:cubicBezTo>
                    <a:pt x="648208" y="1513586"/>
                    <a:pt x="680974" y="1576832"/>
                    <a:pt x="718058" y="1646682"/>
                  </a:cubicBezTo>
                  <a:lnTo>
                    <a:pt x="281432" y="1675130"/>
                  </a:lnTo>
                  <a:lnTo>
                    <a:pt x="76327" y="1456944"/>
                  </a:lnTo>
                  <a:cubicBezTo>
                    <a:pt x="148463" y="1451102"/>
                    <a:pt x="211836" y="1443482"/>
                    <a:pt x="274320" y="1443482"/>
                  </a:cubicBezTo>
                  <a:cubicBezTo>
                    <a:pt x="281813" y="1443482"/>
                    <a:pt x="289306" y="1443609"/>
                    <a:pt x="296672" y="1443863"/>
                  </a:cubicBezTo>
                  <a:lnTo>
                    <a:pt x="386080" y="1594358"/>
                  </a:lnTo>
                  <a:cubicBezTo>
                    <a:pt x="392684" y="1607439"/>
                    <a:pt x="399161" y="1618361"/>
                    <a:pt x="407924" y="1629283"/>
                  </a:cubicBezTo>
                  <a:cubicBezTo>
                    <a:pt x="415671" y="1638554"/>
                    <a:pt x="423418" y="1646809"/>
                    <a:pt x="433578" y="1646809"/>
                  </a:cubicBezTo>
                  <a:cubicBezTo>
                    <a:pt x="437642" y="1646809"/>
                    <a:pt x="442087" y="1645412"/>
                    <a:pt x="447167" y="1642364"/>
                  </a:cubicBezTo>
                  <a:cubicBezTo>
                    <a:pt x="464566" y="1631442"/>
                    <a:pt x="458089" y="1616202"/>
                    <a:pt x="449326" y="1600962"/>
                  </a:cubicBezTo>
                  <a:cubicBezTo>
                    <a:pt x="431927" y="1570355"/>
                    <a:pt x="414401" y="1539875"/>
                    <a:pt x="394843" y="1511554"/>
                  </a:cubicBezTo>
                  <a:cubicBezTo>
                    <a:pt x="379603" y="1489710"/>
                    <a:pt x="366522" y="1470152"/>
                    <a:pt x="344678" y="1439545"/>
                  </a:cubicBezTo>
                  <a:cubicBezTo>
                    <a:pt x="429768" y="1435227"/>
                    <a:pt x="506095" y="1432941"/>
                    <a:pt x="582549" y="1430782"/>
                  </a:cubicBezTo>
                  <a:close/>
                  <a:moveTo>
                    <a:pt x="5021834" y="0"/>
                  </a:moveTo>
                  <a:cubicBezTo>
                    <a:pt x="5012690" y="0"/>
                    <a:pt x="5003546" y="508"/>
                    <a:pt x="4994275" y="1651"/>
                  </a:cubicBezTo>
                  <a:cubicBezTo>
                    <a:pt x="4878578" y="5969"/>
                    <a:pt x="4760849" y="10414"/>
                    <a:pt x="4645152" y="16891"/>
                  </a:cubicBezTo>
                  <a:cubicBezTo>
                    <a:pt x="4612386" y="19050"/>
                    <a:pt x="4579747" y="23495"/>
                    <a:pt x="4546981" y="25654"/>
                  </a:cubicBezTo>
                  <a:cubicBezTo>
                    <a:pt x="4210939" y="38735"/>
                    <a:pt x="3875024" y="51816"/>
                    <a:pt x="3538982" y="60579"/>
                  </a:cubicBezTo>
                  <a:cubicBezTo>
                    <a:pt x="3274949" y="67183"/>
                    <a:pt x="3008757" y="67183"/>
                    <a:pt x="2744724" y="71501"/>
                  </a:cubicBezTo>
                  <a:cubicBezTo>
                    <a:pt x="2576703" y="75819"/>
                    <a:pt x="2410841" y="86741"/>
                    <a:pt x="2242947" y="88900"/>
                  </a:cubicBezTo>
                  <a:cubicBezTo>
                    <a:pt x="1909064" y="93218"/>
                    <a:pt x="1577467" y="97663"/>
                    <a:pt x="1243711" y="97663"/>
                  </a:cubicBezTo>
                  <a:cubicBezTo>
                    <a:pt x="1208151" y="97663"/>
                    <a:pt x="1172591" y="97663"/>
                    <a:pt x="1137158" y="97663"/>
                  </a:cubicBezTo>
                  <a:cubicBezTo>
                    <a:pt x="923925" y="97663"/>
                    <a:pt x="710819" y="99314"/>
                    <a:pt x="497586" y="121666"/>
                  </a:cubicBezTo>
                  <a:cubicBezTo>
                    <a:pt x="371094" y="134747"/>
                    <a:pt x="246634" y="156591"/>
                    <a:pt x="120142" y="171831"/>
                  </a:cubicBezTo>
                  <a:cubicBezTo>
                    <a:pt x="91821" y="173990"/>
                    <a:pt x="67818" y="195834"/>
                    <a:pt x="63373" y="224155"/>
                  </a:cubicBezTo>
                  <a:cubicBezTo>
                    <a:pt x="61214" y="237236"/>
                    <a:pt x="59055" y="252476"/>
                    <a:pt x="59055" y="265557"/>
                  </a:cubicBezTo>
                  <a:cubicBezTo>
                    <a:pt x="54737" y="352806"/>
                    <a:pt x="52451" y="440055"/>
                    <a:pt x="48133" y="527431"/>
                  </a:cubicBezTo>
                  <a:cubicBezTo>
                    <a:pt x="41529" y="671449"/>
                    <a:pt x="35052" y="815467"/>
                    <a:pt x="26289" y="957199"/>
                  </a:cubicBezTo>
                  <a:cubicBezTo>
                    <a:pt x="21971" y="989965"/>
                    <a:pt x="15367" y="1022604"/>
                    <a:pt x="6604" y="1053211"/>
                  </a:cubicBezTo>
                  <a:lnTo>
                    <a:pt x="0" y="1426337"/>
                  </a:lnTo>
                  <a:lnTo>
                    <a:pt x="0" y="1426337"/>
                  </a:lnTo>
                  <a:cubicBezTo>
                    <a:pt x="15240" y="1439418"/>
                    <a:pt x="30607" y="1452499"/>
                    <a:pt x="43688" y="1467739"/>
                  </a:cubicBezTo>
                  <a:cubicBezTo>
                    <a:pt x="93853" y="1528826"/>
                    <a:pt x="139700" y="1587754"/>
                    <a:pt x="187706" y="1648841"/>
                  </a:cubicBezTo>
                  <a:cubicBezTo>
                    <a:pt x="212725" y="1683512"/>
                    <a:pt x="254762" y="1704594"/>
                    <a:pt x="298704" y="1704594"/>
                  </a:cubicBezTo>
                  <a:cubicBezTo>
                    <a:pt x="304546" y="1704594"/>
                    <a:pt x="310515" y="1704213"/>
                    <a:pt x="316484" y="1703451"/>
                  </a:cubicBezTo>
                  <a:cubicBezTo>
                    <a:pt x="410337" y="1696847"/>
                    <a:pt x="504063" y="1694688"/>
                    <a:pt x="597916" y="1692529"/>
                  </a:cubicBezTo>
                  <a:cubicBezTo>
                    <a:pt x="764032" y="1689481"/>
                    <a:pt x="930148" y="1680845"/>
                    <a:pt x="1096391" y="1680845"/>
                  </a:cubicBezTo>
                  <a:cubicBezTo>
                    <a:pt x="1163701" y="1680845"/>
                    <a:pt x="1231011" y="1682242"/>
                    <a:pt x="1298321" y="1686052"/>
                  </a:cubicBezTo>
                  <a:cubicBezTo>
                    <a:pt x="1365377" y="1689227"/>
                    <a:pt x="1433703" y="1691259"/>
                    <a:pt x="1501394" y="1691259"/>
                  </a:cubicBezTo>
                  <a:cubicBezTo>
                    <a:pt x="1526159" y="1691259"/>
                    <a:pt x="1550924" y="1691005"/>
                    <a:pt x="1575435" y="1690370"/>
                  </a:cubicBezTo>
                  <a:cubicBezTo>
                    <a:pt x="1826387" y="1683766"/>
                    <a:pt x="2075053" y="1675130"/>
                    <a:pt x="2323846" y="1666367"/>
                  </a:cubicBezTo>
                  <a:cubicBezTo>
                    <a:pt x="2398014" y="1664208"/>
                    <a:pt x="2472182" y="1657604"/>
                    <a:pt x="2544191" y="1653286"/>
                  </a:cubicBezTo>
                  <a:cubicBezTo>
                    <a:pt x="2672969" y="1644523"/>
                    <a:pt x="2799461" y="1631442"/>
                    <a:pt x="2925953" y="1627124"/>
                  </a:cubicBezTo>
                  <a:cubicBezTo>
                    <a:pt x="3146298" y="1618361"/>
                    <a:pt x="3364484" y="1614043"/>
                    <a:pt x="3584829" y="1605280"/>
                  </a:cubicBezTo>
                  <a:cubicBezTo>
                    <a:pt x="3731006" y="1598676"/>
                    <a:pt x="3879342" y="1581277"/>
                    <a:pt x="4027805" y="1576959"/>
                  </a:cubicBezTo>
                  <a:cubicBezTo>
                    <a:pt x="4259072" y="1574800"/>
                    <a:pt x="4488180" y="1559560"/>
                    <a:pt x="4717288" y="1533271"/>
                  </a:cubicBezTo>
                  <a:cubicBezTo>
                    <a:pt x="4920235" y="1507109"/>
                    <a:pt x="5120894" y="1480947"/>
                    <a:pt x="5321681" y="1439418"/>
                  </a:cubicBezTo>
                  <a:cubicBezTo>
                    <a:pt x="5391531" y="1426337"/>
                    <a:pt x="5408930" y="1404493"/>
                    <a:pt x="5413375" y="1334643"/>
                  </a:cubicBezTo>
                  <a:lnTo>
                    <a:pt x="5413375" y="1299718"/>
                  </a:lnTo>
                  <a:cubicBezTo>
                    <a:pt x="5426456" y="1101217"/>
                    <a:pt x="5400294" y="902589"/>
                    <a:pt x="5389372" y="704088"/>
                  </a:cubicBezTo>
                  <a:cubicBezTo>
                    <a:pt x="5382768" y="605917"/>
                    <a:pt x="5365369" y="507746"/>
                    <a:pt x="5380609" y="407416"/>
                  </a:cubicBezTo>
                  <a:cubicBezTo>
                    <a:pt x="5382768" y="379095"/>
                    <a:pt x="5380609" y="348488"/>
                    <a:pt x="5374005" y="320167"/>
                  </a:cubicBezTo>
                  <a:cubicBezTo>
                    <a:pt x="5367401" y="289560"/>
                    <a:pt x="5365242" y="256921"/>
                    <a:pt x="5367401" y="226314"/>
                  </a:cubicBezTo>
                  <a:cubicBezTo>
                    <a:pt x="5371719" y="200152"/>
                    <a:pt x="5358638" y="171831"/>
                    <a:pt x="5334636" y="158623"/>
                  </a:cubicBezTo>
                  <a:cubicBezTo>
                    <a:pt x="5273549" y="117221"/>
                    <a:pt x="5210303" y="77851"/>
                    <a:pt x="5147057" y="36449"/>
                  </a:cubicBezTo>
                  <a:cubicBezTo>
                    <a:pt x="5108956" y="13081"/>
                    <a:pt x="5066411" y="0"/>
                    <a:pt x="502183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459108" y="4613586"/>
            <a:ext cx="3849767" cy="221771"/>
            <a:chOff x="0" y="0"/>
            <a:chExt cx="3849764" cy="221767"/>
          </a:xfrm>
        </p:grpSpPr>
        <p:sp>
          <p:nvSpPr>
            <p:cNvPr id="9" name="Freeform 9"/>
            <p:cNvSpPr/>
            <p:nvPr/>
          </p:nvSpPr>
          <p:spPr>
            <a:xfrm>
              <a:off x="0" y="-254"/>
              <a:ext cx="3849497" cy="222123"/>
            </a:xfrm>
            <a:custGeom>
              <a:avLst/>
              <a:gdLst/>
              <a:ahLst/>
              <a:cxnLst/>
              <a:rect l="l" t="t" r="r" b="b"/>
              <a:pathLst>
                <a:path w="3849497" h="222123">
                  <a:moveTo>
                    <a:pt x="2627503" y="127254"/>
                  </a:moveTo>
                  <a:cubicBezTo>
                    <a:pt x="2627503" y="127254"/>
                    <a:pt x="2627503" y="127254"/>
                    <a:pt x="2627503" y="127254"/>
                  </a:cubicBezTo>
                  <a:cubicBezTo>
                    <a:pt x="2627503" y="127254"/>
                    <a:pt x="2627503" y="127254"/>
                    <a:pt x="2627503" y="127254"/>
                  </a:cubicBezTo>
                  <a:cubicBezTo>
                    <a:pt x="2627503" y="127254"/>
                    <a:pt x="2627503" y="127254"/>
                    <a:pt x="2627503" y="127254"/>
                  </a:cubicBezTo>
                  <a:close/>
                  <a:moveTo>
                    <a:pt x="2121535" y="254"/>
                  </a:moveTo>
                  <a:cubicBezTo>
                    <a:pt x="2120519" y="254"/>
                    <a:pt x="2119757" y="508"/>
                    <a:pt x="2119122" y="889"/>
                  </a:cubicBezTo>
                  <a:cubicBezTo>
                    <a:pt x="2114931" y="3810"/>
                    <a:pt x="2110740" y="4699"/>
                    <a:pt x="2106422" y="4699"/>
                  </a:cubicBezTo>
                  <a:cubicBezTo>
                    <a:pt x="2100326" y="4699"/>
                    <a:pt x="2094230" y="2921"/>
                    <a:pt x="2087753" y="2921"/>
                  </a:cubicBezTo>
                  <a:cubicBezTo>
                    <a:pt x="2084705" y="2921"/>
                    <a:pt x="2081530" y="3302"/>
                    <a:pt x="2078355" y="4572"/>
                  </a:cubicBezTo>
                  <a:cubicBezTo>
                    <a:pt x="2075561" y="5588"/>
                    <a:pt x="2072386" y="5969"/>
                    <a:pt x="2069211" y="5969"/>
                  </a:cubicBezTo>
                  <a:cubicBezTo>
                    <a:pt x="2059305" y="5969"/>
                    <a:pt x="2047875" y="2286"/>
                    <a:pt x="2038096" y="2286"/>
                  </a:cubicBezTo>
                  <a:cubicBezTo>
                    <a:pt x="2034540" y="2286"/>
                    <a:pt x="2031111" y="2794"/>
                    <a:pt x="2028190" y="4191"/>
                  </a:cubicBezTo>
                  <a:cubicBezTo>
                    <a:pt x="2018919" y="7239"/>
                    <a:pt x="2009775" y="8763"/>
                    <a:pt x="2000504" y="8763"/>
                  </a:cubicBezTo>
                  <a:cubicBezTo>
                    <a:pt x="1991233" y="8763"/>
                    <a:pt x="1982216" y="7239"/>
                    <a:pt x="1973072" y="4318"/>
                  </a:cubicBezTo>
                  <a:cubicBezTo>
                    <a:pt x="1956562" y="4826"/>
                    <a:pt x="1940306" y="6858"/>
                    <a:pt x="1924177" y="10541"/>
                  </a:cubicBezTo>
                  <a:cubicBezTo>
                    <a:pt x="1923669" y="10541"/>
                    <a:pt x="1923161" y="10541"/>
                    <a:pt x="1922653" y="10541"/>
                  </a:cubicBezTo>
                  <a:cubicBezTo>
                    <a:pt x="1909699" y="10541"/>
                    <a:pt x="1896618" y="5588"/>
                    <a:pt x="1883664" y="5588"/>
                  </a:cubicBezTo>
                  <a:cubicBezTo>
                    <a:pt x="1876933" y="5588"/>
                    <a:pt x="1870202" y="6985"/>
                    <a:pt x="1863598" y="11049"/>
                  </a:cubicBezTo>
                  <a:cubicBezTo>
                    <a:pt x="1859026" y="7747"/>
                    <a:pt x="1854454" y="6731"/>
                    <a:pt x="1849755" y="6731"/>
                  </a:cubicBezTo>
                  <a:cubicBezTo>
                    <a:pt x="1840865" y="6731"/>
                    <a:pt x="1831721" y="10668"/>
                    <a:pt x="1822450" y="10668"/>
                  </a:cubicBezTo>
                  <a:cubicBezTo>
                    <a:pt x="1820291" y="10668"/>
                    <a:pt x="1818132" y="10414"/>
                    <a:pt x="1815846" y="9906"/>
                  </a:cubicBezTo>
                  <a:cubicBezTo>
                    <a:pt x="1807718" y="8763"/>
                    <a:pt x="1799590" y="8128"/>
                    <a:pt x="1791589" y="8128"/>
                  </a:cubicBezTo>
                  <a:cubicBezTo>
                    <a:pt x="1779905" y="8128"/>
                    <a:pt x="1768348" y="9398"/>
                    <a:pt x="1756791" y="11811"/>
                  </a:cubicBezTo>
                  <a:cubicBezTo>
                    <a:pt x="1723390" y="15367"/>
                    <a:pt x="1689989" y="17145"/>
                    <a:pt x="1656588" y="17145"/>
                  </a:cubicBezTo>
                  <a:cubicBezTo>
                    <a:pt x="1640332" y="17145"/>
                    <a:pt x="1624076" y="16764"/>
                    <a:pt x="1607693" y="15875"/>
                  </a:cubicBezTo>
                  <a:cubicBezTo>
                    <a:pt x="1603248" y="15748"/>
                    <a:pt x="1598930" y="15621"/>
                    <a:pt x="1594485" y="15621"/>
                  </a:cubicBezTo>
                  <a:cubicBezTo>
                    <a:pt x="1567180" y="15621"/>
                    <a:pt x="1539875" y="18669"/>
                    <a:pt x="1513459" y="18669"/>
                  </a:cubicBezTo>
                  <a:cubicBezTo>
                    <a:pt x="1496568" y="18669"/>
                    <a:pt x="1480185" y="17399"/>
                    <a:pt x="1464437" y="13208"/>
                  </a:cubicBezTo>
                  <a:lnTo>
                    <a:pt x="1429512" y="26924"/>
                  </a:lnTo>
                  <a:cubicBezTo>
                    <a:pt x="1420876" y="23495"/>
                    <a:pt x="1412494" y="17526"/>
                    <a:pt x="1407160" y="17526"/>
                  </a:cubicBezTo>
                  <a:cubicBezTo>
                    <a:pt x="1406271" y="17526"/>
                    <a:pt x="1405509" y="17653"/>
                    <a:pt x="1404874" y="18034"/>
                  </a:cubicBezTo>
                  <a:cubicBezTo>
                    <a:pt x="1395476" y="22225"/>
                    <a:pt x="1385697" y="24511"/>
                    <a:pt x="1375410" y="24892"/>
                  </a:cubicBezTo>
                  <a:cubicBezTo>
                    <a:pt x="1374267" y="24892"/>
                    <a:pt x="1373124" y="25019"/>
                    <a:pt x="1371981" y="25019"/>
                  </a:cubicBezTo>
                  <a:cubicBezTo>
                    <a:pt x="1362964" y="25019"/>
                    <a:pt x="1354074" y="23495"/>
                    <a:pt x="1345565" y="20574"/>
                  </a:cubicBezTo>
                  <a:cubicBezTo>
                    <a:pt x="1341374" y="19431"/>
                    <a:pt x="1337183" y="18923"/>
                    <a:pt x="1333119" y="18923"/>
                  </a:cubicBezTo>
                  <a:cubicBezTo>
                    <a:pt x="1317371" y="18923"/>
                    <a:pt x="1303147" y="26035"/>
                    <a:pt x="1287653" y="26035"/>
                  </a:cubicBezTo>
                  <a:cubicBezTo>
                    <a:pt x="1287145" y="26035"/>
                    <a:pt x="1286764" y="26035"/>
                    <a:pt x="1286256" y="26035"/>
                  </a:cubicBezTo>
                  <a:cubicBezTo>
                    <a:pt x="1274572" y="23876"/>
                    <a:pt x="1263015" y="22860"/>
                    <a:pt x="1251331" y="22860"/>
                  </a:cubicBezTo>
                  <a:cubicBezTo>
                    <a:pt x="1239520" y="22860"/>
                    <a:pt x="1227836" y="23876"/>
                    <a:pt x="1216025" y="26035"/>
                  </a:cubicBezTo>
                  <a:cubicBezTo>
                    <a:pt x="1203325" y="28956"/>
                    <a:pt x="1190752" y="30353"/>
                    <a:pt x="1178052" y="30353"/>
                  </a:cubicBezTo>
                  <a:cubicBezTo>
                    <a:pt x="1168400" y="30353"/>
                    <a:pt x="1158621" y="29464"/>
                    <a:pt x="1148969" y="27813"/>
                  </a:cubicBezTo>
                  <a:cubicBezTo>
                    <a:pt x="1146175" y="27813"/>
                    <a:pt x="1143254" y="27686"/>
                    <a:pt x="1140460" y="27686"/>
                  </a:cubicBezTo>
                  <a:cubicBezTo>
                    <a:pt x="1117092" y="27686"/>
                    <a:pt x="1093851" y="29591"/>
                    <a:pt x="1070737" y="33274"/>
                  </a:cubicBezTo>
                  <a:cubicBezTo>
                    <a:pt x="1069975" y="33274"/>
                    <a:pt x="1069086" y="33274"/>
                    <a:pt x="1068324" y="33274"/>
                  </a:cubicBezTo>
                  <a:cubicBezTo>
                    <a:pt x="1058418" y="33274"/>
                    <a:pt x="1047369" y="30353"/>
                    <a:pt x="1037717" y="30353"/>
                  </a:cubicBezTo>
                  <a:cubicBezTo>
                    <a:pt x="1033272" y="30353"/>
                    <a:pt x="1029208" y="30988"/>
                    <a:pt x="1025652" y="32766"/>
                  </a:cubicBezTo>
                  <a:cubicBezTo>
                    <a:pt x="1018032" y="35941"/>
                    <a:pt x="1010412" y="37592"/>
                    <a:pt x="1002792" y="37592"/>
                  </a:cubicBezTo>
                  <a:cubicBezTo>
                    <a:pt x="995426" y="37592"/>
                    <a:pt x="988187" y="36068"/>
                    <a:pt x="980821" y="33147"/>
                  </a:cubicBezTo>
                  <a:cubicBezTo>
                    <a:pt x="979805" y="32893"/>
                    <a:pt x="978916" y="32893"/>
                    <a:pt x="977900" y="32893"/>
                  </a:cubicBezTo>
                  <a:cubicBezTo>
                    <a:pt x="970026" y="32893"/>
                    <a:pt x="962152" y="38608"/>
                    <a:pt x="954786" y="38608"/>
                  </a:cubicBezTo>
                  <a:cubicBezTo>
                    <a:pt x="950595" y="38608"/>
                    <a:pt x="946658" y="36830"/>
                    <a:pt x="942975" y="31242"/>
                  </a:cubicBezTo>
                  <a:cubicBezTo>
                    <a:pt x="938276" y="37211"/>
                    <a:pt x="932688" y="38735"/>
                    <a:pt x="926973" y="38735"/>
                  </a:cubicBezTo>
                  <a:cubicBezTo>
                    <a:pt x="921258" y="38735"/>
                    <a:pt x="915670" y="37338"/>
                    <a:pt x="910590" y="37338"/>
                  </a:cubicBezTo>
                  <a:cubicBezTo>
                    <a:pt x="910209" y="37338"/>
                    <a:pt x="909828" y="37338"/>
                    <a:pt x="909447" y="37338"/>
                  </a:cubicBezTo>
                  <a:cubicBezTo>
                    <a:pt x="901319" y="37719"/>
                    <a:pt x="888492" y="42037"/>
                    <a:pt x="882142" y="42037"/>
                  </a:cubicBezTo>
                  <a:cubicBezTo>
                    <a:pt x="880364" y="42037"/>
                    <a:pt x="879094" y="41656"/>
                    <a:pt x="878586" y="40894"/>
                  </a:cubicBezTo>
                  <a:cubicBezTo>
                    <a:pt x="875538" y="36068"/>
                    <a:pt x="872744" y="34417"/>
                    <a:pt x="870077" y="34417"/>
                  </a:cubicBezTo>
                  <a:cubicBezTo>
                    <a:pt x="863981" y="34417"/>
                    <a:pt x="858774" y="43307"/>
                    <a:pt x="852170" y="43307"/>
                  </a:cubicBezTo>
                  <a:cubicBezTo>
                    <a:pt x="850773" y="43307"/>
                    <a:pt x="849376" y="42926"/>
                    <a:pt x="847852" y="41910"/>
                  </a:cubicBezTo>
                  <a:cubicBezTo>
                    <a:pt x="844423" y="39878"/>
                    <a:pt x="840105" y="39243"/>
                    <a:pt x="835406" y="39243"/>
                  </a:cubicBezTo>
                  <a:cubicBezTo>
                    <a:pt x="828294" y="39243"/>
                    <a:pt x="820293" y="40767"/>
                    <a:pt x="813308" y="41021"/>
                  </a:cubicBezTo>
                  <a:cubicBezTo>
                    <a:pt x="801878" y="41402"/>
                    <a:pt x="790448" y="42418"/>
                    <a:pt x="779145" y="44196"/>
                  </a:cubicBezTo>
                  <a:cubicBezTo>
                    <a:pt x="768223" y="46990"/>
                    <a:pt x="757047" y="49149"/>
                    <a:pt x="745744" y="50419"/>
                  </a:cubicBezTo>
                  <a:cubicBezTo>
                    <a:pt x="745109" y="50419"/>
                    <a:pt x="744474" y="50419"/>
                    <a:pt x="743839" y="50419"/>
                  </a:cubicBezTo>
                  <a:cubicBezTo>
                    <a:pt x="727710" y="50419"/>
                    <a:pt x="710311" y="46482"/>
                    <a:pt x="695071" y="46482"/>
                  </a:cubicBezTo>
                  <a:cubicBezTo>
                    <a:pt x="693039" y="46482"/>
                    <a:pt x="691134" y="46609"/>
                    <a:pt x="689229" y="46736"/>
                  </a:cubicBezTo>
                  <a:cubicBezTo>
                    <a:pt x="674243" y="47879"/>
                    <a:pt x="657733" y="59309"/>
                    <a:pt x="644652" y="59309"/>
                  </a:cubicBezTo>
                  <a:cubicBezTo>
                    <a:pt x="642620" y="59309"/>
                    <a:pt x="640588" y="59055"/>
                    <a:pt x="638810" y="58420"/>
                  </a:cubicBezTo>
                  <a:cubicBezTo>
                    <a:pt x="628142" y="55626"/>
                    <a:pt x="617347" y="54229"/>
                    <a:pt x="606425" y="54229"/>
                  </a:cubicBezTo>
                  <a:cubicBezTo>
                    <a:pt x="600837" y="54229"/>
                    <a:pt x="595249" y="54610"/>
                    <a:pt x="589661" y="55372"/>
                  </a:cubicBezTo>
                  <a:cubicBezTo>
                    <a:pt x="575056" y="55626"/>
                    <a:pt x="560451" y="60071"/>
                    <a:pt x="546100" y="60579"/>
                  </a:cubicBezTo>
                  <a:cubicBezTo>
                    <a:pt x="532511" y="60960"/>
                    <a:pt x="519049" y="61087"/>
                    <a:pt x="505587" y="61087"/>
                  </a:cubicBezTo>
                  <a:cubicBezTo>
                    <a:pt x="494411" y="61087"/>
                    <a:pt x="483108" y="60960"/>
                    <a:pt x="471932" y="60960"/>
                  </a:cubicBezTo>
                  <a:cubicBezTo>
                    <a:pt x="464820" y="60960"/>
                    <a:pt x="457708" y="60960"/>
                    <a:pt x="450469" y="61087"/>
                  </a:cubicBezTo>
                  <a:cubicBezTo>
                    <a:pt x="442976" y="61214"/>
                    <a:pt x="437642" y="69088"/>
                    <a:pt x="430276" y="69088"/>
                  </a:cubicBezTo>
                  <a:cubicBezTo>
                    <a:pt x="427101" y="69088"/>
                    <a:pt x="423545" y="67691"/>
                    <a:pt x="419354" y="63627"/>
                  </a:cubicBezTo>
                  <a:cubicBezTo>
                    <a:pt x="414401" y="61341"/>
                    <a:pt x="409321" y="60198"/>
                    <a:pt x="403987" y="60198"/>
                  </a:cubicBezTo>
                  <a:cubicBezTo>
                    <a:pt x="403352" y="60198"/>
                    <a:pt x="402717" y="60198"/>
                    <a:pt x="402082" y="60198"/>
                  </a:cubicBezTo>
                  <a:cubicBezTo>
                    <a:pt x="395986" y="60452"/>
                    <a:pt x="390398" y="62230"/>
                    <a:pt x="385191" y="65278"/>
                  </a:cubicBezTo>
                  <a:cubicBezTo>
                    <a:pt x="378968" y="69596"/>
                    <a:pt x="372491" y="70358"/>
                    <a:pt x="366268" y="70358"/>
                  </a:cubicBezTo>
                  <a:cubicBezTo>
                    <a:pt x="363220" y="70358"/>
                    <a:pt x="360299" y="70231"/>
                    <a:pt x="357378" y="70231"/>
                  </a:cubicBezTo>
                  <a:cubicBezTo>
                    <a:pt x="353568" y="70231"/>
                    <a:pt x="350012" y="70485"/>
                    <a:pt x="346583" y="71882"/>
                  </a:cubicBezTo>
                  <a:cubicBezTo>
                    <a:pt x="342265" y="74041"/>
                    <a:pt x="337566" y="75184"/>
                    <a:pt x="332867" y="75184"/>
                  </a:cubicBezTo>
                  <a:cubicBezTo>
                    <a:pt x="331724" y="75184"/>
                    <a:pt x="330581" y="75184"/>
                    <a:pt x="329438" y="75057"/>
                  </a:cubicBezTo>
                  <a:cubicBezTo>
                    <a:pt x="323342" y="74422"/>
                    <a:pt x="318008" y="72136"/>
                    <a:pt x="313309" y="68326"/>
                  </a:cubicBezTo>
                  <a:lnTo>
                    <a:pt x="274828" y="84709"/>
                  </a:lnTo>
                  <a:cubicBezTo>
                    <a:pt x="271399" y="80772"/>
                    <a:pt x="269494" y="75819"/>
                    <a:pt x="267081" y="75565"/>
                  </a:cubicBezTo>
                  <a:cubicBezTo>
                    <a:pt x="266827" y="75565"/>
                    <a:pt x="266573" y="75565"/>
                    <a:pt x="266319" y="75565"/>
                  </a:cubicBezTo>
                  <a:cubicBezTo>
                    <a:pt x="248412" y="75565"/>
                    <a:pt x="75565" y="100330"/>
                    <a:pt x="65405" y="105791"/>
                  </a:cubicBezTo>
                  <a:cubicBezTo>
                    <a:pt x="43942" y="117729"/>
                    <a:pt x="22352" y="131445"/>
                    <a:pt x="762" y="144399"/>
                  </a:cubicBezTo>
                  <a:lnTo>
                    <a:pt x="762" y="144399"/>
                  </a:lnTo>
                  <a:lnTo>
                    <a:pt x="12192" y="157988"/>
                  </a:lnTo>
                  <a:lnTo>
                    <a:pt x="0" y="172212"/>
                  </a:lnTo>
                  <a:lnTo>
                    <a:pt x="13462" y="204978"/>
                  </a:lnTo>
                  <a:cubicBezTo>
                    <a:pt x="27305" y="209423"/>
                    <a:pt x="40259" y="222123"/>
                    <a:pt x="54610" y="222123"/>
                  </a:cubicBezTo>
                  <a:cubicBezTo>
                    <a:pt x="60452" y="222123"/>
                    <a:pt x="66548" y="219964"/>
                    <a:pt x="72898" y="214376"/>
                  </a:cubicBezTo>
                  <a:cubicBezTo>
                    <a:pt x="78105" y="217932"/>
                    <a:pt x="82677" y="219202"/>
                    <a:pt x="86995" y="219202"/>
                  </a:cubicBezTo>
                  <a:cubicBezTo>
                    <a:pt x="102489" y="219202"/>
                    <a:pt x="113157" y="200660"/>
                    <a:pt x="131826" y="200660"/>
                  </a:cubicBezTo>
                  <a:cubicBezTo>
                    <a:pt x="132842" y="200660"/>
                    <a:pt x="133858" y="200660"/>
                    <a:pt x="134874" y="200787"/>
                  </a:cubicBezTo>
                  <a:cubicBezTo>
                    <a:pt x="143129" y="201422"/>
                    <a:pt x="151511" y="201803"/>
                    <a:pt x="159766" y="201803"/>
                  </a:cubicBezTo>
                  <a:cubicBezTo>
                    <a:pt x="167513" y="201803"/>
                    <a:pt x="175133" y="201549"/>
                    <a:pt x="182880" y="200914"/>
                  </a:cubicBezTo>
                  <a:cubicBezTo>
                    <a:pt x="189103" y="195834"/>
                    <a:pt x="195199" y="194310"/>
                    <a:pt x="201295" y="194310"/>
                  </a:cubicBezTo>
                  <a:cubicBezTo>
                    <a:pt x="211455" y="194310"/>
                    <a:pt x="221615" y="198628"/>
                    <a:pt x="232156" y="198628"/>
                  </a:cubicBezTo>
                  <a:cubicBezTo>
                    <a:pt x="233934" y="198628"/>
                    <a:pt x="235712" y="198501"/>
                    <a:pt x="237490" y="198247"/>
                  </a:cubicBezTo>
                  <a:cubicBezTo>
                    <a:pt x="256540" y="195326"/>
                    <a:pt x="276098" y="189865"/>
                    <a:pt x="294513" y="187706"/>
                  </a:cubicBezTo>
                  <a:cubicBezTo>
                    <a:pt x="312928" y="185547"/>
                    <a:pt x="332232" y="185547"/>
                    <a:pt x="355346" y="184404"/>
                  </a:cubicBezTo>
                  <a:lnTo>
                    <a:pt x="366395" y="194056"/>
                  </a:lnTo>
                  <a:lnTo>
                    <a:pt x="389509" y="176403"/>
                  </a:lnTo>
                  <a:lnTo>
                    <a:pt x="532638" y="177165"/>
                  </a:lnTo>
                  <a:cubicBezTo>
                    <a:pt x="541020" y="169037"/>
                    <a:pt x="550545" y="167005"/>
                    <a:pt x="560578" y="167005"/>
                  </a:cubicBezTo>
                  <a:cubicBezTo>
                    <a:pt x="569976" y="167005"/>
                    <a:pt x="579628" y="168783"/>
                    <a:pt x="589026" y="168783"/>
                  </a:cubicBezTo>
                  <a:cubicBezTo>
                    <a:pt x="594487" y="168783"/>
                    <a:pt x="599948" y="168148"/>
                    <a:pt x="605028" y="166243"/>
                  </a:cubicBezTo>
                  <a:cubicBezTo>
                    <a:pt x="610997" y="164084"/>
                    <a:pt x="617347" y="163195"/>
                    <a:pt x="624078" y="163195"/>
                  </a:cubicBezTo>
                  <a:cubicBezTo>
                    <a:pt x="643636" y="163195"/>
                    <a:pt x="665734" y="170434"/>
                    <a:pt x="685038" y="172466"/>
                  </a:cubicBezTo>
                  <a:cubicBezTo>
                    <a:pt x="700659" y="162814"/>
                    <a:pt x="715645" y="155956"/>
                    <a:pt x="730631" y="155956"/>
                  </a:cubicBezTo>
                  <a:cubicBezTo>
                    <a:pt x="741045" y="155956"/>
                    <a:pt x="751332" y="159258"/>
                    <a:pt x="761873" y="167259"/>
                  </a:cubicBezTo>
                  <a:lnTo>
                    <a:pt x="794385" y="154051"/>
                  </a:lnTo>
                  <a:lnTo>
                    <a:pt x="803402" y="164084"/>
                  </a:lnTo>
                  <a:cubicBezTo>
                    <a:pt x="814324" y="160909"/>
                    <a:pt x="825500" y="158750"/>
                    <a:pt x="836803" y="157353"/>
                  </a:cubicBezTo>
                  <a:cubicBezTo>
                    <a:pt x="844804" y="157099"/>
                    <a:pt x="852805" y="156972"/>
                    <a:pt x="860933" y="156972"/>
                  </a:cubicBezTo>
                  <a:cubicBezTo>
                    <a:pt x="871855" y="156972"/>
                    <a:pt x="882777" y="157099"/>
                    <a:pt x="893572" y="157099"/>
                  </a:cubicBezTo>
                  <a:cubicBezTo>
                    <a:pt x="906399" y="157099"/>
                    <a:pt x="919353" y="156972"/>
                    <a:pt x="932180" y="156083"/>
                  </a:cubicBezTo>
                  <a:cubicBezTo>
                    <a:pt x="950214" y="153416"/>
                    <a:pt x="967867" y="149225"/>
                    <a:pt x="985139" y="143510"/>
                  </a:cubicBezTo>
                  <a:lnTo>
                    <a:pt x="993902" y="153543"/>
                  </a:lnTo>
                  <a:cubicBezTo>
                    <a:pt x="1055497" y="135382"/>
                    <a:pt x="1123188" y="153797"/>
                    <a:pt x="1185799" y="133985"/>
                  </a:cubicBezTo>
                  <a:lnTo>
                    <a:pt x="1195324" y="144907"/>
                  </a:lnTo>
                  <a:cubicBezTo>
                    <a:pt x="1203071" y="141097"/>
                    <a:pt x="1210691" y="139700"/>
                    <a:pt x="1218311" y="139700"/>
                  </a:cubicBezTo>
                  <a:cubicBezTo>
                    <a:pt x="1231265" y="139700"/>
                    <a:pt x="1244600" y="143891"/>
                    <a:pt x="1258951" y="147574"/>
                  </a:cubicBezTo>
                  <a:lnTo>
                    <a:pt x="1280795" y="131572"/>
                  </a:lnTo>
                  <a:cubicBezTo>
                    <a:pt x="1302004" y="135763"/>
                    <a:pt x="1323086" y="137414"/>
                    <a:pt x="1344041" y="137414"/>
                  </a:cubicBezTo>
                  <a:cubicBezTo>
                    <a:pt x="1389507" y="137414"/>
                    <a:pt x="1434465" y="129540"/>
                    <a:pt x="1479296" y="122047"/>
                  </a:cubicBezTo>
                  <a:cubicBezTo>
                    <a:pt x="1486662" y="131953"/>
                    <a:pt x="1496060" y="135255"/>
                    <a:pt x="1507998" y="135255"/>
                  </a:cubicBezTo>
                  <a:cubicBezTo>
                    <a:pt x="1514602" y="135255"/>
                    <a:pt x="1521841" y="134239"/>
                    <a:pt x="1529969" y="132715"/>
                  </a:cubicBezTo>
                  <a:lnTo>
                    <a:pt x="1543685" y="116205"/>
                  </a:lnTo>
                  <a:cubicBezTo>
                    <a:pt x="1548765" y="126873"/>
                    <a:pt x="1555369" y="130175"/>
                    <a:pt x="1562735" y="130175"/>
                  </a:cubicBezTo>
                  <a:cubicBezTo>
                    <a:pt x="1573911" y="130175"/>
                    <a:pt x="1586484" y="122809"/>
                    <a:pt x="1597279" y="122809"/>
                  </a:cubicBezTo>
                  <a:cubicBezTo>
                    <a:pt x="1604010" y="122809"/>
                    <a:pt x="1610106" y="125730"/>
                    <a:pt x="1614551" y="135001"/>
                  </a:cubicBezTo>
                  <a:cubicBezTo>
                    <a:pt x="1614551" y="135001"/>
                    <a:pt x="1614551" y="135001"/>
                    <a:pt x="1614551" y="135001"/>
                  </a:cubicBezTo>
                  <a:cubicBezTo>
                    <a:pt x="1614932" y="135001"/>
                    <a:pt x="1617726" y="133731"/>
                    <a:pt x="1629283" y="129159"/>
                  </a:cubicBezTo>
                  <a:lnTo>
                    <a:pt x="1638554" y="112014"/>
                  </a:lnTo>
                  <a:lnTo>
                    <a:pt x="1658366" y="128905"/>
                  </a:lnTo>
                  <a:cubicBezTo>
                    <a:pt x="1662684" y="126492"/>
                    <a:pt x="1666875" y="121412"/>
                    <a:pt x="1671066" y="121412"/>
                  </a:cubicBezTo>
                  <a:cubicBezTo>
                    <a:pt x="1671193" y="121412"/>
                    <a:pt x="1671447" y="121412"/>
                    <a:pt x="1671574" y="121412"/>
                  </a:cubicBezTo>
                  <a:cubicBezTo>
                    <a:pt x="1673606" y="121412"/>
                    <a:pt x="1675638" y="121412"/>
                    <a:pt x="1677670" y="121412"/>
                  </a:cubicBezTo>
                  <a:cubicBezTo>
                    <a:pt x="1699514" y="121412"/>
                    <a:pt x="1721485" y="122174"/>
                    <a:pt x="1743329" y="122174"/>
                  </a:cubicBezTo>
                  <a:cubicBezTo>
                    <a:pt x="1754632" y="122174"/>
                    <a:pt x="1765935" y="121920"/>
                    <a:pt x="1777238" y="121412"/>
                  </a:cubicBezTo>
                  <a:cubicBezTo>
                    <a:pt x="1781302" y="120650"/>
                    <a:pt x="1785366" y="120269"/>
                    <a:pt x="1789430" y="120269"/>
                  </a:cubicBezTo>
                  <a:cubicBezTo>
                    <a:pt x="1796669" y="120269"/>
                    <a:pt x="1803908" y="121539"/>
                    <a:pt x="1811020" y="124079"/>
                  </a:cubicBezTo>
                  <a:cubicBezTo>
                    <a:pt x="1813814" y="124460"/>
                    <a:pt x="1816481" y="124587"/>
                    <a:pt x="1819148" y="124587"/>
                  </a:cubicBezTo>
                  <a:cubicBezTo>
                    <a:pt x="1829054" y="124587"/>
                    <a:pt x="1838452" y="122047"/>
                    <a:pt x="1847469" y="117094"/>
                  </a:cubicBezTo>
                  <a:cubicBezTo>
                    <a:pt x="1853438" y="113538"/>
                    <a:pt x="1859788" y="111506"/>
                    <a:pt x="1866646" y="110998"/>
                  </a:cubicBezTo>
                  <a:cubicBezTo>
                    <a:pt x="1867916" y="110871"/>
                    <a:pt x="1869186" y="110871"/>
                    <a:pt x="1870456" y="110871"/>
                  </a:cubicBezTo>
                  <a:cubicBezTo>
                    <a:pt x="1875917" y="110871"/>
                    <a:pt x="1881378" y="111887"/>
                    <a:pt x="1886585" y="113919"/>
                  </a:cubicBezTo>
                  <a:cubicBezTo>
                    <a:pt x="1899285" y="118872"/>
                    <a:pt x="1912112" y="121412"/>
                    <a:pt x="1925193" y="121412"/>
                  </a:cubicBezTo>
                  <a:cubicBezTo>
                    <a:pt x="1933702" y="121412"/>
                    <a:pt x="1942211" y="120396"/>
                    <a:pt x="1950847" y="118237"/>
                  </a:cubicBezTo>
                  <a:cubicBezTo>
                    <a:pt x="1952879" y="117856"/>
                    <a:pt x="1955038" y="117729"/>
                    <a:pt x="1957070" y="117729"/>
                  </a:cubicBezTo>
                  <a:cubicBezTo>
                    <a:pt x="1971675" y="117729"/>
                    <a:pt x="1984375" y="125222"/>
                    <a:pt x="1996440" y="125222"/>
                  </a:cubicBezTo>
                  <a:cubicBezTo>
                    <a:pt x="1999107" y="125222"/>
                    <a:pt x="2001774" y="124841"/>
                    <a:pt x="2004314" y="123952"/>
                  </a:cubicBezTo>
                  <a:cubicBezTo>
                    <a:pt x="2014347" y="120142"/>
                    <a:pt x="2024761" y="118237"/>
                    <a:pt x="2035556" y="118237"/>
                  </a:cubicBezTo>
                  <a:cubicBezTo>
                    <a:pt x="2036445" y="118237"/>
                    <a:pt x="2037207" y="118237"/>
                    <a:pt x="2038096" y="118237"/>
                  </a:cubicBezTo>
                  <a:cubicBezTo>
                    <a:pt x="2040255" y="118364"/>
                    <a:pt x="2042287" y="118364"/>
                    <a:pt x="2044446" y="118364"/>
                  </a:cubicBezTo>
                  <a:cubicBezTo>
                    <a:pt x="2054225" y="118364"/>
                    <a:pt x="2064258" y="117221"/>
                    <a:pt x="2073910" y="116840"/>
                  </a:cubicBezTo>
                  <a:cubicBezTo>
                    <a:pt x="2085721" y="116332"/>
                    <a:pt x="2096897" y="116332"/>
                    <a:pt x="2109343" y="115570"/>
                  </a:cubicBezTo>
                  <a:cubicBezTo>
                    <a:pt x="2121789" y="114808"/>
                    <a:pt x="2133981" y="113538"/>
                    <a:pt x="2146427" y="112522"/>
                  </a:cubicBezTo>
                  <a:lnTo>
                    <a:pt x="2152269" y="119761"/>
                  </a:lnTo>
                  <a:lnTo>
                    <a:pt x="2168398" y="109982"/>
                  </a:lnTo>
                  <a:lnTo>
                    <a:pt x="2189607" y="124714"/>
                  </a:lnTo>
                  <a:cubicBezTo>
                    <a:pt x="2206371" y="118491"/>
                    <a:pt x="2223643" y="115443"/>
                    <a:pt x="2241423" y="115443"/>
                  </a:cubicBezTo>
                  <a:cubicBezTo>
                    <a:pt x="2242058" y="115443"/>
                    <a:pt x="2242693" y="115443"/>
                    <a:pt x="2243455" y="115443"/>
                  </a:cubicBezTo>
                  <a:cubicBezTo>
                    <a:pt x="2247773" y="118110"/>
                    <a:pt x="2252091" y="118999"/>
                    <a:pt x="2256282" y="118999"/>
                  </a:cubicBezTo>
                  <a:cubicBezTo>
                    <a:pt x="2267585" y="118999"/>
                    <a:pt x="2278634" y="112141"/>
                    <a:pt x="2290445" y="112141"/>
                  </a:cubicBezTo>
                  <a:cubicBezTo>
                    <a:pt x="2293874" y="112141"/>
                    <a:pt x="2297303" y="112649"/>
                    <a:pt x="2300859" y="114173"/>
                  </a:cubicBezTo>
                  <a:cubicBezTo>
                    <a:pt x="2308606" y="118364"/>
                    <a:pt x="2316861" y="120904"/>
                    <a:pt x="2325624" y="121920"/>
                  </a:cubicBezTo>
                  <a:cubicBezTo>
                    <a:pt x="2328037" y="122174"/>
                    <a:pt x="2330577" y="122301"/>
                    <a:pt x="2332990" y="122301"/>
                  </a:cubicBezTo>
                  <a:cubicBezTo>
                    <a:pt x="2339213" y="122301"/>
                    <a:pt x="2345436" y="121412"/>
                    <a:pt x="2351532" y="119634"/>
                  </a:cubicBezTo>
                  <a:cubicBezTo>
                    <a:pt x="2361692" y="114808"/>
                    <a:pt x="2372487" y="112395"/>
                    <a:pt x="2383790" y="112395"/>
                  </a:cubicBezTo>
                  <a:cubicBezTo>
                    <a:pt x="2383917" y="112395"/>
                    <a:pt x="2384044" y="112395"/>
                    <a:pt x="2384171" y="112395"/>
                  </a:cubicBezTo>
                  <a:cubicBezTo>
                    <a:pt x="2395347" y="112395"/>
                    <a:pt x="2406015" y="114681"/>
                    <a:pt x="2416175" y="119380"/>
                  </a:cubicBezTo>
                  <a:cubicBezTo>
                    <a:pt x="2426843" y="122682"/>
                    <a:pt x="2437638" y="124333"/>
                    <a:pt x="2448560" y="124333"/>
                  </a:cubicBezTo>
                  <a:cubicBezTo>
                    <a:pt x="2455672" y="124333"/>
                    <a:pt x="2462911" y="123571"/>
                    <a:pt x="2470150" y="122174"/>
                  </a:cubicBezTo>
                  <a:cubicBezTo>
                    <a:pt x="2483612" y="119761"/>
                    <a:pt x="2497074" y="118618"/>
                    <a:pt x="2510536" y="118618"/>
                  </a:cubicBezTo>
                  <a:cubicBezTo>
                    <a:pt x="2522093" y="118618"/>
                    <a:pt x="2533523" y="119507"/>
                    <a:pt x="2545080" y="121285"/>
                  </a:cubicBezTo>
                  <a:cubicBezTo>
                    <a:pt x="2552446" y="123190"/>
                    <a:pt x="2559685" y="124079"/>
                    <a:pt x="2566924" y="124079"/>
                  </a:cubicBezTo>
                  <a:cubicBezTo>
                    <a:pt x="2577973" y="124079"/>
                    <a:pt x="2588895" y="121920"/>
                    <a:pt x="2599690" y="117475"/>
                  </a:cubicBezTo>
                  <a:cubicBezTo>
                    <a:pt x="2600452" y="117094"/>
                    <a:pt x="2601214" y="116967"/>
                    <a:pt x="2602230" y="116967"/>
                  </a:cubicBezTo>
                  <a:cubicBezTo>
                    <a:pt x="2608326" y="116967"/>
                    <a:pt x="2618486" y="123952"/>
                    <a:pt x="2627630" y="127381"/>
                  </a:cubicBezTo>
                  <a:cubicBezTo>
                    <a:pt x="2627630" y="127127"/>
                    <a:pt x="2630043" y="123444"/>
                    <a:pt x="2632583" y="123444"/>
                  </a:cubicBezTo>
                  <a:cubicBezTo>
                    <a:pt x="2632710" y="123444"/>
                    <a:pt x="2632710" y="123444"/>
                    <a:pt x="2632837" y="123444"/>
                  </a:cubicBezTo>
                  <a:cubicBezTo>
                    <a:pt x="2637409" y="122936"/>
                    <a:pt x="2641981" y="122809"/>
                    <a:pt x="2646553" y="122809"/>
                  </a:cubicBezTo>
                  <a:cubicBezTo>
                    <a:pt x="2670810" y="122809"/>
                    <a:pt x="2695321" y="128524"/>
                    <a:pt x="2719832" y="128524"/>
                  </a:cubicBezTo>
                  <a:cubicBezTo>
                    <a:pt x="2730754" y="128524"/>
                    <a:pt x="2741676" y="127381"/>
                    <a:pt x="2752471" y="124079"/>
                  </a:cubicBezTo>
                  <a:cubicBezTo>
                    <a:pt x="2755392" y="129159"/>
                    <a:pt x="2758440" y="130937"/>
                    <a:pt x="2761615" y="130937"/>
                  </a:cubicBezTo>
                  <a:cubicBezTo>
                    <a:pt x="2767965" y="130937"/>
                    <a:pt x="2774569" y="124206"/>
                    <a:pt x="2781300" y="124206"/>
                  </a:cubicBezTo>
                  <a:cubicBezTo>
                    <a:pt x="2782951" y="124206"/>
                    <a:pt x="2784729" y="124587"/>
                    <a:pt x="2786380" y="125730"/>
                  </a:cubicBezTo>
                  <a:cubicBezTo>
                    <a:pt x="2794000" y="130556"/>
                    <a:pt x="2804795" y="136398"/>
                    <a:pt x="2811526" y="136398"/>
                  </a:cubicBezTo>
                  <a:cubicBezTo>
                    <a:pt x="2813050" y="136398"/>
                    <a:pt x="2814320" y="136144"/>
                    <a:pt x="2815336" y="135509"/>
                  </a:cubicBezTo>
                  <a:cubicBezTo>
                    <a:pt x="2820797" y="132334"/>
                    <a:pt x="2825877" y="131318"/>
                    <a:pt x="2830703" y="131318"/>
                  </a:cubicBezTo>
                  <a:cubicBezTo>
                    <a:pt x="2838704" y="131318"/>
                    <a:pt x="2846197" y="133985"/>
                    <a:pt x="2853944" y="133985"/>
                  </a:cubicBezTo>
                  <a:cubicBezTo>
                    <a:pt x="2854579" y="133985"/>
                    <a:pt x="2855214" y="133985"/>
                    <a:pt x="2855849" y="133985"/>
                  </a:cubicBezTo>
                  <a:cubicBezTo>
                    <a:pt x="2856992" y="133985"/>
                    <a:pt x="2858135" y="133858"/>
                    <a:pt x="2859278" y="133858"/>
                  </a:cubicBezTo>
                  <a:cubicBezTo>
                    <a:pt x="2868803" y="133858"/>
                    <a:pt x="2878074" y="135636"/>
                    <a:pt x="2887726" y="135636"/>
                  </a:cubicBezTo>
                  <a:cubicBezTo>
                    <a:pt x="2895092" y="135636"/>
                    <a:pt x="2902585" y="134620"/>
                    <a:pt x="2910713" y="130937"/>
                  </a:cubicBezTo>
                  <a:cubicBezTo>
                    <a:pt x="2913381" y="129794"/>
                    <a:pt x="2916301" y="129286"/>
                    <a:pt x="2919603" y="129286"/>
                  </a:cubicBezTo>
                  <a:cubicBezTo>
                    <a:pt x="2932303" y="129286"/>
                    <a:pt x="2948813" y="136906"/>
                    <a:pt x="2965323" y="140335"/>
                  </a:cubicBezTo>
                  <a:lnTo>
                    <a:pt x="2981453" y="127381"/>
                  </a:lnTo>
                  <a:lnTo>
                    <a:pt x="2998217" y="141859"/>
                  </a:lnTo>
                  <a:cubicBezTo>
                    <a:pt x="3004440" y="137033"/>
                    <a:pt x="3010409" y="130810"/>
                    <a:pt x="3017775" y="130810"/>
                  </a:cubicBezTo>
                  <a:cubicBezTo>
                    <a:pt x="3021966" y="130810"/>
                    <a:pt x="3026664" y="132842"/>
                    <a:pt x="3032126" y="138303"/>
                  </a:cubicBezTo>
                  <a:cubicBezTo>
                    <a:pt x="3034031" y="140208"/>
                    <a:pt x="3037079" y="140843"/>
                    <a:pt x="3040761" y="140843"/>
                  </a:cubicBezTo>
                  <a:cubicBezTo>
                    <a:pt x="3049779" y="140843"/>
                    <a:pt x="3062732" y="136906"/>
                    <a:pt x="3072638" y="136398"/>
                  </a:cubicBezTo>
                  <a:cubicBezTo>
                    <a:pt x="3080131" y="135509"/>
                    <a:pt x="3087751" y="135128"/>
                    <a:pt x="3095244" y="135128"/>
                  </a:cubicBezTo>
                  <a:cubicBezTo>
                    <a:pt x="3101213" y="135128"/>
                    <a:pt x="3107055" y="135382"/>
                    <a:pt x="3113024" y="135890"/>
                  </a:cubicBezTo>
                  <a:cubicBezTo>
                    <a:pt x="3117088" y="136398"/>
                    <a:pt x="3121152" y="136525"/>
                    <a:pt x="3125216" y="136525"/>
                  </a:cubicBezTo>
                  <a:cubicBezTo>
                    <a:pt x="3133217" y="136525"/>
                    <a:pt x="3141091" y="135636"/>
                    <a:pt x="3148965" y="133858"/>
                  </a:cubicBezTo>
                  <a:lnTo>
                    <a:pt x="3161538" y="146050"/>
                  </a:lnTo>
                  <a:cubicBezTo>
                    <a:pt x="3171698" y="142113"/>
                    <a:pt x="3182112" y="139827"/>
                    <a:pt x="3192907" y="139192"/>
                  </a:cubicBezTo>
                  <a:cubicBezTo>
                    <a:pt x="3194431" y="139319"/>
                    <a:pt x="3195956" y="139446"/>
                    <a:pt x="3197479" y="139446"/>
                  </a:cubicBezTo>
                  <a:cubicBezTo>
                    <a:pt x="3205988" y="139446"/>
                    <a:pt x="3214625" y="137033"/>
                    <a:pt x="3223387" y="137033"/>
                  </a:cubicBezTo>
                  <a:cubicBezTo>
                    <a:pt x="3229610" y="137033"/>
                    <a:pt x="3235960" y="138303"/>
                    <a:pt x="3242310" y="142494"/>
                  </a:cubicBezTo>
                  <a:cubicBezTo>
                    <a:pt x="3242691" y="142748"/>
                    <a:pt x="3243072" y="142748"/>
                    <a:pt x="3243581" y="142748"/>
                  </a:cubicBezTo>
                  <a:cubicBezTo>
                    <a:pt x="3248153" y="142748"/>
                    <a:pt x="3259710" y="136271"/>
                    <a:pt x="3270250" y="136271"/>
                  </a:cubicBezTo>
                  <a:cubicBezTo>
                    <a:pt x="3271647" y="136271"/>
                    <a:pt x="3273172" y="136398"/>
                    <a:pt x="3274568" y="136652"/>
                  </a:cubicBezTo>
                  <a:cubicBezTo>
                    <a:pt x="3286760" y="137033"/>
                    <a:pt x="3298698" y="138557"/>
                    <a:pt x="3310509" y="141605"/>
                  </a:cubicBezTo>
                  <a:cubicBezTo>
                    <a:pt x="3312414" y="142494"/>
                    <a:pt x="3314192" y="142875"/>
                    <a:pt x="3315970" y="142875"/>
                  </a:cubicBezTo>
                  <a:cubicBezTo>
                    <a:pt x="3323209" y="142875"/>
                    <a:pt x="3329559" y="136779"/>
                    <a:pt x="3336798" y="136779"/>
                  </a:cubicBezTo>
                  <a:cubicBezTo>
                    <a:pt x="3339719" y="136779"/>
                    <a:pt x="3342767" y="137668"/>
                    <a:pt x="3346069" y="140335"/>
                  </a:cubicBezTo>
                  <a:cubicBezTo>
                    <a:pt x="3347339" y="141351"/>
                    <a:pt x="3348991" y="141605"/>
                    <a:pt x="3351023" y="141605"/>
                  </a:cubicBezTo>
                  <a:cubicBezTo>
                    <a:pt x="3357500" y="141605"/>
                    <a:pt x="3367025" y="137414"/>
                    <a:pt x="3374772" y="137414"/>
                  </a:cubicBezTo>
                  <a:cubicBezTo>
                    <a:pt x="3375406" y="137414"/>
                    <a:pt x="3376168" y="137414"/>
                    <a:pt x="3376804" y="137541"/>
                  </a:cubicBezTo>
                  <a:cubicBezTo>
                    <a:pt x="3395092" y="138176"/>
                    <a:pt x="3412999" y="141732"/>
                    <a:pt x="3431160" y="141732"/>
                  </a:cubicBezTo>
                  <a:cubicBezTo>
                    <a:pt x="3441319" y="141732"/>
                    <a:pt x="3451733" y="140589"/>
                    <a:pt x="3462275" y="137287"/>
                  </a:cubicBezTo>
                  <a:cubicBezTo>
                    <a:pt x="3466466" y="136144"/>
                    <a:pt x="3470530" y="135509"/>
                    <a:pt x="3474721" y="135509"/>
                  </a:cubicBezTo>
                  <a:cubicBezTo>
                    <a:pt x="3478658" y="135509"/>
                    <a:pt x="3482595" y="136017"/>
                    <a:pt x="3486532" y="137033"/>
                  </a:cubicBezTo>
                  <a:cubicBezTo>
                    <a:pt x="3494660" y="139192"/>
                    <a:pt x="3501645" y="143256"/>
                    <a:pt x="3507614" y="149098"/>
                  </a:cubicBezTo>
                  <a:cubicBezTo>
                    <a:pt x="3516123" y="143510"/>
                    <a:pt x="3524505" y="141478"/>
                    <a:pt x="3532887" y="141478"/>
                  </a:cubicBezTo>
                  <a:cubicBezTo>
                    <a:pt x="3545714" y="141478"/>
                    <a:pt x="3558668" y="146050"/>
                    <a:pt x="3572638" y="148971"/>
                  </a:cubicBezTo>
                  <a:cubicBezTo>
                    <a:pt x="3576575" y="149860"/>
                    <a:pt x="3580512" y="150114"/>
                    <a:pt x="3584322" y="150114"/>
                  </a:cubicBezTo>
                  <a:cubicBezTo>
                    <a:pt x="3600578" y="150114"/>
                    <a:pt x="3615564" y="143891"/>
                    <a:pt x="3631312" y="143891"/>
                  </a:cubicBezTo>
                  <a:cubicBezTo>
                    <a:pt x="3633217" y="143891"/>
                    <a:pt x="3635122" y="144018"/>
                    <a:pt x="3637154" y="144145"/>
                  </a:cubicBezTo>
                  <a:cubicBezTo>
                    <a:pt x="3664967" y="147828"/>
                    <a:pt x="3692780" y="149606"/>
                    <a:pt x="3720720" y="149606"/>
                  </a:cubicBezTo>
                  <a:cubicBezTo>
                    <a:pt x="3724022" y="149606"/>
                    <a:pt x="3727324" y="149606"/>
                    <a:pt x="3730499" y="149479"/>
                  </a:cubicBezTo>
                  <a:cubicBezTo>
                    <a:pt x="3738881" y="148844"/>
                    <a:pt x="3747263" y="145034"/>
                    <a:pt x="3756280" y="145034"/>
                  </a:cubicBezTo>
                  <a:cubicBezTo>
                    <a:pt x="3759328" y="145034"/>
                    <a:pt x="3762503" y="145415"/>
                    <a:pt x="3765678" y="146685"/>
                  </a:cubicBezTo>
                  <a:cubicBezTo>
                    <a:pt x="3773298" y="148971"/>
                    <a:pt x="3780918" y="150114"/>
                    <a:pt x="3788664" y="150114"/>
                  </a:cubicBezTo>
                  <a:cubicBezTo>
                    <a:pt x="3792855" y="150114"/>
                    <a:pt x="3797047" y="149733"/>
                    <a:pt x="3801237" y="149098"/>
                  </a:cubicBezTo>
                  <a:cubicBezTo>
                    <a:pt x="3817620" y="145542"/>
                    <a:pt x="3833622" y="141097"/>
                    <a:pt x="3849497" y="135509"/>
                  </a:cubicBezTo>
                  <a:cubicBezTo>
                    <a:pt x="3823970" y="132715"/>
                    <a:pt x="3810508" y="130429"/>
                    <a:pt x="3799205" y="128524"/>
                  </a:cubicBezTo>
                  <a:cubicBezTo>
                    <a:pt x="3787903" y="126619"/>
                    <a:pt x="3773170" y="125349"/>
                    <a:pt x="3767074" y="117856"/>
                  </a:cubicBezTo>
                  <a:cubicBezTo>
                    <a:pt x="3764661" y="115062"/>
                    <a:pt x="3762121" y="114046"/>
                    <a:pt x="3759708" y="114046"/>
                  </a:cubicBezTo>
                  <a:cubicBezTo>
                    <a:pt x="3753231" y="114046"/>
                    <a:pt x="3746755" y="120904"/>
                    <a:pt x="3741293" y="120904"/>
                  </a:cubicBezTo>
                  <a:cubicBezTo>
                    <a:pt x="3738626" y="120904"/>
                    <a:pt x="3736086" y="119253"/>
                    <a:pt x="3734054" y="114300"/>
                  </a:cubicBezTo>
                  <a:cubicBezTo>
                    <a:pt x="3729101" y="115570"/>
                    <a:pt x="3724148" y="116078"/>
                    <a:pt x="3719449" y="116078"/>
                  </a:cubicBezTo>
                  <a:cubicBezTo>
                    <a:pt x="3695319" y="116078"/>
                    <a:pt x="3673094" y="102616"/>
                    <a:pt x="3648710" y="101854"/>
                  </a:cubicBezTo>
                  <a:cubicBezTo>
                    <a:pt x="3612388" y="99949"/>
                    <a:pt x="3575939" y="93980"/>
                    <a:pt x="3539617" y="90043"/>
                  </a:cubicBezTo>
                  <a:lnTo>
                    <a:pt x="3389376" y="74168"/>
                  </a:lnTo>
                  <a:cubicBezTo>
                    <a:pt x="3371977" y="72263"/>
                    <a:pt x="3348990" y="76454"/>
                    <a:pt x="3338703" y="67056"/>
                  </a:cubicBezTo>
                  <a:cubicBezTo>
                    <a:pt x="3334131" y="62865"/>
                    <a:pt x="3329813" y="61468"/>
                    <a:pt x="3325622" y="61468"/>
                  </a:cubicBezTo>
                  <a:cubicBezTo>
                    <a:pt x="3317494" y="61468"/>
                    <a:pt x="3310001" y="66929"/>
                    <a:pt x="3302381" y="66929"/>
                  </a:cubicBezTo>
                  <a:cubicBezTo>
                    <a:pt x="3299587" y="66929"/>
                    <a:pt x="3296666" y="66167"/>
                    <a:pt x="3293745" y="64008"/>
                  </a:cubicBezTo>
                  <a:cubicBezTo>
                    <a:pt x="3285491" y="57912"/>
                    <a:pt x="3276092" y="56388"/>
                    <a:pt x="3266313" y="56388"/>
                  </a:cubicBezTo>
                  <a:cubicBezTo>
                    <a:pt x="3257169" y="56388"/>
                    <a:pt x="3247644" y="57658"/>
                    <a:pt x="3238373" y="57658"/>
                  </a:cubicBezTo>
                  <a:cubicBezTo>
                    <a:pt x="3225928" y="57658"/>
                    <a:pt x="3213863" y="55245"/>
                    <a:pt x="3203956" y="43942"/>
                  </a:cubicBezTo>
                  <a:cubicBezTo>
                    <a:pt x="3201670" y="46609"/>
                    <a:pt x="3199130" y="48768"/>
                    <a:pt x="3196082" y="50419"/>
                  </a:cubicBezTo>
                  <a:cubicBezTo>
                    <a:pt x="3193035" y="52070"/>
                    <a:pt x="3189859" y="53086"/>
                    <a:pt x="3186431" y="53594"/>
                  </a:cubicBezTo>
                  <a:cubicBezTo>
                    <a:pt x="3185160" y="53721"/>
                    <a:pt x="3184017" y="53848"/>
                    <a:pt x="3182748" y="53848"/>
                  </a:cubicBezTo>
                  <a:cubicBezTo>
                    <a:pt x="3180589" y="53848"/>
                    <a:pt x="3178430" y="53594"/>
                    <a:pt x="3176271" y="53086"/>
                  </a:cubicBezTo>
                  <a:cubicBezTo>
                    <a:pt x="3172969" y="52324"/>
                    <a:pt x="3169794" y="50927"/>
                    <a:pt x="3167000" y="48895"/>
                  </a:cubicBezTo>
                  <a:cubicBezTo>
                    <a:pt x="3161666" y="43688"/>
                    <a:pt x="3156713" y="42037"/>
                    <a:pt x="3152014" y="42037"/>
                  </a:cubicBezTo>
                  <a:cubicBezTo>
                    <a:pt x="3144394" y="42037"/>
                    <a:pt x="3137282" y="46228"/>
                    <a:pt x="3130170" y="46228"/>
                  </a:cubicBezTo>
                  <a:cubicBezTo>
                    <a:pt x="3129154" y="46228"/>
                    <a:pt x="3128011" y="46101"/>
                    <a:pt x="3126995" y="45974"/>
                  </a:cubicBezTo>
                  <a:cubicBezTo>
                    <a:pt x="3113152" y="43815"/>
                    <a:pt x="3099309" y="42291"/>
                    <a:pt x="3085339" y="41529"/>
                  </a:cubicBezTo>
                  <a:lnTo>
                    <a:pt x="2996058" y="31877"/>
                  </a:lnTo>
                  <a:cubicBezTo>
                    <a:pt x="2984120" y="29718"/>
                    <a:pt x="2971928" y="28321"/>
                    <a:pt x="2959736" y="27940"/>
                  </a:cubicBezTo>
                  <a:cubicBezTo>
                    <a:pt x="2953767" y="28194"/>
                    <a:pt x="2948052" y="29591"/>
                    <a:pt x="2942718" y="32131"/>
                  </a:cubicBezTo>
                  <a:cubicBezTo>
                    <a:pt x="2919731" y="27178"/>
                    <a:pt x="2900427" y="19939"/>
                    <a:pt x="2887854" y="19939"/>
                  </a:cubicBezTo>
                  <a:cubicBezTo>
                    <a:pt x="2885187" y="19939"/>
                    <a:pt x="2882901" y="20320"/>
                    <a:pt x="2880869" y="20955"/>
                  </a:cubicBezTo>
                  <a:cubicBezTo>
                    <a:pt x="2879345" y="21463"/>
                    <a:pt x="2877694" y="21717"/>
                    <a:pt x="2876170" y="21717"/>
                  </a:cubicBezTo>
                  <a:cubicBezTo>
                    <a:pt x="2869820" y="21717"/>
                    <a:pt x="2863851" y="17907"/>
                    <a:pt x="2858263" y="17907"/>
                  </a:cubicBezTo>
                  <a:cubicBezTo>
                    <a:pt x="2855088" y="17907"/>
                    <a:pt x="2852167" y="19177"/>
                    <a:pt x="2849373" y="22987"/>
                  </a:cubicBezTo>
                  <a:cubicBezTo>
                    <a:pt x="2845436" y="18415"/>
                    <a:pt x="2841372" y="16891"/>
                    <a:pt x="2837308" y="16891"/>
                  </a:cubicBezTo>
                  <a:cubicBezTo>
                    <a:pt x="2829561" y="16891"/>
                    <a:pt x="2821687" y="22352"/>
                    <a:pt x="2813813" y="22352"/>
                  </a:cubicBezTo>
                  <a:cubicBezTo>
                    <a:pt x="2813178" y="22352"/>
                    <a:pt x="2812670" y="22352"/>
                    <a:pt x="2812035" y="22225"/>
                  </a:cubicBezTo>
                  <a:cubicBezTo>
                    <a:pt x="2791207" y="20828"/>
                    <a:pt x="2770506" y="18288"/>
                    <a:pt x="2749932" y="14351"/>
                  </a:cubicBezTo>
                  <a:cubicBezTo>
                    <a:pt x="2747392" y="13589"/>
                    <a:pt x="2744979" y="13335"/>
                    <a:pt x="2742566" y="13335"/>
                  </a:cubicBezTo>
                  <a:cubicBezTo>
                    <a:pt x="2733930" y="13335"/>
                    <a:pt x="2725421" y="17018"/>
                    <a:pt x="2716785" y="17018"/>
                  </a:cubicBezTo>
                  <a:cubicBezTo>
                    <a:pt x="2711451" y="17018"/>
                    <a:pt x="2705990" y="15621"/>
                    <a:pt x="2700275" y="11176"/>
                  </a:cubicBezTo>
                  <a:cubicBezTo>
                    <a:pt x="2695576" y="7493"/>
                    <a:pt x="2690623" y="6223"/>
                    <a:pt x="2685543" y="6223"/>
                  </a:cubicBezTo>
                  <a:cubicBezTo>
                    <a:pt x="2672589" y="6223"/>
                    <a:pt x="2658873" y="14732"/>
                    <a:pt x="2645284" y="14732"/>
                  </a:cubicBezTo>
                  <a:cubicBezTo>
                    <a:pt x="2644268" y="14732"/>
                    <a:pt x="2643125" y="14732"/>
                    <a:pt x="2642109" y="14605"/>
                  </a:cubicBezTo>
                  <a:cubicBezTo>
                    <a:pt x="2617598" y="12192"/>
                    <a:pt x="2593214" y="6985"/>
                    <a:pt x="2568576" y="6985"/>
                  </a:cubicBezTo>
                  <a:cubicBezTo>
                    <a:pt x="2556130" y="6985"/>
                    <a:pt x="2543557" y="8382"/>
                    <a:pt x="2530857" y="12065"/>
                  </a:cubicBezTo>
                  <a:cubicBezTo>
                    <a:pt x="2526666" y="13081"/>
                    <a:pt x="2522475" y="13462"/>
                    <a:pt x="2518284" y="13462"/>
                  </a:cubicBezTo>
                  <a:cubicBezTo>
                    <a:pt x="2510410" y="13462"/>
                    <a:pt x="2502663" y="11684"/>
                    <a:pt x="2495170" y="8128"/>
                  </a:cubicBezTo>
                  <a:cubicBezTo>
                    <a:pt x="2493519" y="7239"/>
                    <a:pt x="2491741" y="6985"/>
                    <a:pt x="2490217" y="6985"/>
                  </a:cubicBezTo>
                  <a:cubicBezTo>
                    <a:pt x="2483359" y="6985"/>
                    <a:pt x="2477136" y="13208"/>
                    <a:pt x="2470405" y="13208"/>
                  </a:cubicBezTo>
                  <a:cubicBezTo>
                    <a:pt x="2467230" y="13208"/>
                    <a:pt x="2463801" y="11811"/>
                    <a:pt x="2460118" y="7620"/>
                  </a:cubicBezTo>
                  <a:cubicBezTo>
                    <a:pt x="2457832" y="5588"/>
                    <a:pt x="2455292" y="4064"/>
                    <a:pt x="2452371" y="3048"/>
                  </a:cubicBezTo>
                  <a:cubicBezTo>
                    <a:pt x="2450212" y="2413"/>
                    <a:pt x="2448053" y="2032"/>
                    <a:pt x="2445894" y="2032"/>
                  </a:cubicBezTo>
                  <a:cubicBezTo>
                    <a:pt x="2445132" y="2032"/>
                    <a:pt x="2444243" y="2032"/>
                    <a:pt x="2443481" y="2159"/>
                  </a:cubicBezTo>
                  <a:cubicBezTo>
                    <a:pt x="2440433" y="2540"/>
                    <a:pt x="2437639" y="3429"/>
                    <a:pt x="2434972" y="5080"/>
                  </a:cubicBezTo>
                  <a:cubicBezTo>
                    <a:pt x="2432305" y="6731"/>
                    <a:pt x="2430146" y="8763"/>
                    <a:pt x="2428368" y="11303"/>
                  </a:cubicBezTo>
                  <a:cubicBezTo>
                    <a:pt x="2425066" y="5969"/>
                    <a:pt x="2421510" y="4318"/>
                    <a:pt x="2417954" y="4318"/>
                  </a:cubicBezTo>
                  <a:cubicBezTo>
                    <a:pt x="2411604" y="4318"/>
                    <a:pt x="2405000" y="9271"/>
                    <a:pt x="2398523" y="9271"/>
                  </a:cubicBezTo>
                  <a:cubicBezTo>
                    <a:pt x="2397633" y="9271"/>
                    <a:pt x="2396745" y="9144"/>
                    <a:pt x="2395729" y="8890"/>
                  </a:cubicBezTo>
                  <a:cubicBezTo>
                    <a:pt x="2371091" y="4318"/>
                    <a:pt x="2346326" y="2032"/>
                    <a:pt x="2321561" y="2032"/>
                  </a:cubicBezTo>
                  <a:cubicBezTo>
                    <a:pt x="2301876" y="2032"/>
                    <a:pt x="2282064" y="3429"/>
                    <a:pt x="2262252" y="6350"/>
                  </a:cubicBezTo>
                  <a:cubicBezTo>
                    <a:pt x="2248790" y="7239"/>
                    <a:pt x="2235328" y="7620"/>
                    <a:pt x="2221866" y="7620"/>
                  </a:cubicBezTo>
                  <a:cubicBezTo>
                    <a:pt x="2201800" y="7620"/>
                    <a:pt x="2181734" y="6604"/>
                    <a:pt x="2161668" y="4699"/>
                  </a:cubicBezTo>
                  <a:cubicBezTo>
                    <a:pt x="2161414" y="4699"/>
                    <a:pt x="2161160" y="4699"/>
                    <a:pt x="2160906" y="4699"/>
                  </a:cubicBezTo>
                  <a:cubicBezTo>
                    <a:pt x="2155318" y="4699"/>
                    <a:pt x="2149349" y="8890"/>
                    <a:pt x="2145920" y="10033"/>
                  </a:cubicBezTo>
                  <a:cubicBezTo>
                    <a:pt x="2137284" y="6858"/>
                    <a:pt x="2127124" y="0"/>
                    <a:pt x="212153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1579857" y="7644213"/>
            <a:ext cx="3849767" cy="221771"/>
            <a:chOff x="0" y="0"/>
            <a:chExt cx="3849764" cy="221767"/>
          </a:xfrm>
        </p:grpSpPr>
        <p:sp>
          <p:nvSpPr>
            <p:cNvPr id="11" name="Freeform 11"/>
            <p:cNvSpPr/>
            <p:nvPr/>
          </p:nvSpPr>
          <p:spPr>
            <a:xfrm>
              <a:off x="0" y="-254"/>
              <a:ext cx="3849497" cy="222123"/>
            </a:xfrm>
            <a:custGeom>
              <a:avLst/>
              <a:gdLst/>
              <a:ahLst/>
              <a:cxnLst/>
              <a:rect l="l" t="t" r="r" b="b"/>
              <a:pathLst>
                <a:path w="3849497" h="222123">
                  <a:moveTo>
                    <a:pt x="2627630" y="127254"/>
                  </a:moveTo>
                  <a:cubicBezTo>
                    <a:pt x="2627630" y="127254"/>
                    <a:pt x="2627630" y="127254"/>
                    <a:pt x="2627630" y="127254"/>
                  </a:cubicBezTo>
                  <a:cubicBezTo>
                    <a:pt x="2627630" y="127254"/>
                    <a:pt x="2627630" y="127254"/>
                    <a:pt x="2627630" y="127254"/>
                  </a:cubicBezTo>
                  <a:cubicBezTo>
                    <a:pt x="2627630" y="127254"/>
                    <a:pt x="2627630" y="127254"/>
                    <a:pt x="2627630" y="127254"/>
                  </a:cubicBezTo>
                  <a:close/>
                  <a:moveTo>
                    <a:pt x="2121535" y="254"/>
                  </a:moveTo>
                  <a:cubicBezTo>
                    <a:pt x="2120519" y="254"/>
                    <a:pt x="2119757" y="508"/>
                    <a:pt x="2119122" y="889"/>
                  </a:cubicBezTo>
                  <a:cubicBezTo>
                    <a:pt x="2114931" y="3810"/>
                    <a:pt x="2110740" y="4699"/>
                    <a:pt x="2106422" y="4699"/>
                  </a:cubicBezTo>
                  <a:cubicBezTo>
                    <a:pt x="2100326" y="4699"/>
                    <a:pt x="2094230" y="2921"/>
                    <a:pt x="2087753" y="2921"/>
                  </a:cubicBezTo>
                  <a:cubicBezTo>
                    <a:pt x="2084705" y="2921"/>
                    <a:pt x="2081530" y="3302"/>
                    <a:pt x="2078355" y="4572"/>
                  </a:cubicBezTo>
                  <a:cubicBezTo>
                    <a:pt x="2075561" y="5588"/>
                    <a:pt x="2072386" y="5969"/>
                    <a:pt x="2069211" y="5969"/>
                  </a:cubicBezTo>
                  <a:cubicBezTo>
                    <a:pt x="2059305" y="5969"/>
                    <a:pt x="2047875" y="2286"/>
                    <a:pt x="2038096" y="2286"/>
                  </a:cubicBezTo>
                  <a:cubicBezTo>
                    <a:pt x="2034540" y="2286"/>
                    <a:pt x="2031111" y="2794"/>
                    <a:pt x="2028190" y="4191"/>
                  </a:cubicBezTo>
                  <a:cubicBezTo>
                    <a:pt x="2018919" y="7239"/>
                    <a:pt x="2009775" y="8763"/>
                    <a:pt x="2000504" y="8763"/>
                  </a:cubicBezTo>
                  <a:cubicBezTo>
                    <a:pt x="1991233" y="8763"/>
                    <a:pt x="1982216" y="7239"/>
                    <a:pt x="1973072" y="4318"/>
                  </a:cubicBezTo>
                  <a:cubicBezTo>
                    <a:pt x="1956562" y="4826"/>
                    <a:pt x="1940306" y="6858"/>
                    <a:pt x="1924177" y="10541"/>
                  </a:cubicBezTo>
                  <a:cubicBezTo>
                    <a:pt x="1923669" y="10541"/>
                    <a:pt x="1923161" y="10541"/>
                    <a:pt x="1922653" y="10541"/>
                  </a:cubicBezTo>
                  <a:cubicBezTo>
                    <a:pt x="1909699" y="10541"/>
                    <a:pt x="1896618" y="5588"/>
                    <a:pt x="1883664" y="5588"/>
                  </a:cubicBezTo>
                  <a:cubicBezTo>
                    <a:pt x="1876933" y="5588"/>
                    <a:pt x="1870202" y="6985"/>
                    <a:pt x="1863598" y="11049"/>
                  </a:cubicBezTo>
                  <a:cubicBezTo>
                    <a:pt x="1859026" y="7747"/>
                    <a:pt x="1854454" y="6731"/>
                    <a:pt x="1849755" y="6731"/>
                  </a:cubicBezTo>
                  <a:cubicBezTo>
                    <a:pt x="1840865" y="6731"/>
                    <a:pt x="1831721" y="10668"/>
                    <a:pt x="1822450" y="10668"/>
                  </a:cubicBezTo>
                  <a:cubicBezTo>
                    <a:pt x="1820291" y="10668"/>
                    <a:pt x="1818132" y="10414"/>
                    <a:pt x="1815846" y="9906"/>
                  </a:cubicBezTo>
                  <a:cubicBezTo>
                    <a:pt x="1807718" y="8763"/>
                    <a:pt x="1799590" y="8128"/>
                    <a:pt x="1791589" y="8128"/>
                  </a:cubicBezTo>
                  <a:cubicBezTo>
                    <a:pt x="1779905" y="8128"/>
                    <a:pt x="1768348" y="9398"/>
                    <a:pt x="1756791" y="11811"/>
                  </a:cubicBezTo>
                  <a:cubicBezTo>
                    <a:pt x="1723390" y="15367"/>
                    <a:pt x="1689989" y="17145"/>
                    <a:pt x="1656588" y="17145"/>
                  </a:cubicBezTo>
                  <a:cubicBezTo>
                    <a:pt x="1640332" y="17145"/>
                    <a:pt x="1624076" y="16764"/>
                    <a:pt x="1607693" y="15875"/>
                  </a:cubicBezTo>
                  <a:cubicBezTo>
                    <a:pt x="1603248" y="15748"/>
                    <a:pt x="1598930" y="15621"/>
                    <a:pt x="1594485" y="15621"/>
                  </a:cubicBezTo>
                  <a:cubicBezTo>
                    <a:pt x="1567180" y="15621"/>
                    <a:pt x="1539875" y="18669"/>
                    <a:pt x="1513459" y="18669"/>
                  </a:cubicBezTo>
                  <a:cubicBezTo>
                    <a:pt x="1496568" y="18669"/>
                    <a:pt x="1480185" y="17399"/>
                    <a:pt x="1464437" y="13208"/>
                  </a:cubicBezTo>
                  <a:lnTo>
                    <a:pt x="1429512" y="26924"/>
                  </a:lnTo>
                  <a:cubicBezTo>
                    <a:pt x="1420876" y="23495"/>
                    <a:pt x="1412494" y="17526"/>
                    <a:pt x="1407160" y="17526"/>
                  </a:cubicBezTo>
                  <a:cubicBezTo>
                    <a:pt x="1406271" y="17526"/>
                    <a:pt x="1405509" y="17653"/>
                    <a:pt x="1404874" y="18034"/>
                  </a:cubicBezTo>
                  <a:cubicBezTo>
                    <a:pt x="1395476" y="22225"/>
                    <a:pt x="1385697" y="24511"/>
                    <a:pt x="1375410" y="24892"/>
                  </a:cubicBezTo>
                  <a:cubicBezTo>
                    <a:pt x="1374267" y="24892"/>
                    <a:pt x="1373124" y="25019"/>
                    <a:pt x="1371981" y="25019"/>
                  </a:cubicBezTo>
                  <a:cubicBezTo>
                    <a:pt x="1362964" y="25019"/>
                    <a:pt x="1354074" y="23495"/>
                    <a:pt x="1345565" y="20574"/>
                  </a:cubicBezTo>
                  <a:cubicBezTo>
                    <a:pt x="1341374" y="19431"/>
                    <a:pt x="1337183" y="18923"/>
                    <a:pt x="1333119" y="18923"/>
                  </a:cubicBezTo>
                  <a:cubicBezTo>
                    <a:pt x="1317371" y="18923"/>
                    <a:pt x="1303147" y="26035"/>
                    <a:pt x="1287653" y="26035"/>
                  </a:cubicBezTo>
                  <a:cubicBezTo>
                    <a:pt x="1287145" y="26035"/>
                    <a:pt x="1286764" y="26035"/>
                    <a:pt x="1286256" y="26035"/>
                  </a:cubicBezTo>
                  <a:cubicBezTo>
                    <a:pt x="1274572" y="23876"/>
                    <a:pt x="1263015" y="22860"/>
                    <a:pt x="1251331" y="22860"/>
                  </a:cubicBezTo>
                  <a:cubicBezTo>
                    <a:pt x="1239520" y="22860"/>
                    <a:pt x="1227836" y="23876"/>
                    <a:pt x="1216025" y="26035"/>
                  </a:cubicBezTo>
                  <a:cubicBezTo>
                    <a:pt x="1203325" y="28956"/>
                    <a:pt x="1190752" y="30353"/>
                    <a:pt x="1178052" y="30353"/>
                  </a:cubicBezTo>
                  <a:cubicBezTo>
                    <a:pt x="1168400" y="30353"/>
                    <a:pt x="1158621" y="29464"/>
                    <a:pt x="1148969" y="27813"/>
                  </a:cubicBezTo>
                  <a:cubicBezTo>
                    <a:pt x="1146175" y="27813"/>
                    <a:pt x="1143254" y="27686"/>
                    <a:pt x="1140460" y="27686"/>
                  </a:cubicBezTo>
                  <a:cubicBezTo>
                    <a:pt x="1117092" y="27686"/>
                    <a:pt x="1093851" y="29591"/>
                    <a:pt x="1070737" y="33274"/>
                  </a:cubicBezTo>
                  <a:cubicBezTo>
                    <a:pt x="1069975" y="33274"/>
                    <a:pt x="1069086" y="33274"/>
                    <a:pt x="1068324" y="33274"/>
                  </a:cubicBezTo>
                  <a:cubicBezTo>
                    <a:pt x="1058418" y="33274"/>
                    <a:pt x="1047369" y="30353"/>
                    <a:pt x="1037717" y="30353"/>
                  </a:cubicBezTo>
                  <a:cubicBezTo>
                    <a:pt x="1033272" y="30353"/>
                    <a:pt x="1029208" y="30988"/>
                    <a:pt x="1025652" y="32766"/>
                  </a:cubicBezTo>
                  <a:cubicBezTo>
                    <a:pt x="1018032" y="35941"/>
                    <a:pt x="1010412" y="37592"/>
                    <a:pt x="1002792" y="37592"/>
                  </a:cubicBezTo>
                  <a:cubicBezTo>
                    <a:pt x="995426" y="37592"/>
                    <a:pt x="988187" y="36068"/>
                    <a:pt x="980821" y="33147"/>
                  </a:cubicBezTo>
                  <a:cubicBezTo>
                    <a:pt x="979805" y="32893"/>
                    <a:pt x="978916" y="32893"/>
                    <a:pt x="977900" y="32893"/>
                  </a:cubicBezTo>
                  <a:cubicBezTo>
                    <a:pt x="970026" y="32893"/>
                    <a:pt x="962152" y="38608"/>
                    <a:pt x="954786" y="38608"/>
                  </a:cubicBezTo>
                  <a:cubicBezTo>
                    <a:pt x="950595" y="38608"/>
                    <a:pt x="946658" y="36830"/>
                    <a:pt x="942975" y="31242"/>
                  </a:cubicBezTo>
                  <a:cubicBezTo>
                    <a:pt x="938276" y="37211"/>
                    <a:pt x="932688" y="38735"/>
                    <a:pt x="926973" y="38735"/>
                  </a:cubicBezTo>
                  <a:cubicBezTo>
                    <a:pt x="921258" y="38735"/>
                    <a:pt x="915670" y="37338"/>
                    <a:pt x="910590" y="37338"/>
                  </a:cubicBezTo>
                  <a:cubicBezTo>
                    <a:pt x="910209" y="37338"/>
                    <a:pt x="909828" y="37338"/>
                    <a:pt x="909447" y="37338"/>
                  </a:cubicBezTo>
                  <a:cubicBezTo>
                    <a:pt x="901319" y="37719"/>
                    <a:pt x="888492" y="42037"/>
                    <a:pt x="882142" y="42037"/>
                  </a:cubicBezTo>
                  <a:cubicBezTo>
                    <a:pt x="880364" y="42037"/>
                    <a:pt x="879094" y="41656"/>
                    <a:pt x="878586" y="40894"/>
                  </a:cubicBezTo>
                  <a:cubicBezTo>
                    <a:pt x="875538" y="36068"/>
                    <a:pt x="872744" y="34417"/>
                    <a:pt x="870077" y="34417"/>
                  </a:cubicBezTo>
                  <a:cubicBezTo>
                    <a:pt x="863981" y="34417"/>
                    <a:pt x="858774" y="43307"/>
                    <a:pt x="852170" y="43307"/>
                  </a:cubicBezTo>
                  <a:cubicBezTo>
                    <a:pt x="850773" y="43307"/>
                    <a:pt x="849376" y="42926"/>
                    <a:pt x="847852" y="41910"/>
                  </a:cubicBezTo>
                  <a:cubicBezTo>
                    <a:pt x="844423" y="39878"/>
                    <a:pt x="840105" y="39243"/>
                    <a:pt x="835406" y="39243"/>
                  </a:cubicBezTo>
                  <a:cubicBezTo>
                    <a:pt x="828294" y="39243"/>
                    <a:pt x="820293" y="40767"/>
                    <a:pt x="813308" y="41021"/>
                  </a:cubicBezTo>
                  <a:cubicBezTo>
                    <a:pt x="801878" y="41402"/>
                    <a:pt x="790448" y="42418"/>
                    <a:pt x="779145" y="44196"/>
                  </a:cubicBezTo>
                  <a:cubicBezTo>
                    <a:pt x="768223" y="46990"/>
                    <a:pt x="757047" y="49149"/>
                    <a:pt x="745744" y="50419"/>
                  </a:cubicBezTo>
                  <a:cubicBezTo>
                    <a:pt x="745109" y="50419"/>
                    <a:pt x="744474" y="50419"/>
                    <a:pt x="743839" y="50419"/>
                  </a:cubicBezTo>
                  <a:cubicBezTo>
                    <a:pt x="727710" y="50419"/>
                    <a:pt x="710311" y="46482"/>
                    <a:pt x="695071" y="46482"/>
                  </a:cubicBezTo>
                  <a:cubicBezTo>
                    <a:pt x="693039" y="46482"/>
                    <a:pt x="691134" y="46609"/>
                    <a:pt x="689229" y="46736"/>
                  </a:cubicBezTo>
                  <a:cubicBezTo>
                    <a:pt x="674243" y="47879"/>
                    <a:pt x="657733" y="59309"/>
                    <a:pt x="644652" y="59309"/>
                  </a:cubicBezTo>
                  <a:cubicBezTo>
                    <a:pt x="642620" y="59309"/>
                    <a:pt x="640588" y="59055"/>
                    <a:pt x="638810" y="58420"/>
                  </a:cubicBezTo>
                  <a:cubicBezTo>
                    <a:pt x="628142" y="55626"/>
                    <a:pt x="617347" y="54229"/>
                    <a:pt x="606425" y="54229"/>
                  </a:cubicBezTo>
                  <a:cubicBezTo>
                    <a:pt x="600837" y="54229"/>
                    <a:pt x="595249" y="54610"/>
                    <a:pt x="589661" y="55372"/>
                  </a:cubicBezTo>
                  <a:cubicBezTo>
                    <a:pt x="575056" y="55626"/>
                    <a:pt x="560451" y="60071"/>
                    <a:pt x="546100" y="60579"/>
                  </a:cubicBezTo>
                  <a:cubicBezTo>
                    <a:pt x="532511" y="60960"/>
                    <a:pt x="519049" y="61087"/>
                    <a:pt x="505587" y="61087"/>
                  </a:cubicBezTo>
                  <a:cubicBezTo>
                    <a:pt x="494411" y="61087"/>
                    <a:pt x="483108" y="60960"/>
                    <a:pt x="471932" y="60960"/>
                  </a:cubicBezTo>
                  <a:cubicBezTo>
                    <a:pt x="464820" y="60960"/>
                    <a:pt x="457708" y="60960"/>
                    <a:pt x="450469" y="61087"/>
                  </a:cubicBezTo>
                  <a:cubicBezTo>
                    <a:pt x="442976" y="61214"/>
                    <a:pt x="437642" y="69088"/>
                    <a:pt x="430276" y="69088"/>
                  </a:cubicBezTo>
                  <a:cubicBezTo>
                    <a:pt x="427101" y="69088"/>
                    <a:pt x="423545" y="67691"/>
                    <a:pt x="419354" y="63627"/>
                  </a:cubicBezTo>
                  <a:cubicBezTo>
                    <a:pt x="414401" y="61341"/>
                    <a:pt x="409321" y="60198"/>
                    <a:pt x="403987" y="60198"/>
                  </a:cubicBezTo>
                  <a:cubicBezTo>
                    <a:pt x="403352" y="60198"/>
                    <a:pt x="402717" y="60198"/>
                    <a:pt x="402082" y="60198"/>
                  </a:cubicBezTo>
                  <a:cubicBezTo>
                    <a:pt x="395986" y="60452"/>
                    <a:pt x="390398" y="62230"/>
                    <a:pt x="385191" y="65278"/>
                  </a:cubicBezTo>
                  <a:cubicBezTo>
                    <a:pt x="378968" y="69596"/>
                    <a:pt x="372491" y="70358"/>
                    <a:pt x="366268" y="70358"/>
                  </a:cubicBezTo>
                  <a:cubicBezTo>
                    <a:pt x="363220" y="70358"/>
                    <a:pt x="360299" y="70231"/>
                    <a:pt x="357378" y="70231"/>
                  </a:cubicBezTo>
                  <a:cubicBezTo>
                    <a:pt x="353568" y="70231"/>
                    <a:pt x="350012" y="70485"/>
                    <a:pt x="346583" y="71882"/>
                  </a:cubicBezTo>
                  <a:cubicBezTo>
                    <a:pt x="342265" y="74041"/>
                    <a:pt x="337566" y="75184"/>
                    <a:pt x="332867" y="75184"/>
                  </a:cubicBezTo>
                  <a:cubicBezTo>
                    <a:pt x="331724" y="75184"/>
                    <a:pt x="330581" y="75184"/>
                    <a:pt x="329438" y="75057"/>
                  </a:cubicBezTo>
                  <a:cubicBezTo>
                    <a:pt x="323342" y="74422"/>
                    <a:pt x="318008" y="72136"/>
                    <a:pt x="313309" y="68326"/>
                  </a:cubicBezTo>
                  <a:lnTo>
                    <a:pt x="274828" y="84709"/>
                  </a:lnTo>
                  <a:cubicBezTo>
                    <a:pt x="271399" y="80772"/>
                    <a:pt x="269494" y="75819"/>
                    <a:pt x="267081" y="75565"/>
                  </a:cubicBezTo>
                  <a:cubicBezTo>
                    <a:pt x="266827" y="75565"/>
                    <a:pt x="266573" y="75565"/>
                    <a:pt x="266319" y="75565"/>
                  </a:cubicBezTo>
                  <a:cubicBezTo>
                    <a:pt x="248412" y="75565"/>
                    <a:pt x="75565" y="100330"/>
                    <a:pt x="65405" y="105791"/>
                  </a:cubicBezTo>
                  <a:cubicBezTo>
                    <a:pt x="43942" y="117729"/>
                    <a:pt x="22352" y="131445"/>
                    <a:pt x="762" y="144399"/>
                  </a:cubicBezTo>
                  <a:lnTo>
                    <a:pt x="762" y="144399"/>
                  </a:lnTo>
                  <a:lnTo>
                    <a:pt x="12192" y="157988"/>
                  </a:lnTo>
                  <a:lnTo>
                    <a:pt x="0" y="172212"/>
                  </a:lnTo>
                  <a:lnTo>
                    <a:pt x="13462" y="204978"/>
                  </a:lnTo>
                  <a:cubicBezTo>
                    <a:pt x="27305" y="209423"/>
                    <a:pt x="40259" y="222123"/>
                    <a:pt x="54610" y="222123"/>
                  </a:cubicBezTo>
                  <a:cubicBezTo>
                    <a:pt x="60452" y="222123"/>
                    <a:pt x="66548" y="219964"/>
                    <a:pt x="72898" y="214376"/>
                  </a:cubicBezTo>
                  <a:cubicBezTo>
                    <a:pt x="78105" y="217932"/>
                    <a:pt x="82677" y="219202"/>
                    <a:pt x="86995" y="219202"/>
                  </a:cubicBezTo>
                  <a:cubicBezTo>
                    <a:pt x="102489" y="219202"/>
                    <a:pt x="113157" y="200660"/>
                    <a:pt x="131826" y="200660"/>
                  </a:cubicBezTo>
                  <a:cubicBezTo>
                    <a:pt x="132842" y="200660"/>
                    <a:pt x="133858" y="200660"/>
                    <a:pt x="134874" y="200787"/>
                  </a:cubicBezTo>
                  <a:cubicBezTo>
                    <a:pt x="143129" y="201422"/>
                    <a:pt x="151511" y="201803"/>
                    <a:pt x="159766" y="201803"/>
                  </a:cubicBezTo>
                  <a:cubicBezTo>
                    <a:pt x="167513" y="201803"/>
                    <a:pt x="175133" y="201549"/>
                    <a:pt x="182880" y="200914"/>
                  </a:cubicBezTo>
                  <a:cubicBezTo>
                    <a:pt x="189103" y="195834"/>
                    <a:pt x="195199" y="194310"/>
                    <a:pt x="201295" y="194310"/>
                  </a:cubicBezTo>
                  <a:cubicBezTo>
                    <a:pt x="211455" y="194310"/>
                    <a:pt x="221615" y="198628"/>
                    <a:pt x="232156" y="198628"/>
                  </a:cubicBezTo>
                  <a:cubicBezTo>
                    <a:pt x="233934" y="198628"/>
                    <a:pt x="235712" y="198501"/>
                    <a:pt x="237490" y="198247"/>
                  </a:cubicBezTo>
                  <a:cubicBezTo>
                    <a:pt x="256540" y="195326"/>
                    <a:pt x="276098" y="189865"/>
                    <a:pt x="294513" y="187706"/>
                  </a:cubicBezTo>
                  <a:cubicBezTo>
                    <a:pt x="312928" y="185547"/>
                    <a:pt x="332232" y="185547"/>
                    <a:pt x="355346" y="184404"/>
                  </a:cubicBezTo>
                  <a:lnTo>
                    <a:pt x="366395" y="194056"/>
                  </a:lnTo>
                  <a:lnTo>
                    <a:pt x="389509" y="176403"/>
                  </a:lnTo>
                  <a:lnTo>
                    <a:pt x="532638" y="177165"/>
                  </a:lnTo>
                  <a:cubicBezTo>
                    <a:pt x="541020" y="169037"/>
                    <a:pt x="550545" y="167005"/>
                    <a:pt x="560578" y="167005"/>
                  </a:cubicBezTo>
                  <a:cubicBezTo>
                    <a:pt x="569976" y="167005"/>
                    <a:pt x="579628" y="168783"/>
                    <a:pt x="589026" y="168783"/>
                  </a:cubicBezTo>
                  <a:cubicBezTo>
                    <a:pt x="594487" y="168783"/>
                    <a:pt x="599948" y="168148"/>
                    <a:pt x="605028" y="166243"/>
                  </a:cubicBezTo>
                  <a:cubicBezTo>
                    <a:pt x="610997" y="164084"/>
                    <a:pt x="617347" y="163195"/>
                    <a:pt x="624078" y="163195"/>
                  </a:cubicBezTo>
                  <a:cubicBezTo>
                    <a:pt x="643636" y="163195"/>
                    <a:pt x="665734" y="170434"/>
                    <a:pt x="685038" y="172466"/>
                  </a:cubicBezTo>
                  <a:cubicBezTo>
                    <a:pt x="700659" y="162814"/>
                    <a:pt x="715645" y="155956"/>
                    <a:pt x="730631" y="155956"/>
                  </a:cubicBezTo>
                  <a:cubicBezTo>
                    <a:pt x="741045" y="155956"/>
                    <a:pt x="751332" y="159258"/>
                    <a:pt x="761873" y="167259"/>
                  </a:cubicBezTo>
                  <a:lnTo>
                    <a:pt x="794385" y="154051"/>
                  </a:lnTo>
                  <a:lnTo>
                    <a:pt x="803402" y="164084"/>
                  </a:lnTo>
                  <a:cubicBezTo>
                    <a:pt x="814324" y="160909"/>
                    <a:pt x="825500" y="158750"/>
                    <a:pt x="836803" y="157353"/>
                  </a:cubicBezTo>
                  <a:cubicBezTo>
                    <a:pt x="844804" y="157099"/>
                    <a:pt x="852805" y="156972"/>
                    <a:pt x="860933" y="156972"/>
                  </a:cubicBezTo>
                  <a:cubicBezTo>
                    <a:pt x="871855" y="156972"/>
                    <a:pt x="882777" y="157099"/>
                    <a:pt x="893572" y="157099"/>
                  </a:cubicBezTo>
                  <a:cubicBezTo>
                    <a:pt x="906399" y="157099"/>
                    <a:pt x="919353" y="156972"/>
                    <a:pt x="932180" y="156083"/>
                  </a:cubicBezTo>
                  <a:cubicBezTo>
                    <a:pt x="950214" y="153416"/>
                    <a:pt x="967867" y="149225"/>
                    <a:pt x="985139" y="143510"/>
                  </a:cubicBezTo>
                  <a:lnTo>
                    <a:pt x="993902" y="153543"/>
                  </a:lnTo>
                  <a:cubicBezTo>
                    <a:pt x="1055497" y="135382"/>
                    <a:pt x="1123188" y="153797"/>
                    <a:pt x="1185799" y="133985"/>
                  </a:cubicBezTo>
                  <a:lnTo>
                    <a:pt x="1195324" y="144907"/>
                  </a:lnTo>
                  <a:cubicBezTo>
                    <a:pt x="1203071" y="141097"/>
                    <a:pt x="1210691" y="139700"/>
                    <a:pt x="1218311" y="139700"/>
                  </a:cubicBezTo>
                  <a:cubicBezTo>
                    <a:pt x="1231265" y="139700"/>
                    <a:pt x="1244600" y="143891"/>
                    <a:pt x="1258951" y="147574"/>
                  </a:cubicBezTo>
                  <a:lnTo>
                    <a:pt x="1280795" y="131572"/>
                  </a:lnTo>
                  <a:cubicBezTo>
                    <a:pt x="1302004" y="135763"/>
                    <a:pt x="1323086" y="137414"/>
                    <a:pt x="1344041" y="137414"/>
                  </a:cubicBezTo>
                  <a:cubicBezTo>
                    <a:pt x="1389507" y="137414"/>
                    <a:pt x="1434465" y="129540"/>
                    <a:pt x="1479296" y="122047"/>
                  </a:cubicBezTo>
                  <a:cubicBezTo>
                    <a:pt x="1486662" y="131953"/>
                    <a:pt x="1496060" y="135255"/>
                    <a:pt x="1507998" y="135255"/>
                  </a:cubicBezTo>
                  <a:cubicBezTo>
                    <a:pt x="1514602" y="135255"/>
                    <a:pt x="1521841" y="134239"/>
                    <a:pt x="1529969" y="132715"/>
                  </a:cubicBezTo>
                  <a:lnTo>
                    <a:pt x="1543685" y="116205"/>
                  </a:lnTo>
                  <a:cubicBezTo>
                    <a:pt x="1548765" y="126873"/>
                    <a:pt x="1555369" y="130175"/>
                    <a:pt x="1562735" y="130175"/>
                  </a:cubicBezTo>
                  <a:cubicBezTo>
                    <a:pt x="1573911" y="130175"/>
                    <a:pt x="1586484" y="122809"/>
                    <a:pt x="1597279" y="122809"/>
                  </a:cubicBezTo>
                  <a:cubicBezTo>
                    <a:pt x="1604010" y="122809"/>
                    <a:pt x="1610106" y="125730"/>
                    <a:pt x="1614551" y="135001"/>
                  </a:cubicBezTo>
                  <a:cubicBezTo>
                    <a:pt x="1614551" y="135001"/>
                    <a:pt x="1614551" y="135001"/>
                    <a:pt x="1614551" y="135001"/>
                  </a:cubicBezTo>
                  <a:cubicBezTo>
                    <a:pt x="1614932" y="135001"/>
                    <a:pt x="1617726" y="133731"/>
                    <a:pt x="1629283" y="129159"/>
                  </a:cubicBezTo>
                  <a:lnTo>
                    <a:pt x="1638554" y="112014"/>
                  </a:lnTo>
                  <a:lnTo>
                    <a:pt x="1658366" y="128905"/>
                  </a:lnTo>
                  <a:cubicBezTo>
                    <a:pt x="1662684" y="126492"/>
                    <a:pt x="1666875" y="121412"/>
                    <a:pt x="1671066" y="121412"/>
                  </a:cubicBezTo>
                  <a:cubicBezTo>
                    <a:pt x="1671193" y="121412"/>
                    <a:pt x="1671447" y="121412"/>
                    <a:pt x="1671574" y="121412"/>
                  </a:cubicBezTo>
                  <a:cubicBezTo>
                    <a:pt x="1673606" y="121412"/>
                    <a:pt x="1675638" y="121412"/>
                    <a:pt x="1677670" y="121412"/>
                  </a:cubicBezTo>
                  <a:cubicBezTo>
                    <a:pt x="1699514" y="121412"/>
                    <a:pt x="1721485" y="122174"/>
                    <a:pt x="1743329" y="122174"/>
                  </a:cubicBezTo>
                  <a:cubicBezTo>
                    <a:pt x="1754632" y="122174"/>
                    <a:pt x="1765935" y="121920"/>
                    <a:pt x="1777238" y="121412"/>
                  </a:cubicBezTo>
                  <a:cubicBezTo>
                    <a:pt x="1781302" y="120650"/>
                    <a:pt x="1785366" y="120269"/>
                    <a:pt x="1789430" y="120269"/>
                  </a:cubicBezTo>
                  <a:cubicBezTo>
                    <a:pt x="1796669" y="120269"/>
                    <a:pt x="1803908" y="121539"/>
                    <a:pt x="1811020" y="124079"/>
                  </a:cubicBezTo>
                  <a:cubicBezTo>
                    <a:pt x="1813814" y="124460"/>
                    <a:pt x="1816481" y="124587"/>
                    <a:pt x="1819148" y="124587"/>
                  </a:cubicBezTo>
                  <a:cubicBezTo>
                    <a:pt x="1829054" y="124587"/>
                    <a:pt x="1838452" y="122047"/>
                    <a:pt x="1847469" y="117094"/>
                  </a:cubicBezTo>
                  <a:cubicBezTo>
                    <a:pt x="1853438" y="113538"/>
                    <a:pt x="1859788" y="111506"/>
                    <a:pt x="1866646" y="110998"/>
                  </a:cubicBezTo>
                  <a:cubicBezTo>
                    <a:pt x="1867916" y="110871"/>
                    <a:pt x="1869186" y="110871"/>
                    <a:pt x="1870456" y="110871"/>
                  </a:cubicBezTo>
                  <a:cubicBezTo>
                    <a:pt x="1875917" y="110871"/>
                    <a:pt x="1881378" y="111887"/>
                    <a:pt x="1886585" y="113919"/>
                  </a:cubicBezTo>
                  <a:cubicBezTo>
                    <a:pt x="1899285" y="118872"/>
                    <a:pt x="1912112" y="121412"/>
                    <a:pt x="1925193" y="121412"/>
                  </a:cubicBezTo>
                  <a:cubicBezTo>
                    <a:pt x="1933702" y="121412"/>
                    <a:pt x="1942211" y="120396"/>
                    <a:pt x="1950847" y="118237"/>
                  </a:cubicBezTo>
                  <a:cubicBezTo>
                    <a:pt x="1952879" y="117856"/>
                    <a:pt x="1955038" y="117729"/>
                    <a:pt x="1957070" y="117729"/>
                  </a:cubicBezTo>
                  <a:cubicBezTo>
                    <a:pt x="1971675" y="117729"/>
                    <a:pt x="1984375" y="125222"/>
                    <a:pt x="1996440" y="125222"/>
                  </a:cubicBezTo>
                  <a:cubicBezTo>
                    <a:pt x="1999107" y="125222"/>
                    <a:pt x="2001774" y="124841"/>
                    <a:pt x="2004314" y="123952"/>
                  </a:cubicBezTo>
                  <a:cubicBezTo>
                    <a:pt x="2014347" y="120142"/>
                    <a:pt x="2024761" y="118237"/>
                    <a:pt x="2035556" y="118237"/>
                  </a:cubicBezTo>
                  <a:cubicBezTo>
                    <a:pt x="2036445" y="118237"/>
                    <a:pt x="2037207" y="118237"/>
                    <a:pt x="2038096" y="118237"/>
                  </a:cubicBezTo>
                  <a:cubicBezTo>
                    <a:pt x="2040255" y="118364"/>
                    <a:pt x="2042287" y="118364"/>
                    <a:pt x="2044446" y="118364"/>
                  </a:cubicBezTo>
                  <a:cubicBezTo>
                    <a:pt x="2054225" y="118364"/>
                    <a:pt x="2064258" y="117221"/>
                    <a:pt x="2073910" y="116840"/>
                  </a:cubicBezTo>
                  <a:cubicBezTo>
                    <a:pt x="2085721" y="116332"/>
                    <a:pt x="2096897" y="116332"/>
                    <a:pt x="2109343" y="115570"/>
                  </a:cubicBezTo>
                  <a:cubicBezTo>
                    <a:pt x="2121789" y="114808"/>
                    <a:pt x="2133981" y="113538"/>
                    <a:pt x="2146427" y="112522"/>
                  </a:cubicBezTo>
                  <a:lnTo>
                    <a:pt x="2152269" y="119761"/>
                  </a:lnTo>
                  <a:lnTo>
                    <a:pt x="2168398" y="109982"/>
                  </a:lnTo>
                  <a:lnTo>
                    <a:pt x="2189607" y="124714"/>
                  </a:lnTo>
                  <a:cubicBezTo>
                    <a:pt x="2206371" y="118491"/>
                    <a:pt x="2223643" y="115443"/>
                    <a:pt x="2241423" y="115443"/>
                  </a:cubicBezTo>
                  <a:cubicBezTo>
                    <a:pt x="2242058" y="115443"/>
                    <a:pt x="2242693" y="115443"/>
                    <a:pt x="2243455" y="115443"/>
                  </a:cubicBezTo>
                  <a:cubicBezTo>
                    <a:pt x="2247773" y="118110"/>
                    <a:pt x="2252091" y="118999"/>
                    <a:pt x="2256282" y="118999"/>
                  </a:cubicBezTo>
                  <a:cubicBezTo>
                    <a:pt x="2267585" y="118999"/>
                    <a:pt x="2278634" y="112141"/>
                    <a:pt x="2290445" y="112141"/>
                  </a:cubicBezTo>
                  <a:cubicBezTo>
                    <a:pt x="2293874" y="112141"/>
                    <a:pt x="2297303" y="112649"/>
                    <a:pt x="2300859" y="114173"/>
                  </a:cubicBezTo>
                  <a:cubicBezTo>
                    <a:pt x="2308606" y="118364"/>
                    <a:pt x="2316861" y="120904"/>
                    <a:pt x="2325624" y="121920"/>
                  </a:cubicBezTo>
                  <a:cubicBezTo>
                    <a:pt x="2328037" y="122174"/>
                    <a:pt x="2330577" y="122301"/>
                    <a:pt x="2332990" y="122301"/>
                  </a:cubicBezTo>
                  <a:cubicBezTo>
                    <a:pt x="2339213" y="122301"/>
                    <a:pt x="2345436" y="121412"/>
                    <a:pt x="2351532" y="119634"/>
                  </a:cubicBezTo>
                  <a:cubicBezTo>
                    <a:pt x="2361692" y="114808"/>
                    <a:pt x="2372487" y="112395"/>
                    <a:pt x="2383790" y="112395"/>
                  </a:cubicBezTo>
                  <a:cubicBezTo>
                    <a:pt x="2383917" y="112395"/>
                    <a:pt x="2384044" y="112395"/>
                    <a:pt x="2384171" y="112395"/>
                  </a:cubicBezTo>
                  <a:cubicBezTo>
                    <a:pt x="2395347" y="112395"/>
                    <a:pt x="2406015" y="114681"/>
                    <a:pt x="2416175" y="119380"/>
                  </a:cubicBezTo>
                  <a:cubicBezTo>
                    <a:pt x="2426843" y="122682"/>
                    <a:pt x="2437638" y="124333"/>
                    <a:pt x="2448560" y="124333"/>
                  </a:cubicBezTo>
                  <a:cubicBezTo>
                    <a:pt x="2455672" y="124333"/>
                    <a:pt x="2462911" y="123571"/>
                    <a:pt x="2470150" y="122174"/>
                  </a:cubicBezTo>
                  <a:cubicBezTo>
                    <a:pt x="2483612" y="119761"/>
                    <a:pt x="2497074" y="118618"/>
                    <a:pt x="2510536" y="118618"/>
                  </a:cubicBezTo>
                  <a:cubicBezTo>
                    <a:pt x="2522093" y="118618"/>
                    <a:pt x="2533523" y="119507"/>
                    <a:pt x="2545080" y="121285"/>
                  </a:cubicBezTo>
                  <a:cubicBezTo>
                    <a:pt x="2552446" y="123190"/>
                    <a:pt x="2559685" y="124079"/>
                    <a:pt x="2566924" y="124079"/>
                  </a:cubicBezTo>
                  <a:cubicBezTo>
                    <a:pt x="2577973" y="124079"/>
                    <a:pt x="2588895" y="121920"/>
                    <a:pt x="2599690" y="117475"/>
                  </a:cubicBezTo>
                  <a:cubicBezTo>
                    <a:pt x="2600452" y="117094"/>
                    <a:pt x="2601214" y="116967"/>
                    <a:pt x="2602230" y="116967"/>
                  </a:cubicBezTo>
                  <a:cubicBezTo>
                    <a:pt x="2608326" y="116967"/>
                    <a:pt x="2618486" y="123952"/>
                    <a:pt x="2627630" y="127381"/>
                  </a:cubicBezTo>
                  <a:cubicBezTo>
                    <a:pt x="2627630" y="127127"/>
                    <a:pt x="2630043" y="123444"/>
                    <a:pt x="2632583" y="123444"/>
                  </a:cubicBezTo>
                  <a:cubicBezTo>
                    <a:pt x="2632710" y="123444"/>
                    <a:pt x="2632710" y="123444"/>
                    <a:pt x="2632837" y="123444"/>
                  </a:cubicBezTo>
                  <a:cubicBezTo>
                    <a:pt x="2637409" y="122936"/>
                    <a:pt x="2641981" y="122809"/>
                    <a:pt x="2646553" y="122809"/>
                  </a:cubicBezTo>
                  <a:cubicBezTo>
                    <a:pt x="2670810" y="122809"/>
                    <a:pt x="2695321" y="128524"/>
                    <a:pt x="2719832" y="128524"/>
                  </a:cubicBezTo>
                  <a:cubicBezTo>
                    <a:pt x="2730754" y="128524"/>
                    <a:pt x="2741676" y="127381"/>
                    <a:pt x="2752471" y="124079"/>
                  </a:cubicBezTo>
                  <a:cubicBezTo>
                    <a:pt x="2755392" y="129159"/>
                    <a:pt x="2758440" y="130937"/>
                    <a:pt x="2761615" y="130937"/>
                  </a:cubicBezTo>
                  <a:cubicBezTo>
                    <a:pt x="2767965" y="130937"/>
                    <a:pt x="2774569" y="124206"/>
                    <a:pt x="2781300" y="124206"/>
                  </a:cubicBezTo>
                  <a:cubicBezTo>
                    <a:pt x="2782951" y="124206"/>
                    <a:pt x="2784729" y="124587"/>
                    <a:pt x="2786380" y="125730"/>
                  </a:cubicBezTo>
                  <a:cubicBezTo>
                    <a:pt x="2794000" y="130556"/>
                    <a:pt x="2804795" y="136525"/>
                    <a:pt x="2811526" y="136525"/>
                  </a:cubicBezTo>
                  <a:cubicBezTo>
                    <a:pt x="2813050" y="136525"/>
                    <a:pt x="2814320" y="136271"/>
                    <a:pt x="2815336" y="135636"/>
                  </a:cubicBezTo>
                  <a:cubicBezTo>
                    <a:pt x="2820797" y="132461"/>
                    <a:pt x="2825877" y="131445"/>
                    <a:pt x="2830703" y="131445"/>
                  </a:cubicBezTo>
                  <a:cubicBezTo>
                    <a:pt x="2838704" y="131445"/>
                    <a:pt x="2846197" y="134112"/>
                    <a:pt x="2853944" y="134112"/>
                  </a:cubicBezTo>
                  <a:cubicBezTo>
                    <a:pt x="2854579" y="134112"/>
                    <a:pt x="2855214" y="134112"/>
                    <a:pt x="2855849" y="134112"/>
                  </a:cubicBezTo>
                  <a:cubicBezTo>
                    <a:pt x="2856992" y="134112"/>
                    <a:pt x="2858135" y="133985"/>
                    <a:pt x="2859278" y="133985"/>
                  </a:cubicBezTo>
                  <a:cubicBezTo>
                    <a:pt x="2868803" y="133985"/>
                    <a:pt x="2878074" y="135763"/>
                    <a:pt x="2887726" y="135763"/>
                  </a:cubicBezTo>
                  <a:cubicBezTo>
                    <a:pt x="2895092" y="135763"/>
                    <a:pt x="2902585" y="134747"/>
                    <a:pt x="2910713" y="131064"/>
                  </a:cubicBezTo>
                  <a:cubicBezTo>
                    <a:pt x="2913381" y="129921"/>
                    <a:pt x="2916301" y="129413"/>
                    <a:pt x="2919603" y="129413"/>
                  </a:cubicBezTo>
                  <a:cubicBezTo>
                    <a:pt x="2932303" y="129413"/>
                    <a:pt x="2948813" y="137033"/>
                    <a:pt x="2965323" y="140462"/>
                  </a:cubicBezTo>
                  <a:lnTo>
                    <a:pt x="2981453" y="127508"/>
                  </a:lnTo>
                  <a:lnTo>
                    <a:pt x="2998217" y="141986"/>
                  </a:lnTo>
                  <a:cubicBezTo>
                    <a:pt x="3004440" y="137160"/>
                    <a:pt x="3010409" y="130937"/>
                    <a:pt x="3017775" y="130937"/>
                  </a:cubicBezTo>
                  <a:cubicBezTo>
                    <a:pt x="3021966" y="130937"/>
                    <a:pt x="3026664" y="132969"/>
                    <a:pt x="3032126" y="138430"/>
                  </a:cubicBezTo>
                  <a:cubicBezTo>
                    <a:pt x="3034031" y="140335"/>
                    <a:pt x="3037079" y="140970"/>
                    <a:pt x="3040761" y="140970"/>
                  </a:cubicBezTo>
                  <a:cubicBezTo>
                    <a:pt x="3049779" y="140970"/>
                    <a:pt x="3062732" y="137033"/>
                    <a:pt x="3072638" y="136525"/>
                  </a:cubicBezTo>
                  <a:cubicBezTo>
                    <a:pt x="3080131" y="135636"/>
                    <a:pt x="3087751" y="135255"/>
                    <a:pt x="3095244" y="135255"/>
                  </a:cubicBezTo>
                  <a:cubicBezTo>
                    <a:pt x="3101213" y="135255"/>
                    <a:pt x="3107055" y="135509"/>
                    <a:pt x="3113024" y="136017"/>
                  </a:cubicBezTo>
                  <a:cubicBezTo>
                    <a:pt x="3117088" y="136525"/>
                    <a:pt x="3121152" y="136652"/>
                    <a:pt x="3125216" y="136652"/>
                  </a:cubicBezTo>
                  <a:cubicBezTo>
                    <a:pt x="3133217" y="136652"/>
                    <a:pt x="3141091" y="135763"/>
                    <a:pt x="3148965" y="133985"/>
                  </a:cubicBezTo>
                  <a:lnTo>
                    <a:pt x="3161538" y="146177"/>
                  </a:lnTo>
                  <a:cubicBezTo>
                    <a:pt x="3171698" y="142240"/>
                    <a:pt x="3182112" y="139954"/>
                    <a:pt x="3192907" y="139319"/>
                  </a:cubicBezTo>
                  <a:cubicBezTo>
                    <a:pt x="3194431" y="139446"/>
                    <a:pt x="3195956" y="139573"/>
                    <a:pt x="3197479" y="139573"/>
                  </a:cubicBezTo>
                  <a:cubicBezTo>
                    <a:pt x="3205988" y="139573"/>
                    <a:pt x="3214625" y="137160"/>
                    <a:pt x="3223387" y="137160"/>
                  </a:cubicBezTo>
                  <a:cubicBezTo>
                    <a:pt x="3229610" y="137160"/>
                    <a:pt x="3235960" y="138430"/>
                    <a:pt x="3242310" y="142621"/>
                  </a:cubicBezTo>
                  <a:cubicBezTo>
                    <a:pt x="3242691" y="142875"/>
                    <a:pt x="3243072" y="142875"/>
                    <a:pt x="3243581" y="142875"/>
                  </a:cubicBezTo>
                  <a:cubicBezTo>
                    <a:pt x="3248153" y="142875"/>
                    <a:pt x="3259710" y="136398"/>
                    <a:pt x="3270250" y="136398"/>
                  </a:cubicBezTo>
                  <a:cubicBezTo>
                    <a:pt x="3271647" y="136398"/>
                    <a:pt x="3273172" y="136525"/>
                    <a:pt x="3274568" y="136779"/>
                  </a:cubicBezTo>
                  <a:cubicBezTo>
                    <a:pt x="3286760" y="137160"/>
                    <a:pt x="3298698" y="138684"/>
                    <a:pt x="3310509" y="141732"/>
                  </a:cubicBezTo>
                  <a:cubicBezTo>
                    <a:pt x="3312414" y="142621"/>
                    <a:pt x="3314192" y="143002"/>
                    <a:pt x="3315970" y="143002"/>
                  </a:cubicBezTo>
                  <a:cubicBezTo>
                    <a:pt x="3323209" y="143002"/>
                    <a:pt x="3329559" y="136906"/>
                    <a:pt x="3336798" y="136906"/>
                  </a:cubicBezTo>
                  <a:cubicBezTo>
                    <a:pt x="3339719" y="136906"/>
                    <a:pt x="3342767" y="137795"/>
                    <a:pt x="3346069" y="140462"/>
                  </a:cubicBezTo>
                  <a:cubicBezTo>
                    <a:pt x="3347339" y="141478"/>
                    <a:pt x="3348991" y="141732"/>
                    <a:pt x="3351023" y="141732"/>
                  </a:cubicBezTo>
                  <a:cubicBezTo>
                    <a:pt x="3357500" y="141732"/>
                    <a:pt x="3367025" y="137541"/>
                    <a:pt x="3374772" y="137541"/>
                  </a:cubicBezTo>
                  <a:cubicBezTo>
                    <a:pt x="3375406" y="137541"/>
                    <a:pt x="3376168" y="137541"/>
                    <a:pt x="3376804" y="137668"/>
                  </a:cubicBezTo>
                  <a:cubicBezTo>
                    <a:pt x="3395092" y="138303"/>
                    <a:pt x="3412999" y="141859"/>
                    <a:pt x="3431160" y="141859"/>
                  </a:cubicBezTo>
                  <a:cubicBezTo>
                    <a:pt x="3441319" y="141859"/>
                    <a:pt x="3451733" y="140716"/>
                    <a:pt x="3462275" y="137414"/>
                  </a:cubicBezTo>
                  <a:cubicBezTo>
                    <a:pt x="3466466" y="136271"/>
                    <a:pt x="3470530" y="135636"/>
                    <a:pt x="3474721" y="135636"/>
                  </a:cubicBezTo>
                  <a:cubicBezTo>
                    <a:pt x="3478658" y="135636"/>
                    <a:pt x="3482595" y="136144"/>
                    <a:pt x="3486532" y="137160"/>
                  </a:cubicBezTo>
                  <a:cubicBezTo>
                    <a:pt x="3494660" y="139319"/>
                    <a:pt x="3501645" y="143383"/>
                    <a:pt x="3507614" y="149225"/>
                  </a:cubicBezTo>
                  <a:cubicBezTo>
                    <a:pt x="3516123" y="143637"/>
                    <a:pt x="3524505" y="141605"/>
                    <a:pt x="3532887" y="141605"/>
                  </a:cubicBezTo>
                  <a:cubicBezTo>
                    <a:pt x="3545714" y="141605"/>
                    <a:pt x="3558668" y="146177"/>
                    <a:pt x="3572638" y="149098"/>
                  </a:cubicBezTo>
                  <a:cubicBezTo>
                    <a:pt x="3576575" y="149987"/>
                    <a:pt x="3580512" y="150241"/>
                    <a:pt x="3584322" y="150241"/>
                  </a:cubicBezTo>
                  <a:cubicBezTo>
                    <a:pt x="3600578" y="150241"/>
                    <a:pt x="3615564" y="144018"/>
                    <a:pt x="3631312" y="144018"/>
                  </a:cubicBezTo>
                  <a:cubicBezTo>
                    <a:pt x="3633217" y="144018"/>
                    <a:pt x="3635122" y="144145"/>
                    <a:pt x="3637154" y="144272"/>
                  </a:cubicBezTo>
                  <a:cubicBezTo>
                    <a:pt x="3664967" y="147955"/>
                    <a:pt x="3692780" y="149733"/>
                    <a:pt x="3720720" y="149733"/>
                  </a:cubicBezTo>
                  <a:cubicBezTo>
                    <a:pt x="3724022" y="149733"/>
                    <a:pt x="3727324" y="149733"/>
                    <a:pt x="3730499" y="149606"/>
                  </a:cubicBezTo>
                  <a:cubicBezTo>
                    <a:pt x="3738881" y="148971"/>
                    <a:pt x="3747263" y="145161"/>
                    <a:pt x="3756280" y="145161"/>
                  </a:cubicBezTo>
                  <a:cubicBezTo>
                    <a:pt x="3759328" y="145161"/>
                    <a:pt x="3762503" y="145542"/>
                    <a:pt x="3765678" y="146812"/>
                  </a:cubicBezTo>
                  <a:cubicBezTo>
                    <a:pt x="3773298" y="149098"/>
                    <a:pt x="3780918" y="150241"/>
                    <a:pt x="3788664" y="150241"/>
                  </a:cubicBezTo>
                  <a:cubicBezTo>
                    <a:pt x="3792855" y="150241"/>
                    <a:pt x="3797047" y="149860"/>
                    <a:pt x="3801237" y="149225"/>
                  </a:cubicBezTo>
                  <a:cubicBezTo>
                    <a:pt x="3817620" y="145669"/>
                    <a:pt x="3833622" y="141224"/>
                    <a:pt x="3849497" y="135636"/>
                  </a:cubicBezTo>
                  <a:cubicBezTo>
                    <a:pt x="3823970" y="132842"/>
                    <a:pt x="3810508" y="130556"/>
                    <a:pt x="3799205" y="128651"/>
                  </a:cubicBezTo>
                  <a:cubicBezTo>
                    <a:pt x="3787903" y="126746"/>
                    <a:pt x="3773170" y="125476"/>
                    <a:pt x="3767074" y="117983"/>
                  </a:cubicBezTo>
                  <a:cubicBezTo>
                    <a:pt x="3764661" y="115189"/>
                    <a:pt x="3762121" y="114173"/>
                    <a:pt x="3759708" y="114173"/>
                  </a:cubicBezTo>
                  <a:cubicBezTo>
                    <a:pt x="3753231" y="114173"/>
                    <a:pt x="3746755" y="121031"/>
                    <a:pt x="3741293" y="121031"/>
                  </a:cubicBezTo>
                  <a:cubicBezTo>
                    <a:pt x="3738626" y="121031"/>
                    <a:pt x="3736086" y="119380"/>
                    <a:pt x="3734054" y="114427"/>
                  </a:cubicBezTo>
                  <a:cubicBezTo>
                    <a:pt x="3729101" y="115697"/>
                    <a:pt x="3724148" y="116205"/>
                    <a:pt x="3719449" y="116205"/>
                  </a:cubicBezTo>
                  <a:cubicBezTo>
                    <a:pt x="3695319" y="116205"/>
                    <a:pt x="3673094" y="102743"/>
                    <a:pt x="3648710" y="101981"/>
                  </a:cubicBezTo>
                  <a:cubicBezTo>
                    <a:pt x="3612388" y="100076"/>
                    <a:pt x="3575939" y="94107"/>
                    <a:pt x="3539617" y="90170"/>
                  </a:cubicBezTo>
                  <a:lnTo>
                    <a:pt x="3389376" y="74168"/>
                  </a:lnTo>
                  <a:cubicBezTo>
                    <a:pt x="3371977" y="72263"/>
                    <a:pt x="3348990" y="76454"/>
                    <a:pt x="3338703" y="67056"/>
                  </a:cubicBezTo>
                  <a:cubicBezTo>
                    <a:pt x="3334131" y="62865"/>
                    <a:pt x="3329813" y="61468"/>
                    <a:pt x="3325622" y="61468"/>
                  </a:cubicBezTo>
                  <a:cubicBezTo>
                    <a:pt x="3317494" y="61468"/>
                    <a:pt x="3310001" y="66929"/>
                    <a:pt x="3302381" y="66929"/>
                  </a:cubicBezTo>
                  <a:cubicBezTo>
                    <a:pt x="3299587" y="66929"/>
                    <a:pt x="3296666" y="66167"/>
                    <a:pt x="3293745" y="64008"/>
                  </a:cubicBezTo>
                  <a:cubicBezTo>
                    <a:pt x="3285491" y="57912"/>
                    <a:pt x="3276092" y="56388"/>
                    <a:pt x="3266313" y="56388"/>
                  </a:cubicBezTo>
                  <a:cubicBezTo>
                    <a:pt x="3257169" y="56388"/>
                    <a:pt x="3247644" y="57658"/>
                    <a:pt x="3238373" y="57658"/>
                  </a:cubicBezTo>
                  <a:cubicBezTo>
                    <a:pt x="3225928" y="57658"/>
                    <a:pt x="3213863" y="55245"/>
                    <a:pt x="3203956" y="43942"/>
                  </a:cubicBezTo>
                  <a:cubicBezTo>
                    <a:pt x="3201670" y="46609"/>
                    <a:pt x="3199130" y="48768"/>
                    <a:pt x="3196082" y="50419"/>
                  </a:cubicBezTo>
                  <a:cubicBezTo>
                    <a:pt x="3193035" y="52070"/>
                    <a:pt x="3189859" y="53086"/>
                    <a:pt x="3186431" y="53594"/>
                  </a:cubicBezTo>
                  <a:cubicBezTo>
                    <a:pt x="3185160" y="53721"/>
                    <a:pt x="3184017" y="53848"/>
                    <a:pt x="3182748" y="53848"/>
                  </a:cubicBezTo>
                  <a:cubicBezTo>
                    <a:pt x="3180589" y="53848"/>
                    <a:pt x="3178430" y="53594"/>
                    <a:pt x="3176144" y="53086"/>
                  </a:cubicBezTo>
                  <a:cubicBezTo>
                    <a:pt x="3172842" y="52324"/>
                    <a:pt x="3169667" y="50927"/>
                    <a:pt x="3166873" y="48895"/>
                  </a:cubicBezTo>
                  <a:cubicBezTo>
                    <a:pt x="3161539" y="43688"/>
                    <a:pt x="3156586" y="42037"/>
                    <a:pt x="3151887" y="42037"/>
                  </a:cubicBezTo>
                  <a:cubicBezTo>
                    <a:pt x="3144267" y="42037"/>
                    <a:pt x="3137155" y="46228"/>
                    <a:pt x="3130043" y="46228"/>
                  </a:cubicBezTo>
                  <a:cubicBezTo>
                    <a:pt x="3129027" y="46228"/>
                    <a:pt x="3127884" y="46101"/>
                    <a:pt x="3126868" y="45974"/>
                  </a:cubicBezTo>
                  <a:cubicBezTo>
                    <a:pt x="3113025" y="43815"/>
                    <a:pt x="3099182" y="42291"/>
                    <a:pt x="3085212" y="41529"/>
                  </a:cubicBezTo>
                  <a:lnTo>
                    <a:pt x="2995931" y="31877"/>
                  </a:lnTo>
                  <a:cubicBezTo>
                    <a:pt x="2983993" y="29718"/>
                    <a:pt x="2971801" y="28321"/>
                    <a:pt x="2959609" y="27940"/>
                  </a:cubicBezTo>
                  <a:cubicBezTo>
                    <a:pt x="2953640" y="28194"/>
                    <a:pt x="2947925" y="29591"/>
                    <a:pt x="2942591" y="32131"/>
                  </a:cubicBezTo>
                  <a:cubicBezTo>
                    <a:pt x="2919604" y="27178"/>
                    <a:pt x="2900300" y="19939"/>
                    <a:pt x="2887727" y="19939"/>
                  </a:cubicBezTo>
                  <a:cubicBezTo>
                    <a:pt x="2885060" y="19939"/>
                    <a:pt x="2882774" y="20320"/>
                    <a:pt x="2880742" y="20955"/>
                  </a:cubicBezTo>
                  <a:cubicBezTo>
                    <a:pt x="2879218" y="21463"/>
                    <a:pt x="2877567" y="21717"/>
                    <a:pt x="2876043" y="21717"/>
                  </a:cubicBezTo>
                  <a:cubicBezTo>
                    <a:pt x="2869693" y="21717"/>
                    <a:pt x="2863724" y="17907"/>
                    <a:pt x="2858136" y="17907"/>
                  </a:cubicBezTo>
                  <a:cubicBezTo>
                    <a:pt x="2854961" y="17907"/>
                    <a:pt x="2852040" y="19177"/>
                    <a:pt x="2849246" y="22987"/>
                  </a:cubicBezTo>
                  <a:cubicBezTo>
                    <a:pt x="2845309" y="18415"/>
                    <a:pt x="2841245" y="16891"/>
                    <a:pt x="2837181" y="16891"/>
                  </a:cubicBezTo>
                  <a:cubicBezTo>
                    <a:pt x="2829434" y="16891"/>
                    <a:pt x="2821560" y="22352"/>
                    <a:pt x="2813686" y="22352"/>
                  </a:cubicBezTo>
                  <a:cubicBezTo>
                    <a:pt x="2813051" y="22352"/>
                    <a:pt x="2812543" y="22352"/>
                    <a:pt x="2811908" y="22225"/>
                  </a:cubicBezTo>
                  <a:cubicBezTo>
                    <a:pt x="2791080" y="20828"/>
                    <a:pt x="2770379" y="18288"/>
                    <a:pt x="2749805" y="14351"/>
                  </a:cubicBezTo>
                  <a:cubicBezTo>
                    <a:pt x="2747265" y="13589"/>
                    <a:pt x="2744852" y="13335"/>
                    <a:pt x="2742439" y="13335"/>
                  </a:cubicBezTo>
                  <a:cubicBezTo>
                    <a:pt x="2733803" y="13335"/>
                    <a:pt x="2725294" y="17018"/>
                    <a:pt x="2716658" y="17018"/>
                  </a:cubicBezTo>
                  <a:cubicBezTo>
                    <a:pt x="2711324" y="17018"/>
                    <a:pt x="2705863" y="15621"/>
                    <a:pt x="2700148" y="11176"/>
                  </a:cubicBezTo>
                  <a:cubicBezTo>
                    <a:pt x="2695449" y="7493"/>
                    <a:pt x="2690496" y="6223"/>
                    <a:pt x="2685416" y="6223"/>
                  </a:cubicBezTo>
                  <a:cubicBezTo>
                    <a:pt x="2672461" y="6223"/>
                    <a:pt x="2658745" y="14732"/>
                    <a:pt x="2645157" y="14732"/>
                  </a:cubicBezTo>
                  <a:cubicBezTo>
                    <a:pt x="2644141" y="14732"/>
                    <a:pt x="2642998" y="14732"/>
                    <a:pt x="2641982" y="14605"/>
                  </a:cubicBezTo>
                  <a:cubicBezTo>
                    <a:pt x="2617471" y="12192"/>
                    <a:pt x="2593086" y="6985"/>
                    <a:pt x="2568449" y="6985"/>
                  </a:cubicBezTo>
                  <a:cubicBezTo>
                    <a:pt x="2556003" y="6985"/>
                    <a:pt x="2543430" y="8382"/>
                    <a:pt x="2530730" y="12065"/>
                  </a:cubicBezTo>
                  <a:cubicBezTo>
                    <a:pt x="2526539" y="13081"/>
                    <a:pt x="2522348" y="13462"/>
                    <a:pt x="2518157" y="13462"/>
                  </a:cubicBezTo>
                  <a:cubicBezTo>
                    <a:pt x="2510283" y="13462"/>
                    <a:pt x="2502536" y="11684"/>
                    <a:pt x="2495042" y="8128"/>
                  </a:cubicBezTo>
                  <a:cubicBezTo>
                    <a:pt x="2493391" y="7239"/>
                    <a:pt x="2491613" y="6985"/>
                    <a:pt x="2490089" y="6985"/>
                  </a:cubicBezTo>
                  <a:cubicBezTo>
                    <a:pt x="2483232" y="6985"/>
                    <a:pt x="2477008" y="13208"/>
                    <a:pt x="2470278" y="13208"/>
                  </a:cubicBezTo>
                  <a:cubicBezTo>
                    <a:pt x="2467103" y="13208"/>
                    <a:pt x="2463673" y="11811"/>
                    <a:pt x="2459991" y="7620"/>
                  </a:cubicBezTo>
                  <a:cubicBezTo>
                    <a:pt x="2457705" y="5588"/>
                    <a:pt x="2455164" y="4064"/>
                    <a:pt x="2452244" y="3048"/>
                  </a:cubicBezTo>
                  <a:cubicBezTo>
                    <a:pt x="2450085" y="2413"/>
                    <a:pt x="2447926" y="2032"/>
                    <a:pt x="2445767" y="2032"/>
                  </a:cubicBezTo>
                  <a:cubicBezTo>
                    <a:pt x="2445005" y="2032"/>
                    <a:pt x="2444116" y="2032"/>
                    <a:pt x="2443354" y="2159"/>
                  </a:cubicBezTo>
                  <a:cubicBezTo>
                    <a:pt x="2440306" y="2540"/>
                    <a:pt x="2437511" y="3429"/>
                    <a:pt x="2434845" y="5080"/>
                  </a:cubicBezTo>
                  <a:cubicBezTo>
                    <a:pt x="2432178" y="6731"/>
                    <a:pt x="2430019" y="8763"/>
                    <a:pt x="2428241" y="11303"/>
                  </a:cubicBezTo>
                  <a:cubicBezTo>
                    <a:pt x="2424939" y="5969"/>
                    <a:pt x="2421383" y="4318"/>
                    <a:pt x="2417826" y="4318"/>
                  </a:cubicBezTo>
                  <a:cubicBezTo>
                    <a:pt x="2411476" y="4318"/>
                    <a:pt x="2404872" y="9271"/>
                    <a:pt x="2398395" y="9271"/>
                  </a:cubicBezTo>
                  <a:cubicBezTo>
                    <a:pt x="2397506" y="9271"/>
                    <a:pt x="2396617" y="9144"/>
                    <a:pt x="2395601" y="8890"/>
                  </a:cubicBezTo>
                  <a:cubicBezTo>
                    <a:pt x="2370963" y="4318"/>
                    <a:pt x="2346198" y="2032"/>
                    <a:pt x="2321433" y="2032"/>
                  </a:cubicBezTo>
                  <a:cubicBezTo>
                    <a:pt x="2301748" y="2032"/>
                    <a:pt x="2281936" y="3429"/>
                    <a:pt x="2262125" y="6350"/>
                  </a:cubicBezTo>
                  <a:cubicBezTo>
                    <a:pt x="2248663" y="7239"/>
                    <a:pt x="2235201" y="7620"/>
                    <a:pt x="2221739" y="7620"/>
                  </a:cubicBezTo>
                  <a:cubicBezTo>
                    <a:pt x="2201673" y="7620"/>
                    <a:pt x="2181607" y="6604"/>
                    <a:pt x="2161541" y="4699"/>
                  </a:cubicBezTo>
                  <a:cubicBezTo>
                    <a:pt x="2161286" y="4699"/>
                    <a:pt x="2161033" y="4699"/>
                    <a:pt x="2160779" y="4699"/>
                  </a:cubicBezTo>
                  <a:cubicBezTo>
                    <a:pt x="2155191" y="4699"/>
                    <a:pt x="2149222" y="8890"/>
                    <a:pt x="2145793" y="10033"/>
                  </a:cubicBezTo>
                  <a:cubicBezTo>
                    <a:pt x="2137157" y="6858"/>
                    <a:pt x="2126997" y="0"/>
                    <a:pt x="212140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261529" y="3490008"/>
            <a:ext cx="1367914" cy="1413348"/>
            <a:chOff x="0" y="0"/>
            <a:chExt cx="1823885" cy="18844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3847" cy="1884426"/>
            </a:xfrm>
            <a:custGeom>
              <a:avLst/>
              <a:gdLst/>
              <a:ahLst/>
              <a:cxnLst/>
              <a:rect l="l" t="t" r="r" b="b"/>
              <a:pathLst>
                <a:path w="1823847" h="1884426">
                  <a:moveTo>
                    <a:pt x="310769" y="0"/>
                  </a:moveTo>
                  <a:cubicBezTo>
                    <a:pt x="139319" y="0"/>
                    <a:pt x="0" y="138938"/>
                    <a:pt x="0" y="310769"/>
                  </a:cubicBezTo>
                  <a:lnTo>
                    <a:pt x="0" y="1574292"/>
                  </a:lnTo>
                  <a:cubicBezTo>
                    <a:pt x="0" y="1738757"/>
                    <a:pt x="127762" y="1873631"/>
                    <a:pt x="289814" y="1884426"/>
                  </a:cubicBezTo>
                  <a:lnTo>
                    <a:pt x="1533906" y="1884426"/>
                  </a:lnTo>
                  <a:cubicBezTo>
                    <a:pt x="1695704" y="1873631"/>
                    <a:pt x="1823847" y="1739138"/>
                    <a:pt x="1823847" y="1574292"/>
                  </a:cubicBezTo>
                  <a:lnTo>
                    <a:pt x="1823847" y="310769"/>
                  </a:lnTo>
                  <a:cubicBezTo>
                    <a:pt x="1823847" y="139319"/>
                    <a:pt x="1684909" y="0"/>
                    <a:pt x="1513078" y="0"/>
                  </a:cubicBezTo>
                  <a:close/>
                </a:path>
              </a:pathLst>
            </a:custGeom>
            <a:blipFill>
              <a:blip r:embed="rId2"/>
              <a:stretch>
                <a:fillRect l="-1679" r="-1644" b="-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45003" y="3473482"/>
            <a:ext cx="1400975" cy="1446933"/>
          </a:xfrm>
          <a:custGeom>
            <a:avLst/>
            <a:gdLst/>
            <a:ahLst/>
            <a:cxnLst/>
            <a:rect l="l" t="t" r="r" b="b"/>
            <a:pathLst>
              <a:path w="1400975" h="1446933">
                <a:moveTo>
                  <a:pt x="0" y="0"/>
                </a:moveTo>
                <a:lnTo>
                  <a:pt x="1400975" y="0"/>
                </a:lnTo>
                <a:lnTo>
                  <a:pt x="1400975" y="1446933"/>
                </a:lnTo>
                <a:lnTo>
                  <a:pt x="0" y="1446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413567" y="6619904"/>
            <a:ext cx="1367914" cy="1413348"/>
            <a:chOff x="0" y="0"/>
            <a:chExt cx="1823885" cy="18844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23974" cy="1884426"/>
            </a:xfrm>
            <a:custGeom>
              <a:avLst/>
              <a:gdLst/>
              <a:ahLst/>
              <a:cxnLst/>
              <a:rect l="l" t="t" r="r" b="b"/>
              <a:pathLst>
                <a:path w="1823974" h="1884426">
                  <a:moveTo>
                    <a:pt x="310261" y="0"/>
                  </a:moveTo>
                  <a:cubicBezTo>
                    <a:pt x="139065" y="254"/>
                    <a:pt x="0" y="139192"/>
                    <a:pt x="0" y="310769"/>
                  </a:cubicBezTo>
                  <a:lnTo>
                    <a:pt x="0" y="1574292"/>
                  </a:lnTo>
                  <a:cubicBezTo>
                    <a:pt x="0" y="1738757"/>
                    <a:pt x="127762" y="1873631"/>
                    <a:pt x="289941" y="1884426"/>
                  </a:cubicBezTo>
                  <a:lnTo>
                    <a:pt x="1534033" y="1884426"/>
                  </a:lnTo>
                  <a:cubicBezTo>
                    <a:pt x="1695831" y="1873631"/>
                    <a:pt x="1823974" y="1739138"/>
                    <a:pt x="1823974" y="1574292"/>
                  </a:cubicBezTo>
                  <a:lnTo>
                    <a:pt x="1823974" y="310769"/>
                  </a:lnTo>
                  <a:cubicBezTo>
                    <a:pt x="1823847" y="139573"/>
                    <a:pt x="1685163" y="254"/>
                    <a:pt x="1513586" y="0"/>
                  </a:cubicBezTo>
                  <a:close/>
                </a:path>
              </a:pathLst>
            </a:custGeom>
            <a:blipFill>
              <a:blip r:embed="rId5"/>
              <a:stretch>
                <a:fillRect l="-7069" r="-7090" b="-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97032" y="6603378"/>
            <a:ext cx="1400985" cy="1446933"/>
          </a:xfrm>
          <a:custGeom>
            <a:avLst/>
            <a:gdLst/>
            <a:ahLst/>
            <a:cxnLst/>
            <a:rect l="l" t="t" r="r" b="b"/>
            <a:pathLst>
              <a:path w="1400985" h="1446933">
                <a:moveTo>
                  <a:pt x="0" y="0"/>
                </a:moveTo>
                <a:lnTo>
                  <a:pt x="1400984" y="0"/>
                </a:lnTo>
                <a:lnTo>
                  <a:pt x="1400984" y="1446933"/>
                </a:lnTo>
                <a:lnTo>
                  <a:pt x="0" y="1446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9820075" y="3490008"/>
            <a:ext cx="1367914" cy="1413348"/>
            <a:chOff x="0" y="0"/>
            <a:chExt cx="1823885" cy="18844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23847" cy="1884426"/>
            </a:xfrm>
            <a:custGeom>
              <a:avLst/>
              <a:gdLst/>
              <a:ahLst/>
              <a:cxnLst/>
              <a:rect l="l" t="t" r="r" b="b"/>
              <a:pathLst>
                <a:path w="1823847" h="1884426">
                  <a:moveTo>
                    <a:pt x="310515" y="0"/>
                  </a:moveTo>
                  <a:cubicBezTo>
                    <a:pt x="139192" y="127"/>
                    <a:pt x="0" y="139065"/>
                    <a:pt x="0" y="310769"/>
                  </a:cubicBezTo>
                  <a:lnTo>
                    <a:pt x="0" y="1574292"/>
                  </a:lnTo>
                  <a:cubicBezTo>
                    <a:pt x="0" y="1738757"/>
                    <a:pt x="127762" y="1873631"/>
                    <a:pt x="289814" y="1884426"/>
                  </a:cubicBezTo>
                  <a:lnTo>
                    <a:pt x="1533906" y="1884426"/>
                  </a:lnTo>
                  <a:cubicBezTo>
                    <a:pt x="1695704" y="1873631"/>
                    <a:pt x="1823847" y="1739138"/>
                    <a:pt x="1823847" y="1574292"/>
                  </a:cubicBezTo>
                  <a:lnTo>
                    <a:pt x="1823847" y="310769"/>
                  </a:lnTo>
                  <a:cubicBezTo>
                    <a:pt x="1823847" y="139446"/>
                    <a:pt x="1685036" y="127"/>
                    <a:pt x="1513332" y="0"/>
                  </a:cubicBezTo>
                  <a:close/>
                </a:path>
              </a:pathLst>
            </a:custGeom>
            <a:blipFill>
              <a:blip r:embed="rId7"/>
              <a:stretch>
                <a:fillRect l="-38003" r="-3800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9820075" y="6653679"/>
            <a:ext cx="1367914" cy="1413348"/>
            <a:chOff x="0" y="0"/>
            <a:chExt cx="1823885" cy="18844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23974" cy="1884426"/>
            </a:xfrm>
            <a:custGeom>
              <a:avLst/>
              <a:gdLst/>
              <a:ahLst/>
              <a:cxnLst/>
              <a:rect l="l" t="t" r="r" b="b"/>
              <a:pathLst>
                <a:path w="1823974" h="1884426">
                  <a:moveTo>
                    <a:pt x="310261" y="0"/>
                  </a:moveTo>
                  <a:cubicBezTo>
                    <a:pt x="139065" y="254"/>
                    <a:pt x="0" y="139192"/>
                    <a:pt x="0" y="310769"/>
                  </a:cubicBezTo>
                  <a:lnTo>
                    <a:pt x="0" y="1574292"/>
                  </a:lnTo>
                  <a:cubicBezTo>
                    <a:pt x="0" y="1738757"/>
                    <a:pt x="127762" y="1873631"/>
                    <a:pt x="289941" y="1884426"/>
                  </a:cubicBezTo>
                  <a:lnTo>
                    <a:pt x="1534033" y="1884426"/>
                  </a:lnTo>
                  <a:cubicBezTo>
                    <a:pt x="1695831" y="1873631"/>
                    <a:pt x="1823974" y="1739138"/>
                    <a:pt x="1823974" y="1574292"/>
                  </a:cubicBezTo>
                  <a:lnTo>
                    <a:pt x="1823974" y="310769"/>
                  </a:lnTo>
                  <a:cubicBezTo>
                    <a:pt x="1823847" y="139573"/>
                    <a:pt x="1685163" y="254"/>
                    <a:pt x="1513586" y="0"/>
                  </a:cubicBezTo>
                  <a:close/>
                </a:path>
              </a:pathLst>
            </a:custGeom>
            <a:blipFill>
              <a:blip r:embed="rId8"/>
              <a:stretch>
                <a:fillRect l="-48243" r="-4824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3015215" y="4330636"/>
            <a:ext cx="3861892" cy="950252"/>
            <a:chOff x="0" y="0"/>
            <a:chExt cx="3861892" cy="95025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61943" cy="950214"/>
            </a:xfrm>
            <a:custGeom>
              <a:avLst/>
              <a:gdLst/>
              <a:ahLst/>
              <a:cxnLst/>
              <a:rect l="l" t="t" r="r" b="b"/>
              <a:pathLst>
                <a:path w="3861943" h="950214">
                  <a:moveTo>
                    <a:pt x="0" y="950214"/>
                  </a:moveTo>
                  <a:lnTo>
                    <a:pt x="3861943" y="950214"/>
                  </a:lnTo>
                  <a:lnTo>
                    <a:pt x="38619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3133525" y="7347061"/>
            <a:ext cx="3861892" cy="950252"/>
            <a:chOff x="0" y="0"/>
            <a:chExt cx="3861892" cy="9502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861943" cy="950214"/>
            </a:xfrm>
            <a:custGeom>
              <a:avLst/>
              <a:gdLst/>
              <a:ahLst/>
              <a:cxnLst/>
              <a:rect l="l" t="t" r="r" b="b"/>
              <a:pathLst>
                <a:path w="3861943" h="950214">
                  <a:moveTo>
                    <a:pt x="0" y="950214"/>
                  </a:moveTo>
                  <a:lnTo>
                    <a:pt x="3861943" y="950214"/>
                  </a:lnTo>
                  <a:lnTo>
                    <a:pt x="38619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6430794" y="1189625"/>
            <a:ext cx="5426412" cy="1722892"/>
            <a:chOff x="0" y="0"/>
            <a:chExt cx="5426418" cy="172288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26456" cy="1722882"/>
            </a:xfrm>
            <a:custGeom>
              <a:avLst/>
              <a:gdLst/>
              <a:ahLst/>
              <a:cxnLst/>
              <a:rect l="l" t="t" r="r" b="b"/>
              <a:pathLst>
                <a:path w="5426456" h="1722882">
                  <a:moveTo>
                    <a:pt x="0" y="1722882"/>
                  </a:moveTo>
                  <a:lnTo>
                    <a:pt x="5426456" y="1722882"/>
                  </a:lnTo>
                  <a:lnTo>
                    <a:pt x="54264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11450564" y="4304671"/>
            <a:ext cx="3861892" cy="950252"/>
            <a:chOff x="0" y="0"/>
            <a:chExt cx="3861892" cy="95025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861943" cy="950214"/>
            </a:xfrm>
            <a:custGeom>
              <a:avLst/>
              <a:gdLst/>
              <a:ahLst/>
              <a:cxnLst/>
              <a:rect l="l" t="t" r="r" b="b"/>
              <a:pathLst>
                <a:path w="3861943" h="950214">
                  <a:moveTo>
                    <a:pt x="0" y="950214"/>
                  </a:moveTo>
                  <a:lnTo>
                    <a:pt x="3861943" y="950214"/>
                  </a:lnTo>
                  <a:lnTo>
                    <a:pt x="38619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>
            <a:grpSpLocks noChangeAspect="1"/>
          </p:cNvGrpSpPr>
          <p:nvPr/>
        </p:nvGrpSpPr>
        <p:grpSpPr>
          <a:xfrm>
            <a:off x="11571313" y="7335298"/>
            <a:ext cx="3861883" cy="950252"/>
            <a:chOff x="0" y="0"/>
            <a:chExt cx="3861892" cy="95025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861943" cy="950214"/>
            </a:xfrm>
            <a:custGeom>
              <a:avLst/>
              <a:gdLst/>
              <a:ahLst/>
              <a:cxnLst/>
              <a:rect l="l" t="t" r="r" b="b"/>
              <a:pathLst>
                <a:path w="3861943" h="950214">
                  <a:moveTo>
                    <a:pt x="0" y="950214"/>
                  </a:moveTo>
                  <a:lnTo>
                    <a:pt x="3861943" y="950214"/>
                  </a:lnTo>
                  <a:lnTo>
                    <a:pt x="38619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397032" y="3775453"/>
            <a:ext cx="7810576" cy="1775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05"/>
              </a:lnSpc>
            </a:pPr>
            <a:r>
              <a:rPr lang="en-US" sz="5647">
                <a:solidFill>
                  <a:srgbClr val="FFFFF4"/>
                </a:solidFill>
                <a:latin typeface="Baloo Thambi"/>
                <a:ea typeface="Baloo Thambi"/>
                <a:cs typeface="Baloo Thambi"/>
                <a:sym typeface="Baloo Thambi"/>
              </a:rPr>
              <a:t>HTML</a:t>
            </a:r>
          </a:p>
          <a:p>
            <a:pPr algn="ctr">
              <a:lnSpc>
                <a:spcPts val="6362"/>
              </a:lnSpc>
            </a:pPr>
            <a:r>
              <a:rPr lang="en-US" sz="4544">
                <a:solidFill>
                  <a:srgbClr val="FFFFF4"/>
                </a:solidFill>
                <a:latin typeface="Itim"/>
                <a:ea typeface="Itim"/>
                <a:cs typeface="Itim"/>
                <a:sym typeface="Itim"/>
              </a:rPr>
              <a:t>Used to Structure the website.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785674" y="6790992"/>
            <a:ext cx="2253672" cy="84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4"/>
                </a:solidFill>
                <a:latin typeface="Baloo Thambi"/>
                <a:ea typeface="Baloo Thambi"/>
                <a:cs typeface="Baloo Thambi"/>
                <a:sym typeface="Baloo Thambi"/>
              </a:rPr>
              <a:t>SQL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094365" y="3749675"/>
            <a:ext cx="3544338" cy="99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>
                <a:solidFill>
                  <a:srgbClr val="FFFFF4"/>
                </a:solidFill>
                <a:latin typeface="Baloo Thambi"/>
                <a:ea typeface="Baloo Thambi"/>
                <a:cs typeface="Baloo Thambi"/>
                <a:sym typeface="Baloo Thambi"/>
              </a:rPr>
              <a:t>C#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59335" y="6771942"/>
            <a:ext cx="1191882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4"/>
                </a:solidFill>
                <a:latin typeface="Baloo Thambi"/>
                <a:ea typeface="Baloo Thambi"/>
                <a:cs typeface="Baloo Thambi"/>
                <a:sym typeface="Baloo Thambi"/>
              </a:rPr>
              <a:t>CSS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74308" y="8085334"/>
            <a:ext cx="8103050" cy="139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3968" spc="67">
                <a:solidFill>
                  <a:srgbClr val="FFFFF4"/>
                </a:solidFill>
                <a:latin typeface="Itim"/>
                <a:ea typeface="Itim"/>
                <a:cs typeface="Itim"/>
                <a:sym typeface="Itim"/>
              </a:rPr>
              <a:t>Database management and quering with entity.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837493" y="1568015"/>
            <a:ext cx="4705226" cy="852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1"/>
              </a:lnSpc>
            </a:pPr>
            <a:r>
              <a:rPr lang="en-US" sz="4643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Technology Used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97032" y="8089830"/>
            <a:ext cx="6380623" cy="755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16"/>
              </a:lnSpc>
            </a:pPr>
            <a:r>
              <a:rPr lang="en-US" sz="4368">
                <a:solidFill>
                  <a:srgbClr val="FFFFF4"/>
                </a:solidFill>
                <a:latin typeface="Itim"/>
                <a:ea typeface="Itim"/>
                <a:cs typeface="Itim"/>
                <a:sym typeface="Itim"/>
              </a:rPr>
              <a:t>Used to Style The Website.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820075" y="5076825"/>
            <a:ext cx="7603475" cy="619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7"/>
              </a:lnSpc>
            </a:pPr>
            <a:r>
              <a:rPr lang="en-US" sz="3668" spc="11">
                <a:solidFill>
                  <a:srgbClr val="FFFFF4"/>
                </a:solidFill>
                <a:latin typeface="Baloo Thambi"/>
                <a:ea typeface="Baloo Thambi"/>
                <a:cs typeface="Baloo Thambi"/>
                <a:sym typeface="Baloo Thambi"/>
              </a:rPr>
              <a:t>Used To Structure The Back-end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3023759" y="4639551"/>
            <a:ext cx="3849767" cy="221771"/>
            <a:chOff x="0" y="0"/>
            <a:chExt cx="3849764" cy="221767"/>
          </a:xfrm>
        </p:grpSpPr>
        <p:sp>
          <p:nvSpPr>
            <p:cNvPr id="3" name="Freeform 3"/>
            <p:cNvSpPr/>
            <p:nvPr/>
          </p:nvSpPr>
          <p:spPr>
            <a:xfrm>
              <a:off x="0" y="-254"/>
              <a:ext cx="3849497" cy="222123"/>
            </a:xfrm>
            <a:custGeom>
              <a:avLst/>
              <a:gdLst/>
              <a:ahLst/>
              <a:cxnLst/>
              <a:rect l="l" t="t" r="r" b="b"/>
              <a:pathLst>
                <a:path w="3849497" h="222123">
                  <a:moveTo>
                    <a:pt x="2627630" y="127254"/>
                  </a:moveTo>
                  <a:cubicBezTo>
                    <a:pt x="2627630" y="127254"/>
                    <a:pt x="2627630" y="127254"/>
                    <a:pt x="2627630" y="127254"/>
                  </a:cubicBezTo>
                  <a:cubicBezTo>
                    <a:pt x="2627630" y="127254"/>
                    <a:pt x="2627630" y="127254"/>
                    <a:pt x="2627630" y="127254"/>
                  </a:cubicBezTo>
                  <a:cubicBezTo>
                    <a:pt x="2627630" y="127254"/>
                    <a:pt x="2627630" y="127254"/>
                    <a:pt x="2627630" y="127254"/>
                  </a:cubicBezTo>
                  <a:close/>
                  <a:moveTo>
                    <a:pt x="2121535" y="254"/>
                  </a:moveTo>
                  <a:cubicBezTo>
                    <a:pt x="2120519" y="254"/>
                    <a:pt x="2119757" y="508"/>
                    <a:pt x="2119122" y="889"/>
                  </a:cubicBezTo>
                  <a:cubicBezTo>
                    <a:pt x="2114931" y="3810"/>
                    <a:pt x="2110740" y="4699"/>
                    <a:pt x="2106422" y="4699"/>
                  </a:cubicBezTo>
                  <a:cubicBezTo>
                    <a:pt x="2100326" y="4699"/>
                    <a:pt x="2094230" y="2921"/>
                    <a:pt x="2087753" y="2921"/>
                  </a:cubicBezTo>
                  <a:cubicBezTo>
                    <a:pt x="2084705" y="2921"/>
                    <a:pt x="2081530" y="3302"/>
                    <a:pt x="2078355" y="4572"/>
                  </a:cubicBezTo>
                  <a:cubicBezTo>
                    <a:pt x="2075561" y="5588"/>
                    <a:pt x="2072386" y="5969"/>
                    <a:pt x="2069211" y="5969"/>
                  </a:cubicBezTo>
                  <a:cubicBezTo>
                    <a:pt x="2059305" y="5969"/>
                    <a:pt x="2047875" y="2286"/>
                    <a:pt x="2038096" y="2286"/>
                  </a:cubicBezTo>
                  <a:cubicBezTo>
                    <a:pt x="2034540" y="2286"/>
                    <a:pt x="2031111" y="2794"/>
                    <a:pt x="2028190" y="4191"/>
                  </a:cubicBezTo>
                  <a:cubicBezTo>
                    <a:pt x="2018919" y="7239"/>
                    <a:pt x="2009775" y="8763"/>
                    <a:pt x="2000504" y="8763"/>
                  </a:cubicBezTo>
                  <a:cubicBezTo>
                    <a:pt x="1991233" y="8763"/>
                    <a:pt x="1982216" y="7239"/>
                    <a:pt x="1973072" y="4318"/>
                  </a:cubicBezTo>
                  <a:cubicBezTo>
                    <a:pt x="1956562" y="4826"/>
                    <a:pt x="1940306" y="6858"/>
                    <a:pt x="1924177" y="10541"/>
                  </a:cubicBezTo>
                  <a:cubicBezTo>
                    <a:pt x="1923669" y="10541"/>
                    <a:pt x="1923161" y="10541"/>
                    <a:pt x="1922653" y="10541"/>
                  </a:cubicBezTo>
                  <a:cubicBezTo>
                    <a:pt x="1909699" y="10541"/>
                    <a:pt x="1896618" y="5588"/>
                    <a:pt x="1883664" y="5588"/>
                  </a:cubicBezTo>
                  <a:cubicBezTo>
                    <a:pt x="1876933" y="5588"/>
                    <a:pt x="1870202" y="6985"/>
                    <a:pt x="1863598" y="11049"/>
                  </a:cubicBezTo>
                  <a:cubicBezTo>
                    <a:pt x="1859026" y="7747"/>
                    <a:pt x="1854454" y="6731"/>
                    <a:pt x="1849755" y="6731"/>
                  </a:cubicBezTo>
                  <a:cubicBezTo>
                    <a:pt x="1840865" y="6731"/>
                    <a:pt x="1831721" y="10668"/>
                    <a:pt x="1822450" y="10668"/>
                  </a:cubicBezTo>
                  <a:cubicBezTo>
                    <a:pt x="1820291" y="10668"/>
                    <a:pt x="1818132" y="10414"/>
                    <a:pt x="1815846" y="9906"/>
                  </a:cubicBezTo>
                  <a:cubicBezTo>
                    <a:pt x="1807718" y="8763"/>
                    <a:pt x="1799590" y="8128"/>
                    <a:pt x="1791589" y="8128"/>
                  </a:cubicBezTo>
                  <a:cubicBezTo>
                    <a:pt x="1779905" y="8128"/>
                    <a:pt x="1768348" y="9398"/>
                    <a:pt x="1756791" y="11811"/>
                  </a:cubicBezTo>
                  <a:cubicBezTo>
                    <a:pt x="1723390" y="15367"/>
                    <a:pt x="1689989" y="17145"/>
                    <a:pt x="1656588" y="17145"/>
                  </a:cubicBezTo>
                  <a:cubicBezTo>
                    <a:pt x="1640332" y="17145"/>
                    <a:pt x="1624076" y="16764"/>
                    <a:pt x="1607693" y="15875"/>
                  </a:cubicBezTo>
                  <a:cubicBezTo>
                    <a:pt x="1603248" y="15748"/>
                    <a:pt x="1598930" y="15621"/>
                    <a:pt x="1594485" y="15621"/>
                  </a:cubicBezTo>
                  <a:cubicBezTo>
                    <a:pt x="1567180" y="15621"/>
                    <a:pt x="1539875" y="18669"/>
                    <a:pt x="1513459" y="18669"/>
                  </a:cubicBezTo>
                  <a:cubicBezTo>
                    <a:pt x="1496568" y="18669"/>
                    <a:pt x="1480185" y="17399"/>
                    <a:pt x="1464437" y="13208"/>
                  </a:cubicBezTo>
                  <a:lnTo>
                    <a:pt x="1429512" y="26924"/>
                  </a:lnTo>
                  <a:cubicBezTo>
                    <a:pt x="1420876" y="23495"/>
                    <a:pt x="1412494" y="17526"/>
                    <a:pt x="1407160" y="17526"/>
                  </a:cubicBezTo>
                  <a:cubicBezTo>
                    <a:pt x="1406271" y="17526"/>
                    <a:pt x="1405509" y="17653"/>
                    <a:pt x="1404874" y="18034"/>
                  </a:cubicBezTo>
                  <a:cubicBezTo>
                    <a:pt x="1395476" y="22225"/>
                    <a:pt x="1385697" y="24511"/>
                    <a:pt x="1375410" y="24892"/>
                  </a:cubicBezTo>
                  <a:cubicBezTo>
                    <a:pt x="1374267" y="24892"/>
                    <a:pt x="1373124" y="25019"/>
                    <a:pt x="1371981" y="25019"/>
                  </a:cubicBezTo>
                  <a:cubicBezTo>
                    <a:pt x="1362964" y="25019"/>
                    <a:pt x="1354074" y="23495"/>
                    <a:pt x="1345565" y="20574"/>
                  </a:cubicBezTo>
                  <a:cubicBezTo>
                    <a:pt x="1341374" y="19431"/>
                    <a:pt x="1337183" y="18923"/>
                    <a:pt x="1333119" y="18923"/>
                  </a:cubicBezTo>
                  <a:cubicBezTo>
                    <a:pt x="1317371" y="18923"/>
                    <a:pt x="1303147" y="26035"/>
                    <a:pt x="1287653" y="26035"/>
                  </a:cubicBezTo>
                  <a:cubicBezTo>
                    <a:pt x="1287145" y="26035"/>
                    <a:pt x="1286764" y="26035"/>
                    <a:pt x="1286256" y="26035"/>
                  </a:cubicBezTo>
                  <a:cubicBezTo>
                    <a:pt x="1274572" y="23876"/>
                    <a:pt x="1263015" y="22860"/>
                    <a:pt x="1251331" y="22860"/>
                  </a:cubicBezTo>
                  <a:cubicBezTo>
                    <a:pt x="1239520" y="22860"/>
                    <a:pt x="1227836" y="23876"/>
                    <a:pt x="1216025" y="26035"/>
                  </a:cubicBezTo>
                  <a:cubicBezTo>
                    <a:pt x="1203325" y="28956"/>
                    <a:pt x="1190752" y="30353"/>
                    <a:pt x="1178052" y="30353"/>
                  </a:cubicBezTo>
                  <a:cubicBezTo>
                    <a:pt x="1168400" y="30353"/>
                    <a:pt x="1158621" y="29464"/>
                    <a:pt x="1148969" y="27813"/>
                  </a:cubicBezTo>
                  <a:cubicBezTo>
                    <a:pt x="1146175" y="27813"/>
                    <a:pt x="1143254" y="27686"/>
                    <a:pt x="1140460" y="27686"/>
                  </a:cubicBezTo>
                  <a:cubicBezTo>
                    <a:pt x="1117092" y="27686"/>
                    <a:pt x="1093851" y="29591"/>
                    <a:pt x="1070737" y="33274"/>
                  </a:cubicBezTo>
                  <a:cubicBezTo>
                    <a:pt x="1069975" y="33274"/>
                    <a:pt x="1069086" y="33274"/>
                    <a:pt x="1068324" y="33274"/>
                  </a:cubicBezTo>
                  <a:cubicBezTo>
                    <a:pt x="1058418" y="33274"/>
                    <a:pt x="1047369" y="30353"/>
                    <a:pt x="1037717" y="30353"/>
                  </a:cubicBezTo>
                  <a:cubicBezTo>
                    <a:pt x="1033272" y="30353"/>
                    <a:pt x="1029208" y="30988"/>
                    <a:pt x="1025652" y="32766"/>
                  </a:cubicBezTo>
                  <a:cubicBezTo>
                    <a:pt x="1018032" y="35941"/>
                    <a:pt x="1010412" y="37592"/>
                    <a:pt x="1002792" y="37592"/>
                  </a:cubicBezTo>
                  <a:cubicBezTo>
                    <a:pt x="995426" y="37592"/>
                    <a:pt x="988187" y="36068"/>
                    <a:pt x="980821" y="33147"/>
                  </a:cubicBezTo>
                  <a:cubicBezTo>
                    <a:pt x="979805" y="32893"/>
                    <a:pt x="978916" y="32893"/>
                    <a:pt x="977900" y="32893"/>
                  </a:cubicBezTo>
                  <a:cubicBezTo>
                    <a:pt x="970026" y="32893"/>
                    <a:pt x="962152" y="38608"/>
                    <a:pt x="954786" y="38608"/>
                  </a:cubicBezTo>
                  <a:cubicBezTo>
                    <a:pt x="950595" y="38608"/>
                    <a:pt x="946658" y="36830"/>
                    <a:pt x="942975" y="31242"/>
                  </a:cubicBezTo>
                  <a:cubicBezTo>
                    <a:pt x="938276" y="37211"/>
                    <a:pt x="932688" y="38735"/>
                    <a:pt x="926973" y="38735"/>
                  </a:cubicBezTo>
                  <a:cubicBezTo>
                    <a:pt x="921258" y="38735"/>
                    <a:pt x="915670" y="37338"/>
                    <a:pt x="910590" y="37338"/>
                  </a:cubicBezTo>
                  <a:cubicBezTo>
                    <a:pt x="910209" y="37338"/>
                    <a:pt x="909828" y="37338"/>
                    <a:pt x="909447" y="37338"/>
                  </a:cubicBezTo>
                  <a:cubicBezTo>
                    <a:pt x="901319" y="37719"/>
                    <a:pt x="888492" y="42037"/>
                    <a:pt x="882142" y="42037"/>
                  </a:cubicBezTo>
                  <a:cubicBezTo>
                    <a:pt x="880364" y="42037"/>
                    <a:pt x="879094" y="41656"/>
                    <a:pt x="878586" y="40894"/>
                  </a:cubicBezTo>
                  <a:cubicBezTo>
                    <a:pt x="875538" y="36068"/>
                    <a:pt x="872744" y="34417"/>
                    <a:pt x="870077" y="34417"/>
                  </a:cubicBezTo>
                  <a:cubicBezTo>
                    <a:pt x="863981" y="34417"/>
                    <a:pt x="858774" y="43307"/>
                    <a:pt x="852170" y="43307"/>
                  </a:cubicBezTo>
                  <a:cubicBezTo>
                    <a:pt x="850773" y="43307"/>
                    <a:pt x="849376" y="42926"/>
                    <a:pt x="847852" y="41910"/>
                  </a:cubicBezTo>
                  <a:cubicBezTo>
                    <a:pt x="844423" y="39878"/>
                    <a:pt x="840105" y="39243"/>
                    <a:pt x="835406" y="39243"/>
                  </a:cubicBezTo>
                  <a:cubicBezTo>
                    <a:pt x="828294" y="39243"/>
                    <a:pt x="820293" y="40767"/>
                    <a:pt x="813308" y="41021"/>
                  </a:cubicBezTo>
                  <a:cubicBezTo>
                    <a:pt x="801878" y="41402"/>
                    <a:pt x="790448" y="42418"/>
                    <a:pt x="779145" y="44196"/>
                  </a:cubicBezTo>
                  <a:cubicBezTo>
                    <a:pt x="768223" y="46990"/>
                    <a:pt x="757047" y="49149"/>
                    <a:pt x="745744" y="50419"/>
                  </a:cubicBezTo>
                  <a:cubicBezTo>
                    <a:pt x="745109" y="50419"/>
                    <a:pt x="744474" y="50419"/>
                    <a:pt x="743839" y="50419"/>
                  </a:cubicBezTo>
                  <a:cubicBezTo>
                    <a:pt x="727710" y="50419"/>
                    <a:pt x="710311" y="46482"/>
                    <a:pt x="695071" y="46482"/>
                  </a:cubicBezTo>
                  <a:cubicBezTo>
                    <a:pt x="693039" y="46482"/>
                    <a:pt x="691134" y="46609"/>
                    <a:pt x="689229" y="46736"/>
                  </a:cubicBezTo>
                  <a:cubicBezTo>
                    <a:pt x="674243" y="47879"/>
                    <a:pt x="657733" y="59309"/>
                    <a:pt x="644652" y="59309"/>
                  </a:cubicBezTo>
                  <a:cubicBezTo>
                    <a:pt x="642620" y="59309"/>
                    <a:pt x="640588" y="59055"/>
                    <a:pt x="638810" y="58420"/>
                  </a:cubicBezTo>
                  <a:cubicBezTo>
                    <a:pt x="628142" y="55626"/>
                    <a:pt x="617347" y="54229"/>
                    <a:pt x="606425" y="54229"/>
                  </a:cubicBezTo>
                  <a:cubicBezTo>
                    <a:pt x="600837" y="54229"/>
                    <a:pt x="595249" y="54610"/>
                    <a:pt x="589661" y="55372"/>
                  </a:cubicBezTo>
                  <a:cubicBezTo>
                    <a:pt x="575056" y="55626"/>
                    <a:pt x="560451" y="60071"/>
                    <a:pt x="546100" y="60579"/>
                  </a:cubicBezTo>
                  <a:cubicBezTo>
                    <a:pt x="532511" y="60960"/>
                    <a:pt x="519049" y="61087"/>
                    <a:pt x="505587" y="61087"/>
                  </a:cubicBezTo>
                  <a:cubicBezTo>
                    <a:pt x="494411" y="61087"/>
                    <a:pt x="483108" y="60960"/>
                    <a:pt x="471932" y="60960"/>
                  </a:cubicBezTo>
                  <a:cubicBezTo>
                    <a:pt x="464820" y="60960"/>
                    <a:pt x="457708" y="60960"/>
                    <a:pt x="450469" y="61087"/>
                  </a:cubicBezTo>
                  <a:cubicBezTo>
                    <a:pt x="442976" y="61214"/>
                    <a:pt x="437642" y="69088"/>
                    <a:pt x="430276" y="69088"/>
                  </a:cubicBezTo>
                  <a:cubicBezTo>
                    <a:pt x="427101" y="69088"/>
                    <a:pt x="423545" y="67691"/>
                    <a:pt x="419354" y="63627"/>
                  </a:cubicBezTo>
                  <a:cubicBezTo>
                    <a:pt x="414401" y="61341"/>
                    <a:pt x="409321" y="60198"/>
                    <a:pt x="403987" y="60198"/>
                  </a:cubicBezTo>
                  <a:cubicBezTo>
                    <a:pt x="403352" y="60198"/>
                    <a:pt x="402717" y="60198"/>
                    <a:pt x="402082" y="60198"/>
                  </a:cubicBezTo>
                  <a:cubicBezTo>
                    <a:pt x="395986" y="60452"/>
                    <a:pt x="390398" y="62230"/>
                    <a:pt x="385191" y="65278"/>
                  </a:cubicBezTo>
                  <a:cubicBezTo>
                    <a:pt x="378968" y="69596"/>
                    <a:pt x="372491" y="70358"/>
                    <a:pt x="366268" y="70358"/>
                  </a:cubicBezTo>
                  <a:cubicBezTo>
                    <a:pt x="363220" y="70358"/>
                    <a:pt x="360299" y="70231"/>
                    <a:pt x="357378" y="70231"/>
                  </a:cubicBezTo>
                  <a:cubicBezTo>
                    <a:pt x="353568" y="70231"/>
                    <a:pt x="350012" y="70485"/>
                    <a:pt x="346583" y="71882"/>
                  </a:cubicBezTo>
                  <a:cubicBezTo>
                    <a:pt x="342265" y="74041"/>
                    <a:pt x="337566" y="75184"/>
                    <a:pt x="332867" y="75184"/>
                  </a:cubicBezTo>
                  <a:cubicBezTo>
                    <a:pt x="331724" y="75184"/>
                    <a:pt x="330581" y="75184"/>
                    <a:pt x="329438" y="75057"/>
                  </a:cubicBezTo>
                  <a:cubicBezTo>
                    <a:pt x="323342" y="74422"/>
                    <a:pt x="318008" y="72136"/>
                    <a:pt x="313309" y="68326"/>
                  </a:cubicBezTo>
                  <a:lnTo>
                    <a:pt x="274828" y="84709"/>
                  </a:lnTo>
                  <a:cubicBezTo>
                    <a:pt x="271399" y="80772"/>
                    <a:pt x="269494" y="75819"/>
                    <a:pt x="267081" y="75565"/>
                  </a:cubicBezTo>
                  <a:cubicBezTo>
                    <a:pt x="266827" y="75565"/>
                    <a:pt x="266573" y="75565"/>
                    <a:pt x="266319" y="75565"/>
                  </a:cubicBezTo>
                  <a:cubicBezTo>
                    <a:pt x="248412" y="75565"/>
                    <a:pt x="75565" y="100330"/>
                    <a:pt x="65405" y="105791"/>
                  </a:cubicBezTo>
                  <a:cubicBezTo>
                    <a:pt x="43942" y="117729"/>
                    <a:pt x="22352" y="131445"/>
                    <a:pt x="762" y="144399"/>
                  </a:cubicBezTo>
                  <a:lnTo>
                    <a:pt x="12192" y="157988"/>
                  </a:lnTo>
                  <a:lnTo>
                    <a:pt x="0" y="172212"/>
                  </a:lnTo>
                  <a:lnTo>
                    <a:pt x="13462" y="204978"/>
                  </a:lnTo>
                  <a:cubicBezTo>
                    <a:pt x="27305" y="209423"/>
                    <a:pt x="40259" y="222123"/>
                    <a:pt x="54610" y="222123"/>
                  </a:cubicBezTo>
                  <a:cubicBezTo>
                    <a:pt x="60452" y="222123"/>
                    <a:pt x="66548" y="219964"/>
                    <a:pt x="72898" y="214376"/>
                  </a:cubicBezTo>
                  <a:cubicBezTo>
                    <a:pt x="78105" y="217932"/>
                    <a:pt x="82677" y="219202"/>
                    <a:pt x="86995" y="219202"/>
                  </a:cubicBezTo>
                  <a:cubicBezTo>
                    <a:pt x="102489" y="219202"/>
                    <a:pt x="113157" y="200660"/>
                    <a:pt x="131826" y="200660"/>
                  </a:cubicBezTo>
                  <a:cubicBezTo>
                    <a:pt x="132842" y="200660"/>
                    <a:pt x="133858" y="200660"/>
                    <a:pt x="134874" y="200787"/>
                  </a:cubicBezTo>
                  <a:cubicBezTo>
                    <a:pt x="143129" y="201422"/>
                    <a:pt x="151511" y="201803"/>
                    <a:pt x="159766" y="201803"/>
                  </a:cubicBezTo>
                  <a:cubicBezTo>
                    <a:pt x="167513" y="201803"/>
                    <a:pt x="175133" y="201549"/>
                    <a:pt x="182880" y="200914"/>
                  </a:cubicBezTo>
                  <a:cubicBezTo>
                    <a:pt x="189103" y="195834"/>
                    <a:pt x="195199" y="194310"/>
                    <a:pt x="201295" y="194310"/>
                  </a:cubicBezTo>
                  <a:cubicBezTo>
                    <a:pt x="211455" y="194310"/>
                    <a:pt x="221615" y="198628"/>
                    <a:pt x="232156" y="198628"/>
                  </a:cubicBezTo>
                  <a:cubicBezTo>
                    <a:pt x="233934" y="198628"/>
                    <a:pt x="235712" y="198501"/>
                    <a:pt x="237490" y="198247"/>
                  </a:cubicBezTo>
                  <a:cubicBezTo>
                    <a:pt x="256540" y="195326"/>
                    <a:pt x="276098" y="189865"/>
                    <a:pt x="294513" y="187706"/>
                  </a:cubicBezTo>
                  <a:cubicBezTo>
                    <a:pt x="312928" y="185547"/>
                    <a:pt x="332232" y="185547"/>
                    <a:pt x="355346" y="184404"/>
                  </a:cubicBezTo>
                  <a:lnTo>
                    <a:pt x="366395" y="194056"/>
                  </a:lnTo>
                  <a:lnTo>
                    <a:pt x="389509" y="176403"/>
                  </a:lnTo>
                  <a:lnTo>
                    <a:pt x="532638" y="177165"/>
                  </a:lnTo>
                  <a:cubicBezTo>
                    <a:pt x="541020" y="169037"/>
                    <a:pt x="550545" y="167005"/>
                    <a:pt x="560578" y="167005"/>
                  </a:cubicBezTo>
                  <a:cubicBezTo>
                    <a:pt x="569976" y="167005"/>
                    <a:pt x="579628" y="168783"/>
                    <a:pt x="589026" y="168783"/>
                  </a:cubicBezTo>
                  <a:cubicBezTo>
                    <a:pt x="594487" y="168783"/>
                    <a:pt x="599948" y="168148"/>
                    <a:pt x="605028" y="166243"/>
                  </a:cubicBezTo>
                  <a:cubicBezTo>
                    <a:pt x="610997" y="164084"/>
                    <a:pt x="617347" y="163195"/>
                    <a:pt x="624078" y="163195"/>
                  </a:cubicBezTo>
                  <a:cubicBezTo>
                    <a:pt x="643636" y="163195"/>
                    <a:pt x="665734" y="170434"/>
                    <a:pt x="685038" y="172466"/>
                  </a:cubicBezTo>
                  <a:cubicBezTo>
                    <a:pt x="700659" y="162814"/>
                    <a:pt x="715645" y="155956"/>
                    <a:pt x="730631" y="155956"/>
                  </a:cubicBezTo>
                  <a:cubicBezTo>
                    <a:pt x="741045" y="155956"/>
                    <a:pt x="751332" y="159258"/>
                    <a:pt x="761873" y="167259"/>
                  </a:cubicBezTo>
                  <a:lnTo>
                    <a:pt x="794385" y="154051"/>
                  </a:lnTo>
                  <a:lnTo>
                    <a:pt x="803402" y="164084"/>
                  </a:lnTo>
                  <a:cubicBezTo>
                    <a:pt x="814324" y="160909"/>
                    <a:pt x="825500" y="158750"/>
                    <a:pt x="836803" y="157353"/>
                  </a:cubicBezTo>
                  <a:cubicBezTo>
                    <a:pt x="844804" y="157099"/>
                    <a:pt x="852805" y="156972"/>
                    <a:pt x="860933" y="156972"/>
                  </a:cubicBezTo>
                  <a:cubicBezTo>
                    <a:pt x="871855" y="156972"/>
                    <a:pt x="882777" y="157099"/>
                    <a:pt x="893572" y="157099"/>
                  </a:cubicBezTo>
                  <a:cubicBezTo>
                    <a:pt x="906399" y="157099"/>
                    <a:pt x="919353" y="156972"/>
                    <a:pt x="932180" y="156083"/>
                  </a:cubicBezTo>
                  <a:cubicBezTo>
                    <a:pt x="950214" y="153416"/>
                    <a:pt x="967867" y="149225"/>
                    <a:pt x="985139" y="143510"/>
                  </a:cubicBezTo>
                  <a:lnTo>
                    <a:pt x="993902" y="153543"/>
                  </a:lnTo>
                  <a:cubicBezTo>
                    <a:pt x="1055497" y="135382"/>
                    <a:pt x="1123188" y="153797"/>
                    <a:pt x="1185799" y="133985"/>
                  </a:cubicBezTo>
                  <a:lnTo>
                    <a:pt x="1195324" y="144907"/>
                  </a:lnTo>
                  <a:cubicBezTo>
                    <a:pt x="1203071" y="141097"/>
                    <a:pt x="1210691" y="139700"/>
                    <a:pt x="1218311" y="139700"/>
                  </a:cubicBezTo>
                  <a:cubicBezTo>
                    <a:pt x="1231265" y="139700"/>
                    <a:pt x="1244600" y="143891"/>
                    <a:pt x="1258951" y="147574"/>
                  </a:cubicBezTo>
                  <a:lnTo>
                    <a:pt x="1280795" y="131572"/>
                  </a:lnTo>
                  <a:cubicBezTo>
                    <a:pt x="1302004" y="135763"/>
                    <a:pt x="1323086" y="137414"/>
                    <a:pt x="1344041" y="137414"/>
                  </a:cubicBezTo>
                  <a:cubicBezTo>
                    <a:pt x="1389507" y="137414"/>
                    <a:pt x="1434465" y="129540"/>
                    <a:pt x="1479296" y="122047"/>
                  </a:cubicBezTo>
                  <a:cubicBezTo>
                    <a:pt x="1486662" y="131953"/>
                    <a:pt x="1496060" y="135255"/>
                    <a:pt x="1507998" y="135255"/>
                  </a:cubicBezTo>
                  <a:cubicBezTo>
                    <a:pt x="1514602" y="135255"/>
                    <a:pt x="1521841" y="134239"/>
                    <a:pt x="1529969" y="132715"/>
                  </a:cubicBezTo>
                  <a:lnTo>
                    <a:pt x="1543685" y="116205"/>
                  </a:lnTo>
                  <a:cubicBezTo>
                    <a:pt x="1548765" y="126873"/>
                    <a:pt x="1555369" y="130175"/>
                    <a:pt x="1562735" y="130175"/>
                  </a:cubicBezTo>
                  <a:cubicBezTo>
                    <a:pt x="1573911" y="130175"/>
                    <a:pt x="1586484" y="122809"/>
                    <a:pt x="1597279" y="122809"/>
                  </a:cubicBezTo>
                  <a:cubicBezTo>
                    <a:pt x="1604010" y="122809"/>
                    <a:pt x="1610106" y="125730"/>
                    <a:pt x="1614551" y="135001"/>
                  </a:cubicBezTo>
                  <a:cubicBezTo>
                    <a:pt x="1614551" y="135001"/>
                    <a:pt x="1614551" y="135001"/>
                    <a:pt x="1614551" y="135001"/>
                  </a:cubicBezTo>
                  <a:cubicBezTo>
                    <a:pt x="1614932" y="135001"/>
                    <a:pt x="1617726" y="133731"/>
                    <a:pt x="1629283" y="129159"/>
                  </a:cubicBezTo>
                  <a:lnTo>
                    <a:pt x="1638554" y="112014"/>
                  </a:lnTo>
                  <a:lnTo>
                    <a:pt x="1658366" y="128905"/>
                  </a:lnTo>
                  <a:cubicBezTo>
                    <a:pt x="1662684" y="126492"/>
                    <a:pt x="1666875" y="121412"/>
                    <a:pt x="1671066" y="121412"/>
                  </a:cubicBezTo>
                  <a:cubicBezTo>
                    <a:pt x="1671193" y="121412"/>
                    <a:pt x="1671447" y="121412"/>
                    <a:pt x="1671574" y="121412"/>
                  </a:cubicBezTo>
                  <a:cubicBezTo>
                    <a:pt x="1673606" y="121412"/>
                    <a:pt x="1675638" y="121412"/>
                    <a:pt x="1677670" y="121412"/>
                  </a:cubicBezTo>
                  <a:cubicBezTo>
                    <a:pt x="1699514" y="121412"/>
                    <a:pt x="1721485" y="122174"/>
                    <a:pt x="1743329" y="122174"/>
                  </a:cubicBezTo>
                  <a:cubicBezTo>
                    <a:pt x="1754632" y="122174"/>
                    <a:pt x="1765935" y="121920"/>
                    <a:pt x="1777238" y="121412"/>
                  </a:cubicBezTo>
                  <a:cubicBezTo>
                    <a:pt x="1781302" y="120650"/>
                    <a:pt x="1785366" y="120269"/>
                    <a:pt x="1789430" y="120269"/>
                  </a:cubicBezTo>
                  <a:cubicBezTo>
                    <a:pt x="1796669" y="120269"/>
                    <a:pt x="1803908" y="121539"/>
                    <a:pt x="1811020" y="124079"/>
                  </a:cubicBezTo>
                  <a:cubicBezTo>
                    <a:pt x="1813814" y="124460"/>
                    <a:pt x="1816481" y="124587"/>
                    <a:pt x="1819148" y="124587"/>
                  </a:cubicBezTo>
                  <a:cubicBezTo>
                    <a:pt x="1829054" y="124587"/>
                    <a:pt x="1838452" y="122047"/>
                    <a:pt x="1847469" y="117094"/>
                  </a:cubicBezTo>
                  <a:cubicBezTo>
                    <a:pt x="1853438" y="113538"/>
                    <a:pt x="1859788" y="111506"/>
                    <a:pt x="1866646" y="110998"/>
                  </a:cubicBezTo>
                  <a:cubicBezTo>
                    <a:pt x="1867916" y="110871"/>
                    <a:pt x="1869186" y="110871"/>
                    <a:pt x="1870456" y="110871"/>
                  </a:cubicBezTo>
                  <a:cubicBezTo>
                    <a:pt x="1875917" y="110871"/>
                    <a:pt x="1881378" y="111887"/>
                    <a:pt x="1886585" y="113919"/>
                  </a:cubicBezTo>
                  <a:cubicBezTo>
                    <a:pt x="1899285" y="118872"/>
                    <a:pt x="1912112" y="121412"/>
                    <a:pt x="1925193" y="121412"/>
                  </a:cubicBezTo>
                  <a:cubicBezTo>
                    <a:pt x="1933702" y="121412"/>
                    <a:pt x="1942211" y="120396"/>
                    <a:pt x="1950847" y="118237"/>
                  </a:cubicBezTo>
                  <a:cubicBezTo>
                    <a:pt x="1952879" y="117856"/>
                    <a:pt x="1955038" y="117729"/>
                    <a:pt x="1957070" y="117729"/>
                  </a:cubicBezTo>
                  <a:cubicBezTo>
                    <a:pt x="1971675" y="117729"/>
                    <a:pt x="1984375" y="125222"/>
                    <a:pt x="1996440" y="125222"/>
                  </a:cubicBezTo>
                  <a:cubicBezTo>
                    <a:pt x="1999107" y="125222"/>
                    <a:pt x="2001774" y="124841"/>
                    <a:pt x="2004314" y="123952"/>
                  </a:cubicBezTo>
                  <a:cubicBezTo>
                    <a:pt x="2014347" y="120142"/>
                    <a:pt x="2024761" y="118237"/>
                    <a:pt x="2035556" y="118237"/>
                  </a:cubicBezTo>
                  <a:cubicBezTo>
                    <a:pt x="2036445" y="118237"/>
                    <a:pt x="2037207" y="118237"/>
                    <a:pt x="2038096" y="118237"/>
                  </a:cubicBezTo>
                  <a:cubicBezTo>
                    <a:pt x="2040255" y="118364"/>
                    <a:pt x="2042287" y="118364"/>
                    <a:pt x="2044446" y="118364"/>
                  </a:cubicBezTo>
                  <a:cubicBezTo>
                    <a:pt x="2054225" y="118364"/>
                    <a:pt x="2064258" y="117221"/>
                    <a:pt x="2073910" y="116840"/>
                  </a:cubicBezTo>
                  <a:cubicBezTo>
                    <a:pt x="2085721" y="116332"/>
                    <a:pt x="2096897" y="116332"/>
                    <a:pt x="2109343" y="115570"/>
                  </a:cubicBezTo>
                  <a:cubicBezTo>
                    <a:pt x="2121789" y="114808"/>
                    <a:pt x="2133981" y="113538"/>
                    <a:pt x="2146427" y="112522"/>
                  </a:cubicBezTo>
                  <a:lnTo>
                    <a:pt x="2152269" y="119761"/>
                  </a:lnTo>
                  <a:lnTo>
                    <a:pt x="2168398" y="109982"/>
                  </a:lnTo>
                  <a:lnTo>
                    <a:pt x="2189607" y="124714"/>
                  </a:lnTo>
                  <a:cubicBezTo>
                    <a:pt x="2206371" y="118491"/>
                    <a:pt x="2223643" y="115443"/>
                    <a:pt x="2241423" y="115443"/>
                  </a:cubicBezTo>
                  <a:cubicBezTo>
                    <a:pt x="2242058" y="115443"/>
                    <a:pt x="2242693" y="115443"/>
                    <a:pt x="2243455" y="115443"/>
                  </a:cubicBezTo>
                  <a:cubicBezTo>
                    <a:pt x="2247773" y="118110"/>
                    <a:pt x="2252091" y="118999"/>
                    <a:pt x="2256282" y="118999"/>
                  </a:cubicBezTo>
                  <a:cubicBezTo>
                    <a:pt x="2267585" y="118999"/>
                    <a:pt x="2278634" y="112141"/>
                    <a:pt x="2290445" y="112141"/>
                  </a:cubicBezTo>
                  <a:cubicBezTo>
                    <a:pt x="2293874" y="112141"/>
                    <a:pt x="2297303" y="112649"/>
                    <a:pt x="2300859" y="114173"/>
                  </a:cubicBezTo>
                  <a:cubicBezTo>
                    <a:pt x="2308606" y="118364"/>
                    <a:pt x="2316861" y="120904"/>
                    <a:pt x="2325624" y="121920"/>
                  </a:cubicBezTo>
                  <a:cubicBezTo>
                    <a:pt x="2328037" y="122174"/>
                    <a:pt x="2330577" y="122301"/>
                    <a:pt x="2332990" y="122301"/>
                  </a:cubicBezTo>
                  <a:cubicBezTo>
                    <a:pt x="2339213" y="122301"/>
                    <a:pt x="2345436" y="121412"/>
                    <a:pt x="2351532" y="119634"/>
                  </a:cubicBezTo>
                  <a:cubicBezTo>
                    <a:pt x="2361692" y="114808"/>
                    <a:pt x="2372487" y="112395"/>
                    <a:pt x="2383790" y="112395"/>
                  </a:cubicBezTo>
                  <a:cubicBezTo>
                    <a:pt x="2383917" y="112395"/>
                    <a:pt x="2384044" y="112395"/>
                    <a:pt x="2384171" y="112395"/>
                  </a:cubicBezTo>
                  <a:cubicBezTo>
                    <a:pt x="2395347" y="112395"/>
                    <a:pt x="2406015" y="114681"/>
                    <a:pt x="2416175" y="119380"/>
                  </a:cubicBezTo>
                  <a:cubicBezTo>
                    <a:pt x="2426843" y="122682"/>
                    <a:pt x="2437638" y="124333"/>
                    <a:pt x="2448560" y="124333"/>
                  </a:cubicBezTo>
                  <a:cubicBezTo>
                    <a:pt x="2455672" y="124333"/>
                    <a:pt x="2462911" y="123571"/>
                    <a:pt x="2470150" y="122174"/>
                  </a:cubicBezTo>
                  <a:cubicBezTo>
                    <a:pt x="2483612" y="119761"/>
                    <a:pt x="2497074" y="118618"/>
                    <a:pt x="2510536" y="118618"/>
                  </a:cubicBezTo>
                  <a:cubicBezTo>
                    <a:pt x="2522093" y="118618"/>
                    <a:pt x="2533523" y="119507"/>
                    <a:pt x="2545080" y="121285"/>
                  </a:cubicBezTo>
                  <a:cubicBezTo>
                    <a:pt x="2552446" y="123190"/>
                    <a:pt x="2559685" y="124079"/>
                    <a:pt x="2566924" y="124079"/>
                  </a:cubicBezTo>
                  <a:cubicBezTo>
                    <a:pt x="2577973" y="124079"/>
                    <a:pt x="2588895" y="121920"/>
                    <a:pt x="2599690" y="117475"/>
                  </a:cubicBezTo>
                  <a:cubicBezTo>
                    <a:pt x="2600452" y="117094"/>
                    <a:pt x="2601214" y="116967"/>
                    <a:pt x="2602230" y="116967"/>
                  </a:cubicBezTo>
                  <a:cubicBezTo>
                    <a:pt x="2608326" y="116967"/>
                    <a:pt x="2618486" y="123952"/>
                    <a:pt x="2627630" y="127381"/>
                  </a:cubicBezTo>
                  <a:cubicBezTo>
                    <a:pt x="2627630" y="127127"/>
                    <a:pt x="2630043" y="123444"/>
                    <a:pt x="2632583" y="123444"/>
                  </a:cubicBezTo>
                  <a:cubicBezTo>
                    <a:pt x="2632710" y="123444"/>
                    <a:pt x="2632710" y="123444"/>
                    <a:pt x="2632837" y="123444"/>
                  </a:cubicBezTo>
                  <a:cubicBezTo>
                    <a:pt x="2637409" y="122936"/>
                    <a:pt x="2641981" y="122809"/>
                    <a:pt x="2646553" y="122809"/>
                  </a:cubicBezTo>
                  <a:cubicBezTo>
                    <a:pt x="2670810" y="122809"/>
                    <a:pt x="2695321" y="128524"/>
                    <a:pt x="2719832" y="128524"/>
                  </a:cubicBezTo>
                  <a:cubicBezTo>
                    <a:pt x="2730754" y="128524"/>
                    <a:pt x="2741676" y="127381"/>
                    <a:pt x="2752471" y="124079"/>
                  </a:cubicBezTo>
                  <a:cubicBezTo>
                    <a:pt x="2755392" y="129159"/>
                    <a:pt x="2758440" y="130937"/>
                    <a:pt x="2761615" y="130937"/>
                  </a:cubicBezTo>
                  <a:cubicBezTo>
                    <a:pt x="2767965" y="130937"/>
                    <a:pt x="2774569" y="124206"/>
                    <a:pt x="2781300" y="124206"/>
                  </a:cubicBezTo>
                  <a:cubicBezTo>
                    <a:pt x="2782951" y="124206"/>
                    <a:pt x="2784729" y="124587"/>
                    <a:pt x="2786380" y="125730"/>
                  </a:cubicBezTo>
                  <a:cubicBezTo>
                    <a:pt x="2794000" y="130556"/>
                    <a:pt x="2804795" y="136398"/>
                    <a:pt x="2811526" y="136398"/>
                  </a:cubicBezTo>
                  <a:cubicBezTo>
                    <a:pt x="2813050" y="136398"/>
                    <a:pt x="2814320" y="136144"/>
                    <a:pt x="2815336" y="135509"/>
                  </a:cubicBezTo>
                  <a:cubicBezTo>
                    <a:pt x="2820797" y="132334"/>
                    <a:pt x="2825877" y="131318"/>
                    <a:pt x="2830703" y="131318"/>
                  </a:cubicBezTo>
                  <a:cubicBezTo>
                    <a:pt x="2838704" y="131318"/>
                    <a:pt x="2846197" y="133985"/>
                    <a:pt x="2853944" y="133985"/>
                  </a:cubicBezTo>
                  <a:cubicBezTo>
                    <a:pt x="2854579" y="133985"/>
                    <a:pt x="2855214" y="133985"/>
                    <a:pt x="2855849" y="133985"/>
                  </a:cubicBezTo>
                  <a:cubicBezTo>
                    <a:pt x="2856992" y="133985"/>
                    <a:pt x="2858135" y="133858"/>
                    <a:pt x="2859278" y="133858"/>
                  </a:cubicBezTo>
                  <a:cubicBezTo>
                    <a:pt x="2868803" y="133858"/>
                    <a:pt x="2878074" y="135636"/>
                    <a:pt x="2887726" y="135636"/>
                  </a:cubicBezTo>
                  <a:cubicBezTo>
                    <a:pt x="2895092" y="135636"/>
                    <a:pt x="2902585" y="134620"/>
                    <a:pt x="2910713" y="130937"/>
                  </a:cubicBezTo>
                  <a:cubicBezTo>
                    <a:pt x="2913381" y="129794"/>
                    <a:pt x="2916301" y="129286"/>
                    <a:pt x="2919603" y="129286"/>
                  </a:cubicBezTo>
                  <a:cubicBezTo>
                    <a:pt x="2932303" y="129286"/>
                    <a:pt x="2948813" y="136906"/>
                    <a:pt x="2965323" y="140335"/>
                  </a:cubicBezTo>
                  <a:lnTo>
                    <a:pt x="2981453" y="127381"/>
                  </a:lnTo>
                  <a:lnTo>
                    <a:pt x="2998217" y="141859"/>
                  </a:lnTo>
                  <a:cubicBezTo>
                    <a:pt x="3004440" y="137033"/>
                    <a:pt x="3010409" y="130810"/>
                    <a:pt x="3017775" y="130810"/>
                  </a:cubicBezTo>
                  <a:cubicBezTo>
                    <a:pt x="3021966" y="130810"/>
                    <a:pt x="3026664" y="132842"/>
                    <a:pt x="3032126" y="138303"/>
                  </a:cubicBezTo>
                  <a:cubicBezTo>
                    <a:pt x="3034031" y="140208"/>
                    <a:pt x="3037079" y="140843"/>
                    <a:pt x="3040761" y="140843"/>
                  </a:cubicBezTo>
                  <a:cubicBezTo>
                    <a:pt x="3049779" y="140843"/>
                    <a:pt x="3062732" y="136906"/>
                    <a:pt x="3072638" y="136398"/>
                  </a:cubicBezTo>
                  <a:cubicBezTo>
                    <a:pt x="3080131" y="135509"/>
                    <a:pt x="3087751" y="135128"/>
                    <a:pt x="3095244" y="135128"/>
                  </a:cubicBezTo>
                  <a:cubicBezTo>
                    <a:pt x="3101213" y="135128"/>
                    <a:pt x="3107055" y="135382"/>
                    <a:pt x="3113024" y="135890"/>
                  </a:cubicBezTo>
                  <a:cubicBezTo>
                    <a:pt x="3117088" y="136398"/>
                    <a:pt x="3121152" y="136525"/>
                    <a:pt x="3125216" y="136525"/>
                  </a:cubicBezTo>
                  <a:cubicBezTo>
                    <a:pt x="3133217" y="136525"/>
                    <a:pt x="3141091" y="135636"/>
                    <a:pt x="3148965" y="133858"/>
                  </a:cubicBezTo>
                  <a:lnTo>
                    <a:pt x="3161538" y="146050"/>
                  </a:lnTo>
                  <a:cubicBezTo>
                    <a:pt x="3171698" y="142113"/>
                    <a:pt x="3182112" y="139827"/>
                    <a:pt x="3192907" y="139192"/>
                  </a:cubicBezTo>
                  <a:cubicBezTo>
                    <a:pt x="3194431" y="139319"/>
                    <a:pt x="3195956" y="139446"/>
                    <a:pt x="3197479" y="139446"/>
                  </a:cubicBezTo>
                  <a:cubicBezTo>
                    <a:pt x="3205988" y="139446"/>
                    <a:pt x="3214625" y="137033"/>
                    <a:pt x="3223387" y="137033"/>
                  </a:cubicBezTo>
                  <a:cubicBezTo>
                    <a:pt x="3229610" y="137033"/>
                    <a:pt x="3235960" y="138303"/>
                    <a:pt x="3242310" y="142494"/>
                  </a:cubicBezTo>
                  <a:cubicBezTo>
                    <a:pt x="3242691" y="142748"/>
                    <a:pt x="3243072" y="142748"/>
                    <a:pt x="3243581" y="142748"/>
                  </a:cubicBezTo>
                  <a:cubicBezTo>
                    <a:pt x="3248153" y="142748"/>
                    <a:pt x="3259710" y="136271"/>
                    <a:pt x="3270250" y="136271"/>
                  </a:cubicBezTo>
                  <a:cubicBezTo>
                    <a:pt x="3271647" y="136271"/>
                    <a:pt x="3273172" y="136398"/>
                    <a:pt x="3274568" y="136652"/>
                  </a:cubicBezTo>
                  <a:cubicBezTo>
                    <a:pt x="3286760" y="137033"/>
                    <a:pt x="3298698" y="138557"/>
                    <a:pt x="3310509" y="141605"/>
                  </a:cubicBezTo>
                  <a:cubicBezTo>
                    <a:pt x="3312414" y="142494"/>
                    <a:pt x="3314192" y="142875"/>
                    <a:pt x="3315970" y="142875"/>
                  </a:cubicBezTo>
                  <a:cubicBezTo>
                    <a:pt x="3323209" y="142875"/>
                    <a:pt x="3329559" y="136779"/>
                    <a:pt x="3336798" y="136779"/>
                  </a:cubicBezTo>
                  <a:cubicBezTo>
                    <a:pt x="3339719" y="136779"/>
                    <a:pt x="3342767" y="137668"/>
                    <a:pt x="3346069" y="140335"/>
                  </a:cubicBezTo>
                  <a:cubicBezTo>
                    <a:pt x="3347339" y="141351"/>
                    <a:pt x="3348991" y="141605"/>
                    <a:pt x="3351023" y="141605"/>
                  </a:cubicBezTo>
                  <a:cubicBezTo>
                    <a:pt x="3357500" y="141605"/>
                    <a:pt x="3367025" y="137414"/>
                    <a:pt x="3374772" y="137414"/>
                  </a:cubicBezTo>
                  <a:cubicBezTo>
                    <a:pt x="3375406" y="137414"/>
                    <a:pt x="3376168" y="137414"/>
                    <a:pt x="3376804" y="137541"/>
                  </a:cubicBezTo>
                  <a:cubicBezTo>
                    <a:pt x="3395092" y="138176"/>
                    <a:pt x="3412999" y="141732"/>
                    <a:pt x="3431160" y="141732"/>
                  </a:cubicBezTo>
                  <a:cubicBezTo>
                    <a:pt x="3441319" y="141732"/>
                    <a:pt x="3451733" y="140589"/>
                    <a:pt x="3462275" y="137287"/>
                  </a:cubicBezTo>
                  <a:cubicBezTo>
                    <a:pt x="3466466" y="136144"/>
                    <a:pt x="3470530" y="135509"/>
                    <a:pt x="3474721" y="135509"/>
                  </a:cubicBezTo>
                  <a:cubicBezTo>
                    <a:pt x="3478658" y="135509"/>
                    <a:pt x="3482595" y="136017"/>
                    <a:pt x="3486532" y="137033"/>
                  </a:cubicBezTo>
                  <a:cubicBezTo>
                    <a:pt x="3494660" y="139192"/>
                    <a:pt x="3501645" y="143256"/>
                    <a:pt x="3507614" y="149098"/>
                  </a:cubicBezTo>
                  <a:cubicBezTo>
                    <a:pt x="3516123" y="143510"/>
                    <a:pt x="3524505" y="141478"/>
                    <a:pt x="3532887" y="141478"/>
                  </a:cubicBezTo>
                  <a:cubicBezTo>
                    <a:pt x="3545714" y="141478"/>
                    <a:pt x="3558668" y="146050"/>
                    <a:pt x="3572638" y="148971"/>
                  </a:cubicBezTo>
                  <a:cubicBezTo>
                    <a:pt x="3576575" y="149860"/>
                    <a:pt x="3580512" y="150114"/>
                    <a:pt x="3584322" y="150114"/>
                  </a:cubicBezTo>
                  <a:cubicBezTo>
                    <a:pt x="3600578" y="150114"/>
                    <a:pt x="3615564" y="143891"/>
                    <a:pt x="3631312" y="143891"/>
                  </a:cubicBezTo>
                  <a:cubicBezTo>
                    <a:pt x="3633217" y="143891"/>
                    <a:pt x="3635122" y="144018"/>
                    <a:pt x="3637154" y="144145"/>
                  </a:cubicBezTo>
                  <a:cubicBezTo>
                    <a:pt x="3664967" y="147828"/>
                    <a:pt x="3692780" y="149606"/>
                    <a:pt x="3720720" y="149606"/>
                  </a:cubicBezTo>
                  <a:cubicBezTo>
                    <a:pt x="3724022" y="149606"/>
                    <a:pt x="3727324" y="149606"/>
                    <a:pt x="3730499" y="149479"/>
                  </a:cubicBezTo>
                  <a:cubicBezTo>
                    <a:pt x="3738881" y="148844"/>
                    <a:pt x="3747263" y="145034"/>
                    <a:pt x="3756280" y="145034"/>
                  </a:cubicBezTo>
                  <a:cubicBezTo>
                    <a:pt x="3759328" y="145034"/>
                    <a:pt x="3762503" y="145415"/>
                    <a:pt x="3765678" y="146685"/>
                  </a:cubicBezTo>
                  <a:cubicBezTo>
                    <a:pt x="3773298" y="148971"/>
                    <a:pt x="3780918" y="150114"/>
                    <a:pt x="3788664" y="150114"/>
                  </a:cubicBezTo>
                  <a:cubicBezTo>
                    <a:pt x="3792855" y="150114"/>
                    <a:pt x="3797047" y="149733"/>
                    <a:pt x="3801237" y="149098"/>
                  </a:cubicBezTo>
                  <a:cubicBezTo>
                    <a:pt x="3817620" y="145542"/>
                    <a:pt x="3833622" y="141097"/>
                    <a:pt x="3849497" y="135509"/>
                  </a:cubicBezTo>
                  <a:cubicBezTo>
                    <a:pt x="3823970" y="132715"/>
                    <a:pt x="3810508" y="130429"/>
                    <a:pt x="3799205" y="128524"/>
                  </a:cubicBezTo>
                  <a:cubicBezTo>
                    <a:pt x="3787903" y="126619"/>
                    <a:pt x="3773170" y="125349"/>
                    <a:pt x="3767074" y="117856"/>
                  </a:cubicBezTo>
                  <a:cubicBezTo>
                    <a:pt x="3764661" y="115062"/>
                    <a:pt x="3762121" y="114046"/>
                    <a:pt x="3759708" y="114046"/>
                  </a:cubicBezTo>
                  <a:cubicBezTo>
                    <a:pt x="3753231" y="114046"/>
                    <a:pt x="3746755" y="120904"/>
                    <a:pt x="3741293" y="120904"/>
                  </a:cubicBezTo>
                  <a:cubicBezTo>
                    <a:pt x="3738626" y="120904"/>
                    <a:pt x="3736086" y="119253"/>
                    <a:pt x="3734054" y="114300"/>
                  </a:cubicBezTo>
                  <a:cubicBezTo>
                    <a:pt x="3729101" y="115570"/>
                    <a:pt x="3724148" y="116078"/>
                    <a:pt x="3719449" y="116078"/>
                  </a:cubicBezTo>
                  <a:cubicBezTo>
                    <a:pt x="3695319" y="116078"/>
                    <a:pt x="3673094" y="102616"/>
                    <a:pt x="3648710" y="101854"/>
                  </a:cubicBezTo>
                  <a:cubicBezTo>
                    <a:pt x="3612388" y="99949"/>
                    <a:pt x="3575939" y="93980"/>
                    <a:pt x="3539617" y="90043"/>
                  </a:cubicBezTo>
                  <a:lnTo>
                    <a:pt x="3389376" y="74168"/>
                  </a:lnTo>
                  <a:cubicBezTo>
                    <a:pt x="3371977" y="72263"/>
                    <a:pt x="3348990" y="76454"/>
                    <a:pt x="3338703" y="67056"/>
                  </a:cubicBezTo>
                  <a:cubicBezTo>
                    <a:pt x="3334131" y="62865"/>
                    <a:pt x="3329813" y="61468"/>
                    <a:pt x="3325622" y="61468"/>
                  </a:cubicBezTo>
                  <a:cubicBezTo>
                    <a:pt x="3317494" y="61468"/>
                    <a:pt x="3310001" y="66929"/>
                    <a:pt x="3302381" y="66929"/>
                  </a:cubicBezTo>
                  <a:cubicBezTo>
                    <a:pt x="3299587" y="66929"/>
                    <a:pt x="3296666" y="66167"/>
                    <a:pt x="3293745" y="64008"/>
                  </a:cubicBezTo>
                  <a:cubicBezTo>
                    <a:pt x="3285491" y="57912"/>
                    <a:pt x="3276092" y="56388"/>
                    <a:pt x="3266313" y="56388"/>
                  </a:cubicBezTo>
                  <a:cubicBezTo>
                    <a:pt x="3257169" y="56388"/>
                    <a:pt x="3247644" y="57658"/>
                    <a:pt x="3238373" y="57658"/>
                  </a:cubicBezTo>
                  <a:cubicBezTo>
                    <a:pt x="3225928" y="57658"/>
                    <a:pt x="3213863" y="55245"/>
                    <a:pt x="3203956" y="43942"/>
                  </a:cubicBezTo>
                  <a:cubicBezTo>
                    <a:pt x="3201670" y="46609"/>
                    <a:pt x="3199130" y="48768"/>
                    <a:pt x="3196082" y="50419"/>
                  </a:cubicBezTo>
                  <a:cubicBezTo>
                    <a:pt x="3193035" y="52070"/>
                    <a:pt x="3189859" y="53086"/>
                    <a:pt x="3186431" y="53594"/>
                  </a:cubicBezTo>
                  <a:cubicBezTo>
                    <a:pt x="3185160" y="53721"/>
                    <a:pt x="3184017" y="53848"/>
                    <a:pt x="3182748" y="53848"/>
                  </a:cubicBezTo>
                  <a:cubicBezTo>
                    <a:pt x="3180589" y="53848"/>
                    <a:pt x="3178430" y="53594"/>
                    <a:pt x="3176271" y="53086"/>
                  </a:cubicBezTo>
                  <a:cubicBezTo>
                    <a:pt x="3172969" y="52324"/>
                    <a:pt x="3169794" y="50927"/>
                    <a:pt x="3167000" y="48895"/>
                  </a:cubicBezTo>
                  <a:cubicBezTo>
                    <a:pt x="3161666" y="43688"/>
                    <a:pt x="3156713" y="42037"/>
                    <a:pt x="3152014" y="42037"/>
                  </a:cubicBezTo>
                  <a:cubicBezTo>
                    <a:pt x="3144394" y="42037"/>
                    <a:pt x="3137282" y="46228"/>
                    <a:pt x="3130170" y="46228"/>
                  </a:cubicBezTo>
                  <a:cubicBezTo>
                    <a:pt x="3129154" y="46228"/>
                    <a:pt x="3128011" y="46101"/>
                    <a:pt x="3126995" y="45974"/>
                  </a:cubicBezTo>
                  <a:cubicBezTo>
                    <a:pt x="3113152" y="43815"/>
                    <a:pt x="3099309" y="42291"/>
                    <a:pt x="3085339" y="41529"/>
                  </a:cubicBezTo>
                  <a:lnTo>
                    <a:pt x="2996058" y="31877"/>
                  </a:lnTo>
                  <a:cubicBezTo>
                    <a:pt x="2984120" y="29718"/>
                    <a:pt x="2971928" y="28321"/>
                    <a:pt x="2959736" y="27940"/>
                  </a:cubicBezTo>
                  <a:cubicBezTo>
                    <a:pt x="2953767" y="28194"/>
                    <a:pt x="2948052" y="29591"/>
                    <a:pt x="2942718" y="32131"/>
                  </a:cubicBezTo>
                  <a:cubicBezTo>
                    <a:pt x="2919731" y="27178"/>
                    <a:pt x="2900427" y="19939"/>
                    <a:pt x="2887854" y="19939"/>
                  </a:cubicBezTo>
                  <a:cubicBezTo>
                    <a:pt x="2885187" y="19939"/>
                    <a:pt x="2882901" y="20320"/>
                    <a:pt x="2880869" y="20955"/>
                  </a:cubicBezTo>
                  <a:cubicBezTo>
                    <a:pt x="2879345" y="21463"/>
                    <a:pt x="2877694" y="21717"/>
                    <a:pt x="2876170" y="21717"/>
                  </a:cubicBezTo>
                  <a:cubicBezTo>
                    <a:pt x="2869820" y="21717"/>
                    <a:pt x="2863851" y="17907"/>
                    <a:pt x="2858263" y="17907"/>
                  </a:cubicBezTo>
                  <a:cubicBezTo>
                    <a:pt x="2855088" y="17907"/>
                    <a:pt x="2852167" y="19177"/>
                    <a:pt x="2849373" y="22987"/>
                  </a:cubicBezTo>
                  <a:cubicBezTo>
                    <a:pt x="2845436" y="18415"/>
                    <a:pt x="2841372" y="16891"/>
                    <a:pt x="2837308" y="16891"/>
                  </a:cubicBezTo>
                  <a:cubicBezTo>
                    <a:pt x="2829561" y="16891"/>
                    <a:pt x="2821687" y="22352"/>
                    <a:pt x="2813813" y="22352"/>
                  </a:cubicBezTo>
                  <a:cubicBezTo>
                    <a:pt x="2813178" y="22352"/>
                    <a:pt x="2812670" y="22352"/>
                    <a:pt x="2812035" y="22225"/>
                  </a:cubicBezTo>
                  <a:cubicBezTo>
                    <a:pt x="2791207" y="20828"/>
                    <a:pt x="2770506" y="18288"/>
                    <a:pt x="2749932" y="14351"/>
                  </a:cubicBezTo>
                  <a:cubicBezTo>
                    <a:pt x="2747392" y="13589"/>
                    <a:pt x="2744979" y="13335"/>
                    <a:pt x="2742566" y="13335"/>
                  </a:cubicBezTo>
                  <a:cubicBezTo>
                    <a:pt x="2733930" y="13335"/>
                    <a:pt x="2725421" y="17018"/>
                    <a:pt x="2716785" y="17018"/>
                  </a:cubicBezTo>
                  <a:cubicBezTo>
                    <a:pt x="2711451" y="17018"/>
                    <a:pt x="2705990" y="15621"/>
                    <a:pt x="2700275" y="11176"/>
                  </a:cubicBezTo>
                  <a:cubicBezTo>
                    <a:pt x="2695576" y="7493"/>
                    <a:pt x="2690623" y="6223"/>
                    <a:pt x="2685543" y="6223"/>
                  </a:cubicBezTo>
                  <a:cubicBezTo>
                    <a:pt x="2672589" y="6223"/>
                    <a:pt x="2658873" y="14732"/>
                    <a:pt x="2645284" y="14732"/>
                  </a:cubicBezTo>
                  <a:cubicBezTo>
                    <a:pt x="2644268" y="14732"/>
                    <a:pt x="2643125" y="14732"/>
                    <a:pt x="2642109" y="14605"/>
                  </a:cubicBezTo>
                  <a:cubicBezTo>
                    <a:pt x="2617598" y="12192"/>
                    <a:pt x="2593214" y="6985"/>
                    <a:pt x="2568576" y="6985"/>
                  </a:cubicBezTo>
                  <a:cubicBezTo>
                    <a:pt x="2556130" y="6985"/>
                    <a:pt x="2543557" y="8382"/>
                    <a:pt x="2530857" y="12065"/>
                  </a:cubicBezTo>
                  <a:cubicBezTo>
                    <a:pt x="2526666" y="13081"/>
                    <a:pt x="2522475" y="13462"/>
                    <a:pt x="2518284" y="13462"/>
                  </a:cubicBezTo>
                  <a:cubicBezTo>
                    <a:pt x="2510410" y="13462"/>
                    <a:pt x="2502663" y="11684"/>
                    <a:pt x="2495170" y="8128"/>
                  </a:cubicBezTo>
                  <a:cubicBezTo>
                    <a:pt x="2493519" y="7239"/>
                    <a:pt x="2491741" y="6985"/>
                    <a:pt x="2490217" y="6985"/>
                  </a:cubicBezTo>
                  <a:cubicBezTo>
                    <a:pt x="2483359" y="6985"/>
                    <a:pt x="2477136" y="13208"/>
                    <a:pt x="2470405" y="13208"/>
                  </a:cubicBezTo>
                  <a:cubicBezTo>
                    <a:pt x="2467230" y="13208"/>
                    <a:pt x="2463801" y="11811"/>
                    <a:pt x="2460118" y="7620"/>
                  </a:cubicBezTo>
                  <a:cubicBezTo>
                    <a:pt x="2457832" y="5588"/>
                    <a:pt x="2455292" y="4064"/>
                    <a:pt x="2452371" y="3048"/>
                  </a:cubicBezTo>
                  <a:cubicBezTo>
                    <a:pt x="2450212" y="2413"/>
                    <a:pt x="2448053" y="2032"/>
                    <a:pt x="2445894" y="2032"/>
                  </a:cubicBezTo>
                  <a:cubicBezTo>
                    <a:pt x="2445132" y="2032"/>
                    <a:pt x="2444243" y="2032"/>
                    <a:pt x="2443481" y="2159"/>
                  </a:cubicBezTo>
                  <a:cubicBezTo>
                    <a:pt x="2440433" y="2540"/>
                    <a:pt x="2437639" y="3429"/>
                    <a:pt x="2434972" y="5080"/>
                  </a:cubicBezTo>
                  <a:cubicBezTo>
                    <a:pt x="2432305" y="6731"/>
                    <a:pt x="2430146" y="8763"/>
                    <a:pt x="2428368" y="11303"/>
                  </a:cubicBezTo>
                  <a:cubicBezTo>
                    <a:pt x="2425066" y="5969"/>
                    <a:pt x="2421510" y="4318"/>
                    <a:pt x="2417954" y="4318"/>
                  </a:cubicBezTo>
                  <a:cubicBezTo>
                    <a:pt x="2411604" y="4318"/>
                    <a:pt x="2405000" y="9271"/>
                    <a:pt x="2398523" y="9271"/>
                  </a:cubicBezTo>
                  <a:cubicBezTo>
                    <a:pt x="2397633" y="9271"/>
                    <a:pt x="2396745" y="9144"/>
                    <a:pt x="2395729" y="8890"/>
                  </a:cubicBezTo>
                  <a:cubicBezTo>
                    <a:pt x="2371091" y="4318"/>
                    <a:pt x="2346326" y="2032"/>
                    <a:pt x="2321561" y="2032"/>
                  </a:cubicBezTo>
                  <a:cubicBezTo>
                    <a:pt x="2301876" y="2032"/>
                    <a:pt x="2282064" y="3429"/>
                    <a:pt x="2262252" y="6350"/>
                  </a:cubicBezTo>
                  <a:cubicBezTo>
                    <a:pt x="2248790" y="7239"/>
                    <a:pt x="2235328" y="7620"/>
                    <a:pt x="2221866" y="7620"/>
                  </a:cubicBezTo>
                  <a:cubicBezTo>
                    <a:pt x="2201800" y="7620"/>
                    <a:pt x="2181734" y="6604"/>
                    <a:pt x="2161668" y="4699"/>
                  </a:cubicBezTo>
                  <a:cubicBezTo>
                    <a:pt x="2161414" y="4699"/>
                    <a:pt x="2161160" y="4699"/>
                    <a:pt x="2160906" y="4699"/>
                  </a:cubicBezTo>
                  <a:cubicBezTo>
                    <a:pt x="2155318" y="4699"/>
                    <a:pt x="2149349" y="8890"/>
                    <a:pt x="2145920" y="10033"/>
                  </a:cubicBezTo>
                  <a:cubicBezTo>
                    <a:pt x="2137284" y="6858"/>
                    <a:pt x="2127124" y="0"/>
                    <a:pt x="212153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3142069" y="7655976"/>
            <a:ext cx="3849767" cy="221771"/>
            <a:chOff x="0" y="0"/>
            <a:chExt cx="3849764" cy="221767"/>
          </a:xfrm>
        </p:grpSpPr>
        <p:sp>
          <p:nvSpPr>
            <p:cNvPr id="5" name="Freeform 5"/>
            <p:cNvSpPr/>
            <p:nvPr/>
          </p:nvSpPr>
          <p:spPr>
            <a:xfrm>
              <a:off x="0" y="-254"/>
              <a:ext cx="3849497" cy="222123"/>
            </a:xfrm>
            <a:custGeom>
              <a:avLst/>
              <a:gdLst/>
              <a:ahLst/>
              <a:cxnLst/>
              <a:rect l="l" t="t" r="r" b="b"/>
              <a:pathLst>
                <a:path w="3849497" h="222123">
                  <a:moveTo>
                    <a:pt x="2627630" y="127254"/>
                  </a:moveTo>
                  <a:cubicBezTo>
                    <a:pt x="2627630" y="127254"/>
                    <a:pt x="2627630" y="127254"/>
                    <a:pt x="2627630" y="127254"/>
                  </a:cubicBezTo>
                  <a:cubicBezTo>
                    <a:pt x="2627630" y="127254"/>
                    <a:pt x="2627630" y="127254"/>
                    <a:pt x="2627630" y="127254"/>
                  </a:cubicBezTo>
                  <a:cubicBezTo>
                    <a:pt x="2627630" y="127254"/>
                    <a:pt x="2627630" y="127254"/>
                    <a:pt x="2627630" y="127254"/>
                  </a:cubicBezTo>
                  <a:close/>
                  <a:moveTo>
                    <a:pt x="2121535" y="254"/>
                  </a:moveTo>
                  <a:cubicBezTo>
                    <a:pt x="2120519" y="254"/>
                    <a:pt x="2119757" y="508"/>
                    <a:pt x="2119122" y="889"/>
                  </a:cubicBezTo>
                  <a:cubicBezTo>
                    <a:pt x="2114931" y="3810"/>
                    <a:pt x="2110740" y="4699"/>
                    <a:pt x="2106422" y="4699"/>
                  </a:cubicBezTo>
                  <a:cubicBezTo>
                    <a:pt x="2100326" y="4699"/>
                    <a:pt x="2094230" y="2921"/>
                    <a:pt x="2087753" y="2921"/>
                  </a:cubicBezTo>
                  <a:cubicBezTo>
                    <a:pt x="2084705" y="2921"/>
                    <a:pt x="2081530" y="3302"/>
                    <a:pt x="2078355" y="4572"/>
                  </a:cubicBezTo>
                  <a:cubicBezTo>
                    <a:pt x="2075561" y="5588"/>
                    <a:pt x="2072386" y="5969"/>
                    <a:pt x="2069211" y="5969"/>
                  </a:cubicBezTo>
                  <a:cubicBezTo>
                    <a:pt x="2059305" y="5969"/>
                    <a:pt x="2047875" y="2286"/>
                    <a:pt x="2038096" y="2286"/>
                  </a:cubicBezTo>
                  <a:cubicBezTo>
                    <a:pt x="2034540" y="2286"/>
                    <a:pt x="2031111" y="2794"/>
                    <a:pt x="2028190" y="4191"/>
                  </a:cubicBezTo>
                  <a:cubicBezTo>
                    <a:pt x="2018919" y="7239"/>
                    <a:pt x="2009775" y="8763"/>
                    <a:pt x="2000504" y="8763"/>
                  </a:cubicBezTo>
                  <a:cubicBezTo>
                    <a:pt x="1991233" y="8763"/>
                    <a:pt x="1982216" y="7239"/>
                    <a:pt x="1973072" y="4318"/>
                  </a:cubicBezTo>
                  <a:cubicBezTo>
                    <a:pt x="1956562" y="4826"/>
                    <a:pt x="1940306" y="6858"/>
                    <a:pt x="1924177" y="10541"/>
                  </a:cubicBezTo>
                  <a:cubicBezTo>
                    <a:pt x="1923669" y="10541"/>
                    <a:pt x="1923161" y="10541"/>
                    <a:pt x="1922653" y="10541"/>
                  </a:cubicBezTo>
                  <a:cubicBezTo>
                    <a:pt x="1909699" y="10541"/>
                    <a:pt x="1896618" y="5588"/>
                    <a:pt x="1883664" y="5588"/>
                  </a:cubicBezTo>
                  <a:cubicBezTo>
                    <a:pt x="1876933" y="5588"/>
                    <a:pt x="1870202" y="6985"/>
                    <a:pt x="1863598" y="11049"/>
                  </a:cubicBezTo>
                  <a:cubicBezTo>
                    <a:pt x="1859026" y="7747"/>
                    <a:pt x="1854454" y="6731"/>
                    <a:pt x="1849755" y="6731"/>
                  </a:cubicBezTo>
                  <a:cubicBezTo>
                    <a:pt x="1840865" y="6731"/>
                    <a:pt x="1831721" y="10668"/>
                    <a:pt x="1822450" y="10668"/>
                  </a:cubicBezTo>
                  <a:cubicBezTo>
                    <a:pt x="1820291" y="10668"/>
                    <a:pt x="1818132" y="10414"/>
                    <a:pt x="1815846" y="9906"/>
                  </a:cubicBezTo>
                  <a:cubicBezTo>
                    <a:pt x="1807718" y="8763"/>
                    <a:pt x="1799590" y="8128"/>
                    <a:pt x="1791589" y="8128"/>
                  </a:cubicBezTo>
                  <a:cubicBezTo>
                    <a:pt x="1779905" y="8128"/>
                    <a:pt x="1768348" y="9398"/>
                    <a:pt x="1756791" y="11811"/>
                  </a:cubicBezTo>
                  <a:cubicBezTo>
                    <a:pt x="1723390" y="15367"/>
                    <a:pt x="1689989" y="17145"/>
                    <a:pt x="1656588" y="17145"/>
                  </a:cubicBezTo>
                  <a:cubicBezTo>
                    <a:pt x="1640332" y="17145"/>
                    <a:pt x="1624076" y="16764"/>
                    <a:pt x="1607693" y="15875"/>
                  </a:cubicBezTo>
                  <a:cubicBezTo>
                    <a:pt x="1603248" y="15748"/>
                    <a:pt x="1598930" y="15621"/>
                    <a:pt x="1594485" y="15621"/>
                  </a:cubicBezTo>
                  <a:cubicBezTo>
                    <a:pt x="1567180" y="15621"/>
                    <a:pt x="1539875" y="18669"/>
                    <a:pt x="1513459" y="18669"/>
                  </a:cubicBezTo>
                  <a:cubicBezTo>
                    <a:pt x="1496568" y="18669"/>
                    <a:pt x="1480185" y="17399"/>
                    <a:pt x="1464437" y="13208"/>
                  </a:cubicBezTo>
                  <a:lnTo>
                    <a:pt x="1429512" y="26924"/>
                  </a:lnTo>
                  <a:cubicBezTo>
                    <a:pt x="1420876" y="23495"/>
                    <a:pt x="1412494" y="17526"/>
                    <a:pt x="1407160" y="17526"/>
                  </a:cubicBezTo>
                  <a:cubicBezTo>
                    <a:pt x="1406271" y="17526"/>
                    <a:pt x="1405509" y="17653"/>
                    <a:pt x="1404874" y="18034"/>
                  </a:cubicBezTo>
                  <a:cubicBezTo>
                    <a:pt x="1395476" y="22225"/>
                    <a:pt x="1385697" y="24511"/>
                    <a:pt x="1375410" y="24892"/>
                  </a:cubicBezTo>
                  <a:cubicBezTo>
                    <a:pt x="1374267" y="24892"/>
                    <a:pt x="1373124" y="25019"/>
                    <a:pt x="1371981" y="25019"/>
                  </a:cubicBezTo>
                  <a:cubicBezTo>
                    <a:pt x="1362964" y="25019"/>
                    <a:pt x="1354074" y="23495"/>
                    <a:pt x="1345565" y="20574"/>
                  </a:cubicBezTo>
                  <a:cubicBezTo>
                    <a:pt x="1341374" y="19431"/>
                    <a:pt x="1337183" y="18923"/>
                    <a:pt x="1333119" y="18923"/>
                  </a:cubicBezTo>
                  <a:cubicBezTo>
                    <a:pt x="1317371" y="18923"/>
                    <a:pt x="1303147" y="26035"/>
                    <a:pt x="1287653" y="26035"/>
                  </a:cubicBezTo>
                  <a:cubicBezTo>
                    <a:pt x="1287145" y="26035"/>
                    <a:pt x="1286764" y="26035"/>
                    <a:pt x="1286256" y="26035"/>
                  </a:cubicBezTo>
                  <a:cubicBezTo>
                    <a:pt x="1274572" y="23876"/>
                    <a:pt x="1263015" y="22860"/>
                    <a:pt x="1251331" y="22860"/>
                  </a:cubicBezTo>
                  <a:cubicBezTo>
                    <a:pt x="1239520" y="22860"/>
                    <a:pt x="1227836" y="23876"/>
                    <a:pt x="1216025" y="26035"/>
                  </a:cubicBezTo>
                  <a:cubicBezTo>
                    <a:pt x="1203325" y="28956"/>
                    <a:pt x="1190752" y="30353"/>
                    <a:pt x="1178052" y="30353"/>
                  </a:cubicBezTo>
                  <a:cubicBezTo>
                    <a:pt x="1168400" y="30353"/>
                    <a:pt x="1158621" y="29464"/>
                    <a:pt x="1148969" y="27813"/>
                  </a:cubicBezTo>
                  <a:cubicBezTo>
                    <a:pt x="1146175" y="27813"/>
                    <a:pt x="1143254" y="27686"/>
                    <a:pt x="1140460" y="27686"/>
                  </a:cubicBezTo>
                  <a:cubicBezTo>
                    <a:pt x="1117092" y="27686"/>
                    <a:pt x="1093851" y="29591"/>
                    <a:pt x="1070737" y="33274"/>
                  </a:cubicBezTo>
                  <a:cubicBezTo>
                    <a:pt x="1069975" y="33274"/>
                    <a:pt x="1069086" y="33274"/>
                    <a:pt x="1068324" y="33274"/>
                  </a:cubicBezTo>
                  <a:cubicBezTo>
                    <a:pt x="1058418" y="33274"/>
                    <a:pt x="1047369" y="30353"/>
                    <a:pt x="1037717" y="30353"/>
                  </a:cubicBezTo>
                  <a:cubicBezTo>
                    <a:pt x="1033272" y="30353"/>
                    <a:pt x="1029208" y="30988"/>
                    <a:pt x="1025652" y="32766"/>
                  </a:cubicBezTo>
                  <a:cubicBezTo>
                    <a:pt x="1018032" y="35941"/>
                    <a:pt x="1010412" y="37592"/>
                    <a:pt x="1002792" y="37592"/>
                  </a:cubicBezTo>
                  <a:cubicBezTo>
                    <a:pt x="995426" y="37592"/>
                    <a:pt x="988187" y="36068"/>
                    <a:pt x="980821" y="33147"/>
                  </a:cubicBezTo>
                  <a:cubicBezTo>
                    <a:pt x="979805" y="32893"/>
                    <a:pt x="978916" y="32893"/>
                    <a:pt x="977900" y="32893"/>
                  </a:cubicBezTo>
                  <a:cubicBezTo>
                    <a:pt x="970026" y="32893"/>
                    <a:pt x="962152" y="38608"/>
                    <a:pt x="954786" y="38608"/>
                  </a:cubicBezTo>
                  <a:cubicBezTo>
                    <a:pt x="950595" y="38608"/>
                    <a:pt x="946658" y="36830"/>
                    <a:pt x="942975" y="31242"/>
                  </a:cubicBezTo>
                  <a:cubicBezTo>
                    <a:pt x="938276" y="37211"/>
                    <a:pt x="932688" y="38735"/>
                    <a:pt x="926973" y="38735"/>
                  </a:cubicBezTo>
                  <a:cubicBezTo>
                    <a:pt x="921258" y="38735"/>
                    <a:pt x="915670" y="37338"/>
                    <a:pt x="910590" y="37338"/>
                  </a:cubicBezTo>
                  <a:cubicBezTo>
                    <a:pt x="910209" y="37338"/>
                    <a:pt x="909828" y="37338"/>
                    <a:pt x="909447" y="37338"/>
                  </a:cubicBezTo>
                  <a:cubicBezTo>
                    <a:pt x="901319" y="37719"/>
                    <a:pt x="888492" y="42037"/>
                    <a:pt x="882142" y="42037"/>
                  </a:cubicBezTo>
                  <a:cubicBezTo>
                    <a:pt x="880364" y="42037"/>
                    <a:pt x="879094" y="41656"/>
                    <a:pt x="878586" y="40894"/>
                  </a:cubicBezTo>
                  <a:cubicBezTo>
                    <a:pt x="875538" y="36068"/>
                    <a:pt x="872744" y="34417"/>
                    <a:pt x="870077" y="34417"/>
                  </a:cubicBezTo>
                  <a:cubicBezTo>
                    <a:pt x="863981" y="34417"/>
                    <a:pt x="858774" y="43307"/>
                    <a:pt x="852170" y="43307"/>
                  </a:cubicBezTo>
                  <a:cubicBezTo>
                    <a:pt x="850773" y="43307"/>
                    <a:pt x="849376" y="42926"/>
                    <a:pt x="847852" y="41910"/>
                  </a:cubicBezTo>
                  <a:cubicBezTo>
                    <a:pt x="844423" y="39878"/>
                    <a:pt x="840105" y="39243"/>
                    <a:pt x="835406" y="39243"/>
                  </a:cubicBezTo>
                  <a:cubicBezTo>
                    <a:pt x="828294" y="39243"/>
                    <a:pt x="820293" y="40767"/>
                    <a:pt x="813308" y="41021"/>
                  </a:cubicBezTo>
                  <a:cubicBezTo>
                    <a:pt x="801878" y="41402"/>
                    <a:pt x="790448" y="42418"/>
                    <a:pt x="779145" y="44196"/>
                  </a:cubicBezTo>
                  <a:cubicBezTo>
                    <a:pt x="768223" y="46990"/>
                    <a:pt x="757047" y="49149"/>
                    <a:pt x="745744" y="50419"/>
                  </a:cubicBezTo>
                  <a:cubicBezTo>
                    <a:pt x="745109" y="50419"/>
                    <a:pt x="744474" y="50419"/>
                    <a:pt x="743839" y="50419"/>
                  </a:cubicBezTo>
                  <a:cubicBezTo>
                    <a:pt x="727710" y="50419"/>
                    <a:pt x="710311" y="46482"/>
                    <a:pt x="695071" y="46482"/>
                  </a:cubicBezTo>
                  <a:cubicBezTo>
                    <a:pt x="693039" y="46482"/>
                    <a:pt x="691134" y="46609"/>
                    <a:pt x="689229" y="46736"/>
                  </a:cubicBezTo>
                  <a:cubicBezTo>
                    <a:pt x="674243" y="47879"/>
                    <a:pt x="657733" y="59309"/>
                    <a:pt x="644652" y="59309"/>
                  </a:cubicBezTo>
                  <a:cubicBezTo>
                    <a:pt x="642620" y="59309"/>
                    <a:pt x="640588" y="59055"/>
                    <a:pt x="638810" y="58420"/>
                  </a:cubicBezTo>
                  <a:cubicBezTo>
                    <a:pt x="628142" y="55626"/>
                    <a:pt x="617347" y="54229"/>
                    <a:pt x="606425" y="54229"/>
                  </a:cubicBezTo>
                  <a:cubicBezTo>
                    <a:pt x="600837" y="54229"/>
                    <a:pt x="595249" y="54610"/>
                    <a:pt x="589661" y="55372"/>
                  </a:cubicBezTo>
                  <a:cubicBezTo>
                    <a:pt x="575056" y="55626"/>
                    <a:pt x="560451" y="60071"/>
                    <a:pt x="546100" y="60579"/>
                  </a:cubicBezTo>
                  <a:cubicBezTo>
                    <a:pt x="532511" y="60960"/>
                    <a:pt x="519049" y="61087"/>
                    <a:pt x="505587" y="61087"/>
                  </a:cubicBezTo>
                  <a:cubicBezTo>
                    <a:pt x="494411" y="61087"/>
                    <a:pt x="483108" y="60960"/>
                    <a:pt x="471932" y="60960"/>
                  </a:cubicBezTo>
                  <a:cubicBezTo>
                    <a:pt x="464820" y="60960"/>
                    <a:pt x="457708" y="60960"/>
                    <a:pt x="450469" y="61087"/>
                  </a:cubicBezTo>
                  <a:cubicBezTo>
                    <a:pt x="442976" y="61214"/>
                    <a:pt x="437642" y="69088"/>
                    <a:pt x="430276" y="69088"/>
                  </a:cubicBezTo>
                  <a:cubicBezTo>
                    <a:pt x="427101" y="69088"/>
                    <a:pt x="423545" y="67691"/>
                    <a:pt x="419354" y="63627"/>
                  </a:cubicBezTo>
                  <a:cubicBezTo>
                    <a:pt x="414401" y="61341"/>
                    <a:pt x="409321" y="60198"/>
                    <a:pt x="403987" y="60198"/>
                  </a:cubicBezTo>
                  <a:cubicBezTo>
                    <a:pt x="403352" y="60198"/>
                    <a:pt x="402717" y="60198"/>
                    <a:pt x="402082" y="60198"/>
                  </a:cubicBezTo>
                  <a:cubicBezTo>
                    <a:pt x="395986" y="60452"/>
                    <a:pt x="390398" y="62230"/>
                    <a:pt x="385191" y="65278"/>
                  </a:cubicBezTo>
                  <a:cubicBezTo>
                    <a:pt x="378968" y="69596"/>
                    <a:pt x="372491" y="70358"/>
                    <a:pt x="366268" y="70358"/>
                  </a:cubicBezTo>
                  <a:cubicBezTo>
                    <a:pt x="363220" y="70358"/>
                    <a:pt x="360299" y="70231"/>
                    <a:pt x="357378" y="70231"/>
                  </a:cubicBezTo>
                  <a:cubicBezTo>
                    <a:pt x="353568" y="70231"/>
                    <a:pt x="350012" y="70485"/>
                    <a:pt x="346583" y="71882"/>
                  </a:cubicBezTo>
                  <a:cubicBezTo>
                    <a:pt x="342265" y="74041"/>
                    <a:pt x="337566" y="75184"/>
                    <a:pt x="332867" y="75184"/>
                  </a:cubicBezTo>
                  <a:cubicBezTo>
                    <a:pt x="331724" y="75184"/>
                    <a:pt x="330581" y="75184"/>
                    <a:pt x="329438" y="75057"/>
                  </a:cubicBezTo>
                  <a:cubicBezTo>
                    <a:pt x="323342" y="74422"/>
                    <a:pt x="318008" y="72136"/>
                    <a:pt x="313309" y="68326"/>
                  </a:cubicBezTo>
                  <a:lnTo>
                    <a:pt x="274828" y="84709"/>
                  </a:lnTo>
                  <a:cubicBezTo>
                    <a:pt x="271399" y="80772"/>
                    <a:pt x="269494" y="75819"/>
                    <a:pt x="267081" y="75565"/>
                  </a:cubicBezTo>
                  <a:cubicBezTo>
                    <a:pt x="266827" y="75565"/>
                    <a:pt x="266573" y="75565"/>
                    <a:pt x="266319" y="75565"/>
                  </a:cubicBezTo>
                  <a:cubicBezTo>
                    <a:pt x="248412" y="75565"/>
                    <a:pt x="75565" y="100330"/>
                    <a:pt x="65405" y="105791"/>
                  </a:cubicBezTo>
                  <a:cubicBezTo>
                    <a:pt x="43942" y="117729"/>
                    <a:pt x="22352" y="131445"/>
                    <a:pt x="762" y="144399"/>
                  </a:cubicBezTo>
                  <a:lnTo>
                    <a:pt x="762" y="144399"/>
                  </a:lnTo>
                  <a:lnTo>
                    <a:pt x="12192" y="157988"/>
                  </a:lnTo>
                  <a:lnTo>
                    <a:pt x="0" y="172212"/>
                  </a:lnTo>
                  <a:lnTo>
                    <a:pt x="13462" y="204978"/>
                  </a:lnTo>
                  <a:cubicBezTo>
                    <a:pt x="27305" y="209423"/>
                    <a:pt x="40259" y="222123"/>
                    <a:pt x="54610" y="222123"/>
                  </a:cubicBezTo>
                  <a:cubicBezTo>
                    <a:pt x="60452" y="222123"/>
                    <a:pt x="66548" y="219964"/>
                    <a:pt x="72898" y="214376"/>
                  </a:cubicBezTo>
                  <a:cubicBezTo>
                    <a:pt x="78105" y="217932"/>
                    <a:pt x="82677" y="219202"/>
                    <a:pt x="86995" y="219202"/>
                  </a:cubicBezTo>
                  <a:cubicBezTo>
                    <a:pt x="102489" y="219202"/>
                    <a:pt x="113157" y="200660"/>
                    <a:pt x="131826" y="200660"/>
                  </a:cubicBezTo>
                  <a:cubicBezTo>
                    <a:pt x="132842" y="200660"/>
                    <a:pt x="133858" y="200660"/>
                    <a:pt x="134874" y="200787"/>
                  </a:cubicBezTo>
                  <a:cubicBezTo>
                    <a:pt x="143129" y="201422"/>
                    <a:pt x="151511" y="201803"/>
                    <a:pt x="159766" y="201803"/>
                  </a:cubicBezTo>
                  <a:cubicBezTo>
                    <a:pt x="167513" y="201803"/>
                    <a:pt x="175133" y="201549"/>
                    <a:pt x="182880" y="200914"/>
                  </a:cubicBezTo>
                  <a:cubicBezTo>
                    <a:pt x="189103" y="195834"/>
                    <a:pt x="195199" y="194310"/>
                    <a:pt x="201295" y="194310"/>
                  </a:cubicBezTo>
                  <a:cubicBezTo>
                    <a:pt x="211455" y="194310"/>
                    <a:pt x="221615" y="198628"/>
                    <a:pt x="232156" y="198628"/>
                  </a:cubicBezTo>
                  <a:cubicBezTo>
                    <a:pt x="233934" y="198628"/>
                    <a:pt x="235712" y="198501"/>
                    <a:pt x="237490" y="198247"/>
                  </a:cubicBezTo>
                  <a:cubicBezTo>
                    <a:pt x="256540" y="195326"/>
                    <a:pt x="276098" y="189865"/>
                    <a:pt x="294513" y="187706"/>
                  </a:cubicBezTo>
                  <a:cubicBezTo>
                    <a:pt x="312928" y="185547"/>
                    <a:pt x="332232" y="185547"/>
                    <a:pt x="355346" y="184404"/>
                  </a:cubicBezTo>
                  <a:lnTo>
                    <a:pt x="366395" y="194056"/>
                  </a:lnTo>
                  <a:lnTo>
                    <a:pt x="389509" y="176403"/>
                  </a:lnTo>
                  <a:lnTo>
                    <a:pt x="532638" y="177165"/>
                  </a:lnTo>
                  <a:cubicBezTo>
                    <a:pt x="541020" y="169037"/>
                    <a:pt x="550545" y="167005"/>
                    <a:pt x="560578" y="167005"/>
                  </a:cubicBezTo>
                  <a:cubicBezTo>
                    <a:pt x="569976" y="167005"/>
                    <a:pt x="579628" y="168783"/>
                    <a:pt x="589026" y="168783"/>
                  </a:cubicBezTo>
                  <a:cubicBezTo>
                    <a:pt x="594487" y="168783"/>
                    <a:pt x="599948" y="168148"/>
                    <a:pt x="605028" y="166243"/>
                  </a:cubicBezTo>
                  <a:cubicBezTo>
                    <a:pt x="610997" y="164084"/>
                    <a:pt x="617347" y="163195"/>
                    <a:pt x="624078" y="163195"/>
                  </a:cubicBezTo>
                  <a:cubicBezTo>
                    <a:pt x="643636" y="163195"/>
                    <a:pt x="665734" y="170434"/>
                    <a:pt x="685038" y="172466"/>
                  </a:cubicBezTo>
                  <a:cubicBezTo>
                    <a:pt x="700659" y="162814"/>
                    <a:pt x="715645" y="155956"/>
                    <a:pt x="730631" y="155956"/>
                  </a:cubicBezTo>
                  <a:cubicBezTo>
                    <a:pt x="741045" y="155956"/>
                    <a:pt x="751332" y="159258"/>
                    <a:pt x="761873" y="167259"/>
                  </a:cubicBezTo>
                  <a:lnTo>
                    <a:pt x="794385" y="154051"/>
                  </a:lnTo>
                  <a:lnTo>
                    <a:pt x="803402" y="164084"/>
                  </a:lnTo>
                  <a:cubicBezTo>
                    <a:pt x="814324" y="160909"/>
                    <a:pt x="825500" y="158750"/>
                    <a:pt x="836803" y="157353"/>
                  </a:cubicBezTo>
                  <a:cubicBezTo>
                    <a:pt x="844804" y="157099"/>
                    <a:pt x="852805" y="156972"/>
                    <a:pt x="860933" y="156972"/>
                  </a:cubicBezTo>
                  <a:cubicBezTo>
                    <a:pt x="871855" y="156972"/>
                    <a:pt x="882777" y="157099"/>
                    <a:pt x="893572" y="157099"/>
                  </a:cubicBezTo>
                  <a:cubicBezTo>
                    <a:pt x="906399" y="157099"/>
                    <a:pt x="919353" y="156972"/>
                    <a:pt x="932180" y="156083"/>
                  </a:cubicBezTo>
                  <a:cubicBezTo>
                    <a:pt x="950214" y="153416"/>
                    <a:pt x="967867" y="149225"/>
                    <a:pt x="985139" y="143510"/>
                  </a:cubicBezTo>
                  <a:lnTo>
                    <a:pt x="993902" y="153543"/>
                  </a:lnTo>
                  <a:cubicBezTo>
                    <a:pt x="1055497" y="135382"/>
                    <a:pt x="1123188" y="153797"/>
                    <a:pt x="1185799" y="133985"/>
                  </a:cubicBezTo>
                  <a:lnTo>
                    <a:pt x="1195324" y="144907"/>
                  </a:lnTo>
                  <a:cubicBezTo>
                    <a:pt x="1203071" y="141097"/>
                    <a:pt x="1210691" y="139700"/>
                    <a:pt x="1218311" y="139700"/>
                  </a:cubicBezTo>
                  <a:cubicBezTo>
                    <a:pt x="1231265" y="139700"/>
                    <a:pt x="1244600" y="143891"/>
                    <a:pt x="1258951" y="147574"/>
                  </a:cubicBezTo>
                  <a:lnTo>
                    <a:pt x="1280795" y="131572"/>
                  </a:lnTo>
                  <a:cubicBezTo>
                    <a:pt x="1302004" y="135763"/>
                    <a:pt x="1323086" y="137414"/>
                    <a:pt x="1344041" y="137414"/>
                  </a:cubicBezTo>
                  <a:cubicBezTo>
                    <a:pt x="1389507" y="137414"/>
                    <a:pt x="1434465" y="129540"/>
                    <a:pt x="1479296" y="122047"/>
                  </a:cubicBezTo>
                  <a:cubicBezTo>
                    <a:pt x="1486662" y="131953"/>
                    <a:pt x="1496060" y="135255"/>
                    <a:pt x="1507998" y="135255"/>
                  </a:cubicBezTo>
                  <a:cubicBezTo>
                    <a:pt x="1514602" y="135255"/>
                    <a:pt x="1521841" y="134239"/>
                    <a:pt x="1529969" y="132715"/>
                  </a:cubicBezTo>
                  <a:lnTo>
                    <a:pt x="1543685" y="116205"/>
                  </a:lnTo>
                  <a:cubicBezTo>
                    <a:pt x="1548765" y="126873"/>
                    <a:pt x="1555369" y="130175"/>
                    <a:pt x="1562735" y="130175"/>
                  </a:cubicBezTo>
                  <a:cubicBezTo>
                    <a:pt x="1573911" y="130175"/>
                    <a:pt x="1586484" y="122809"/>
                    <a:pt x="1597279" y="122809"/>
                  </a:cubicBezTo>
                  <a:cubicBezTo>
                    <a:pt x="1604010" y="122809"/>
                    <a:pt x="1610106" y="125730"/>
                    <a:pt x="1614551" y="135001"/>
                  </a:cubicBezTo>
                  <a:cubicBezTo>
                    <a:pt x="1614551" y="135001"/>
                    <a:pt x="1614551" y="135001"/>
                    <a:pt x="1614551" y="135001"/>
                  </a:cubicBezTo>
                  <a:cubicBezTo>
                    <a:pt x="1614932" y="135001"/>
                    <a:pt x="1617726" y="133731"/>
                    <a:pt x="1629283" y="129159"/>
                  </a:cubicBezTo>
                  <a:lnTo>
                    <a:pt x="1638554" y="112014"/>
                  </a:lnTo>
                  <a:lnTo>
                    <a:pt x="1658366" y="128905"/>
                  </a:lnTo>
                  <a:cubicBezTo>
                    <a:pt x="1662684" y="126492"/>
                    <a:pt x="1666875" y="121412"/>
                    <a:pt x="1671066" y="121412"/>
                  </a:cubicBezTo>
                  <a:cubicBezTo>
                    <a:pt x="1671193" y="121412"/>
                    <a:pt x="1671447" y="121412"/>
                    <a:pt x="1671574" y="121412"/>
                  </a:cubicBezTo>
                  <a:cubicBezTo>
                    <a:pt x="1673606" y="121412"/>
                    <a:pt x="1675638" y="121412"/>
                    <a:pt x="1677670" y="121412"/>
                  </a:cubicBezTo>
                  <a:cubicBezTo>
                    <a:pt x="1699514" y="121412"/>
                    <a:pt x="1721485" y="122174"/>
                    <a:pt x="1743329" y="122174"/>
                  </a:cubicBezTo>
                  <a:cubicBezTo>
                    <a:pt x="1754632" y="122174"/>
                    <a:pt x="1765935" y="121920"/>
                    <a:pt x="1777238" y="121412"/>
                  </a:cubicBezTo>
                  <a:cubicBezTo>
                    <a:pt x="1781302" y="120650"/>
                    <a:pt x="1785366" y="120269"/>
                    <a:pt x="1789430" y="120269"/>
                  </a:cubicBezTo>
                  <a:cubicBezTo>
                    <a:pt x="1796669" y="120269"/>
                    <a:pt x="1803908" y="121539"/>
                    <a:pt x="1811020" y="124079"/>
                  </a:cubicBezTo>
                  <a:cubicBezTo>
                    <a:pt x="1813814" y="124460"/>
                    <a:pt x="1816481" y="124587"/>
                    <a:pt x="1819148" y="124587"/>
                  </a:cubicBezTo>
                  <a:cubicBezTo>
                    <a:pt x="1829054" y="124587"/>
                    <a:pt x="1838452" y="122047"/>
                    <a:pt x="1847469" y="117094"/>
                  </a:cubicBezTo>
                  <a:cubicBezTo>
                    <a:pt x="1853438" y="113538"/>
                    <a:pt x="1859788" y="111506"/>
                    <a:pt x="1866646" y="110998"/>
                  </a:cubicBezTo>
                  <a:cubicBezTo>
                    <a:pt x="1867916" y="110871"/>
                    <a:pt x="1869186" y="110871"/>
                    <a:pt x="1870456" y="110871"/>
                  </a:cubicBezTo>
                  <a:cubicBezTo>
                    <a:pt x="1875917" y="110871"/>
                    <a:pt x="1881378" y="111887"/>
                    <a:pt x="1886585" y="113919"/>
                  </a:cubicBezTo>
                  <a:cubicBezTo>
                    <a:pt x="1899285" y="118872"/>
                    <a:pt x="1912112" y="121412"/>
                    <a:pt x="1925193" y="121412"/>
                  </a:cubicBezTo>
                  <a:cubicBezTo>
                    <a:pt x="1933702" y="121412"/>
                    <a:pt x="1942211" y="120396"/>
                    <a:pt x="1950847" y="118237"/>
                  </a:cubicBezTo>
                  <a:cubicBezTo>
                    <a:pt x="1952879" y="117856"/>
                    <a:pt x="1955038" y="117729"/>
                    <a:pt x="1957070" y="117729"/>
                  </a:cubicBezTo>
                  <a:cubicBezTo>
                    <a:pt x="1971675" y="117729"/>
                    <a:pt x="1984375" y="125222"/>
                    <a:pt x="1996440" y="125222"/>
                  </a:cubicBezTo>
                  <a:cubicBezTo>
                    <a:pt x="1999107" y="125222"/>
                    <a:pt x="2001774" y="124841"/>
                    <a:pt x="2004314" y="123952"/>
                  </a:cubicBezTo>
                  <a:cubicBezTo>
                    <a:pt x="2014347" y="120142"/>
                    <a:pt x="2024761" y="118237"/>
                    <a:pt x="2035556" y="118237"/>
                  </a:cubicBezTo>
                  <a:cubicBezTo>
                    <a:pt x="2036445" y="118237"/>
                    <a:pt x="2037207" y="118237"/>
                    <a:pt x="2038096" y="118237"/>
                  </a:cubicBezTo>
                  <a:cubicBezTo>
                    <a:pt x="2040255" y="118364"/>
                    <a:pt x="2042287" y="118364"/>
                    <a:pt x="2044446" y="118364"/>
                  </a:cubicBezTo>
                  <a:cubicBezTo>
                    <a:pt x="2054225" y="118364"/>
                    <a:pt x="2064258" y="117221"/>
                    <a:pt x="2073910" y="116840"/>
                  </a:cubicBezTo>
                  <a:cubicBezTo>
                    <a:pt x="2085721" y="116332"/>
                    <a:pt x="2096897" y="116332"/>
                    <a:pt x="2109343" y="115570"/>
                  </a:cubicBezTo>
                  <a:cubicBezTo>
                    <a:pt x="2121789" y="114808"/>
                    <a:pt x="2133981" y="113538"/>
                    <a:pt x="2146427" y="112522"/>
                  </a:cubicBezTo>
                  <a:lnTo>
                    <a:pt x="2152269" y="119761"/>
                  </a:lnTo>
                  <a:lnTo>
                    <a:pt x="2168398" y="109982"/>
                  </a:lnTo>
                  <a:lnTo>
                    <a:pt x="2189607" y="124714"/>
                  </a:lnTo>
                  <a:cubicBezTo>
                    <a:pt x="2206371" y="118491"/>
                    <a:pt x="2223643" y="115443"/>
                    <a:pt x="2241423" y="115443"/>
                  </a:cubicBezTo>
                  <a:cubicBezTo>
                    <a:pt x="2242058" y="115443"/>
                    <a:pt x="2242693" y="115443"/>
                    <a:pt x="2243455" y="115443"/>
                  </a:cubicBezTo>
                  <a:cubicBezTo>
                    <a:pt x="2247773" y="118110"/>
                    <a:pt x="2252091" y="118999"/>
                    <a:pt x="2256282" y="118999"/>
                  </a:cubicBezTo>
                  <a:cubicBezTo>
                    <a:pt x="2267585" y="118999"/>
                    <a:pt x="2278634" y="112141"/>
                    <a:pt x="2290445" y="112141"/>
                  </a:cubicBezTo>
                  <a:cubicBezTo>
                    <a:pt x="2293874" y="112141"/>
                    <a:pt x="2297303" y="112649"/>
                    <a:pt x="2300859" y="114173"/>
                  </a:cubicBezTo>
                  <a:cubicBezTo>
                    <a:pt x="2308606" y="118364"/>
                    <a:pt x="2316861" y="120904"/>
                    <a:pt x="2325624" y="121920"/>
                  </a:cubicBezTo>
                  <a:cubicBezTo>
                    <a:pt x="2328037" y="122174"/>
                    <a:pt x="2330577" y="122301"/>
                    <a:pt x="2332990" y="122301"/>
                  </a:cubicBezTo>
                  <a:cubicBezTo>
                    <a:pt x="2339213" y="122301"/>
                    <a:pt x="2345436" y="121412"/>
                    <a:pt x="2351532" y="119634"/>
                  </a:cubicBezTo>
                  <a:cubicBezTo>
                    <a:pt x="2361692" y="114808"/>
                    <a:pt x="2372487" y="112395"/>
                    <a:pt x="2383790" y="112395"/>
                  </a:cubicBezTo>
                  <a:cubicBezTo>
                    <a:pt x="2383917" y="112395"/>
                    <a:pt x="2384044" y="112395"/>
                    <a:pt x="2384171" y="112395"/>
                  </a:cubicBezTo>
                  <a:cubicBezTo>
                    <a:pt x="2395347" y="112395"/>
                    <a:pt x="2406015" y="114681"/>
                    <a:pt x="2416175" y="119380"/>
                  </a:cubicBezTo>
                  <a:cubicBezTo>
                    <a:pt x="2426843" y="122682"/>
                    <a:pt x="2437638" y="124333"/>
                    <a:pt x="2448560" y="124333"/>
                  </a:cubicBezTo>
                  <a:cubicBezTo>
                    <a:pt x="2455672" y="124333"/>
                    <a:pt x="2462911" y="123571"/>
                    <a:pt x="2470150" y="122174"/>
                  </a:cubicBezTo>
                  <a:cubicBezTo>
                    <a:pt x="2483612" y="119761"/>
                    <a:pt x="2497074" y="118618"/>
                    <a:pt x="2510536" y="118618"/>
                  </a:cubicBezTo>
                  <a:cubicBezTo>
                    <a:pt x="2522093" y="118618"/>
                    <a:pt x="2533523" y="119507"/>
                    <a:pt x="2545080" y="121285"/>
                  </a:cubicBezTo>
                  <a:cubicBezTo>
                    <a:pt x="2552446" y="123190"/>
                    <a:pt x="2559685" y="124079"/>
                    <a:pt x="2566924" y="124079"/>
                  </a:cubicBezTo>
                  <a:cubicBezTo>
                    <a:pt x="2577973" y="124079"/>
                    <a:pt x="2588895" y="121920"/>
                    <a:pt x="2599690" y="117475"/>
                  </a:cubicBezTo>
                  <a:cubicBezTo>
                    <a:pt x="2600452" y="117094"/>
                    <a:pt x="2601214" y="116967"/>
                    <a:pt x="2602230" y="116967"/>
                  </a:cubicBezTo>
                  <a:cubicBezTo>
                    <a:pt x="2608326" y="116967"/>
                    <a:pt x="2618486" y="123952"/>
                    <a:pt x="2627630" y="127381"/>
                  </a:cubicBezTo>
                  <a:cubicBezTo>
                    <a:pt x="2627630" y="127127"/>
                    <a:pt x="2630043" y="123444"/>
                    <a:pt x="2632583" y="123444"/>
                  </a:cubicBezTo>
                  <a:cubicBezTo>
                    <a:pt x="2632710" y="123444"/>
                    <a:pt x="2632710" y="123444"/>
                    <a:pt x="2632837" y="123444"/>
                  </a:cubicBezTo>
                  <a:cubicBezTo>
                    <a:pt x="2637409" y="122936"/>
                    <a:pt x="2641981" y="122809"/>
                    <a:pt x="2646553" y="122809"/>
                  </a:cubicBezTo>
                  <a:cubicBezTo>
                    <a:pt x="2670810" y="122809"/>
                    <a:pt x="2695321" y="128524"/>
                    <a:pt x="2719832" y="128524"/>
                  </a:cubicBezTo>
                  <a:cubicBezTo>
                    <a:pt x="2730754" y="128524"/>
                    <a:pt x="2741676" y="127381"/>
                    <a:pt x="2752471" y="124079"/>
                  </a:cubicBezTo>
                  <a:cubicBezTo>
                    <a:pt x="2755392" y="129159"/>
                    <a:pt x="2758440" y="130937"/>
                    <a:pt x="2761615" y="130937"/>
                  </a:cubicBezTo>
                  <a:cubicBezTo>
                    <a:pt x="2767965" y="130937"/>
                    <a:pt x="2774569" y="124206"/>
                    <a:pt x="2781300" y="124206"/>
                  </a:cubicBezTo>
                  <a:cubicBezTo>
                    <a:pt x="2782951" y="124206"/>
                    <a:pt x="2784729" y="124587"/>
                    <a:pt x="2786380" y="125730"/>
                  </a:cubicBezTo>
                  <a:cubicBezTo>
                    <a:pt x="2794000" y="130556"/>
                    <a:pt x="2804795" y="136525"/>
                    <a:pt x="2811526" y="136525"/>
                  </a:cubicBezTo>
                  <a:cubicBezTo>
                    <a:pt x="2813050" y="136525"/>
                    <a:pt x="2814320" y="136271"/>
                    <a:pt x="2815336" y="135636"/>
                  </a:cubicBezTo>
                  <a:cubicBezTo>
                    <a:pt x="2820797" y="132461"/>
                    <a:pt x="2825877" y="131445"/>
                    <a:pt x="2830703" y="131445"/>
                  </a:cubicBezTo>
                  <a:cubicBezTo>
                    <a:pt x="2838704" y="131445"/>
                    <a:pt x="2846197" y="134112"/>
                    <a:pt x="2853944" y="134112"/>
                  </a:cubicBezTo>
                  <a:cubicBezTo>
                    <a:pt x="2854579" y="134112"/>
                    <a:pt x="2855214" y="134112"/>
                    <a:pt x="2855849" y="134112"/>
                  </a:cubicBezTo>
                  <a:cubicBezTo>
                    <a:pt x="2856992" y="134112"/>
                    <a:pt x="2858135" y="133985"/>
                    <a:pt x="2859278" y="133985"/>
                  </a:cubicBezTo>
                  <a:cubicBezTo>
                    <a:pt x="2868803" y="133985"/>
                    <a:pt x="2878074" y="135763"/>
                    <a:pt x="2887726" y="135763"/>
                  </a:cubicBezTo>
                  <a:cubicBezTo>
                    <a:pt x="2895092" y="135763"/>
                    <a:pt x="2902585" y="134747"/>
                    <a:pt x="2910713" y="131064"/>
                  </a:cubicBezTo>
                  <a:cubicBezTo>
                    <a:pt x="2913381" y="129921"/>
                    <a:pt x="2916301" y="129413"/>
                    <a:pt x="2919603" y="129413"/>
                  </a:cubicBezTo>
                  <a:cubicBezTo>
                    <a:pt x="2932303" y="129413"/>
                    <a:pt x="2948813" y="137033"/>
                    <a:pt x="2965323" y="140462"/>
                  </a:cubicBezTo>
                  <a:lnTo>
                    <a:pt x="2981453" y="127508"/>
                  </a:lnTo>
                  <a:lnTo>
                    <a:pt x="2998217" y="141986"/>
                  </a:lnTo>
                  <a:cubicBezTo>
                    <a:pt x="3004440" y="137160"/>
                    <a:pt x="3010409" y="130937"/>
                    <a:pt x="3017775" y="130937"/>
                  </a:cubicBezTo>
                  <a:cubicBezTo>
                    <a:pt x="3021966" y="130937"/>
                    <a:pt x="3026664" y="132969"/>
                    <a:pt x="3032126" y="138430"/>
                  </a:cubicBezTo>
                  <a:cubicBezTo>
                    <a:pt x="3034031" y="140335"/>
                    <a:pt x="3037079" y="140970"/>
                    <a:pt x="3040761" y="140970"/>
                  </a:cubicBezTo>
                  <a:cubicBezTo>
                    <a:pt x="3049779" y="140970"/>
                    <a:pt x="3062732" y="137033"/>
                    <a:pt x="3072638" y="136525"/>
                  </a:cubicBezTo>
                  <a:cubicBezTo>
                    <a:pt x="3080131" y="135636"/>
                    <a:pt x="3087751" y="135255"/>
                    <a:pt x="3095244" y="135255"/>
                  </a:cubicBezTo>
                  <a:cubicBezTo>
                    <a:pt x="3101213" y="135255"/>
                    <a:pt x="3107055" y="135509"/>
                    <a:pt x="3113024" y="136017"/>
                  </a:cubicBezTo>
                  <a:cubicBezTo>
                    <a:pt x="3117088" y="136525"/>
                    <a:pt x="3121152" y="136652"/>
                    <a:pt x="3125216" y="136652"/>
                  </a:cubicBezTo>
                  <a:cubicBezTo>
                    <a:pt x="3133217" y="136652"/>
                    <a:pt x="3141091" y="135763"/>
                    <a:pt x="3148965" y="133985"/>
                  </a:cubicBezTo>
                  <a:lnTo>
                    <a:pt x="3161538" y="146177"/>
                  </a:lnTo>
                  <a:cubicBezTo>
                    <a:pt x="3171698" y="142240"/>
                    <a:pt x="3182112" y="139954"/>
                    <a:pt x="3192907" y="139319"/>
                  </a:cubicBezTo>
                  <a:cubicBezTo>
                    <a:pt x="3194431" y="139446"/>
                    <a:pt x="3195956" y="139573"/>
                    <a:pt x="3197479" y="139573"/>
                  </a:cubicBezTo>
                  <a:cubicBezTo>
                    <a:pt x="3205988" y="139573"/>
                    <a:pt x="3214625" y="137160"/>
                    <a:pt x="3223387" y="137160"/>
                  </a:cubicBezTo>
                  <a:cubicBezTo>
                    <a:pt x="3229610" y="137160"/>
                    <a:pt x="3235960" y="138430"/>
                    <a:pt x="3242310" y="142621"/>
                  </a:cubicBezTo>
                  <a:cubicBezTo>
                    <a:pt x="3242691" y="142875"/>
                    <a:pt x="3243072" y="142875"/>
                    <a:pt x="3243581" y="142875"/>
                  </a:cubicBezTo>
                  <a:cubicBezTo>
                    <a:pt x="3248153" y="142875"/>
                    <a:pt x="3259710" y="136398"/>
                    <a:pt x="3270250" y="136398"/>
                  </a:cubicBezTo>
                  <a:cubicBezTo>
                    <a:pt x="3271647" y="136398"/>
                    <a:pt x="3273172" y="136525"/>
                    <a:pt x="3274568" y="136779"/>
                  </a:cubicBezTo>
                  <a:cubicBezTo>
                    <a:pt x="3286760" y="137160"/>
                    <a:pt x="3298698" y="138684"/>
                    <a:pt x="3310509" y="141732"/>
                  </a:cubicBezTo>
                  <a:cubicBezTo>
                    <a:pt x="3312414" y="142621"/>
                    <a:pt x="3314192" y="143002"/>
                    <a:pt x="3315970" y="143002"/>
                  </a:cubicBezTo>
                  <a:cubicBezTo>
                    <a:pt x="3323209" y="143002"/>
                    <a:pt x="3329559" y="136906"/>
                    <a:pt x="3336798" y="136906"/>
                  </a:cubicBezTo>
                  <a:cubicBezTo>
                    <a:pt x="3339719" y="136906"/>
                    <a:pt x="3342767" y="137795"/>
                    <a:pt x="3346069" y="140462"/>
                  </a:cubicBezTo>
                  <a:cubicBezTo>
                    <a:pt x="3347339" y="141478"/>
                    <a:pt x="3348991" y="141732"/>
                    <a:pt x="3351023" y="141732"/>
                  </a:cubicBezTo>
                  <a:cubicBezTo>
                    <a:pt x="3357500" y="141732"/>
                    <a:pt x="3367025" y="137541"/>
                    <a:pt x="3374772" y="137541"/>
                  </a:cubicBezTo>
                  <a:cubicBezTo>
                    <a:pt x="3375406" y="137541"/>
                    <a:pt x="3376168" y="137541"/>
                    <a:pt x="3376804" y="137668"/>
                  </a:cubicBezTo>
                  <a:cubicBezTo>
                    <a:pt x="3395092" y="138303"/>
                    <a:pt x="3412999" y="141859"/>
                    <a:pt x="3431160" y="141859"/>
                  </a:cubicBezTo>
                  <a:cubicBezTo>
                    <a:pt x="3441319" y="141859"/>
                    <a:pt x="3451733" y="140716"/>
                    <a:pt x="3462275" y="137414"/>
                  </a:cubicBezTo>
                  <a:cubicBezTo>
                    <a:pt x="3466466" y="136271"/>
                    <a:pt x="3470530" y="135636"/>
                    <a:pt x="3474721" y="135636"/>
                  </a:cubicBezTo>
                  <a:cubicBezTo>
                    <a:pt x="3478658" y="135636"/>
                    <a:pt x="3482595" y="136144"/>
                    <a:pt x="3486532" y="137160"/>
                  </a:cubicBezTo>
                  <a:cubicBezTo>
                    <a:pt x="3494660" y="139319"/>
                    <a:pt x="3501645" y="143383"/>
                    <a:pt x="3507614" y="149225"/>
                  </a:cubicBezTo>
                  <a:cubicBezTo>
                    <a:pt x="3516123" y="143637"/>
                    <a:pt x="3524505" y="141605"/>
                    <a:pt x="3532887" y="141605"/>
                  </a:cubicBezTo>
                  <a:cubicBezTo>
                    <a:pt x="3545714" y="141605"/>
                    <a:pt x="3558668" y="146177"/>
                    <a:pt x="3572638" y="149098"/>
                  </a:cubicBezTo>
                  <a:cubicBezTo>
                    <a:pt x="3576575" y="149987"/>
                    <a:pt x="3580512" y="150241"/>
                    <a:pt x="3584322" y="150241"/>
                  </a:cubicBezTo>
                  <a:cubicBezTo>
                    <a:pt x="3600578" y="150241"/>
                    <a:pt x="3615564" y="144018"/>
                    <a:pt x="3631312" y="144018"/>
                  </a:cubicBezTo>
                  <a:cubicBezTo>
                    <a:pt x="3633217" y="144018"/>
                    <a:pt x="3635122" y="144145"/>
                    <a:pt x="3637154" y="144272"/>
                  </a:cubicBezTo>
                  <a:cubicBezTo>
                    <a:pt x="3664967" y="147955"/>
                    <a:pt x="3692780" y="149733"/>
                    <a:pt x="3720720" y="149733"/>
                  </a:cubicBezTo>
                  <a:cubicBezTo>
                    <a:pt x="3724022" y="149733"/>
                    <a:pt x="3727324" y="149733"/>
                    <a:pt x="3730499" y="149606"/>
                  </a:cubicBezTo>
                  <a:cubicBezTo>
                    <a:pt x="3738881" y="148971"/>
                    <a:pt x="3747263" y="145161"/>
                    <a:pt x="3756280" y="145161"/>
                  </a:cubicBezTo>
                  <a:cubicBezTo>
                    <a:pt x="3759328" y="145161"/>
                    <a:pt x="3762503" y="145542"/>
                    <a:pt x="3765678" y="146812"/>
                  </a:cubicBezTo>
                  <a:cubicBezTo>
                    <a:pt x="3773298" y="149098"/>
                    <a:pt x="3780918" y="150241"/>
                    <a:pt x="3788664" y="150241"/>
                  </a:cubicBezTo>
                  <a:cubicBezTo>
                    <a:pt x="3792855" y="150241"/>
                    <a:pt x="3797047" y="149860"/>
                    <a:pt x="3801237" y="149225"/>
                  </a:cubicBezTo>
                  <a:cubicBezTo>
                    <a:pt x="3817620" y="145669"/>
                    <a:pt x="3833622" y="141224"/>
                    <a:pt x="3849497" y="135636"/>
                  </a:cubicBezTo>
                  <a:cubicBezTo>
                    <a:pt x="3823970" y="132842"/>
                    <a:pt x="3810508" y="130556"/>
                    <a:pt x="3799205" y="128651"/>
                  </a:cubicBezTo>
                  <a:cubicBezTo>
                    <a:pt x="3787903" y="126746"/>
                    <a:pt x="3773170" y="125476"/>
                    <a:pt x="3767074" y="117983"/>
                  </a:cubicBezTo>
                  <a:cubicBezTo>
                    <a:pt x="3764661" y="115189"/>
                    <a:pt x="3762121" y="114173"/>
                    <a:pt x="3759708" y="114173"/>
                  </a:cubicBezTo>
                  <a:cubicBezTo>
                    <a:pt x="3753231" y="114173"/>
                    <a:pt x="3746755" y="121031"/>
                    <a:pt x="3741293" y="121031"/>
                  </a:cubicBezTo>
                  <a:cubicBezTo>
                    <a:pt x="3738626" y="121031"/>
                    <a:pt x="3736086" y="119380"/>
                    <a:pt x="3734054" y="114427"/>
                  </a:cubicBezTo>
                  <a:cubicBezTo>
                    <a:pt x="3729101" y="115697"/>
                    <a:pt x="3724148" y="116205"/>
                    <a:pt x="3719449" y="116205"/>
                  </a:cubicBezTo>
                  <a:cubicBezTo>
                    <a:pt x="3695319" y="116205"/>
                    <a:pt x="3673094" y="102743"/>
                    <a:pt x="3648710" y="101981"/>
                  </a:cubicBezTo>
                  <a:cubicBezTo>
                    <a:pt x="3612388" y="100076"/>
                    <a:pt x="3575939" y="94107"/>
                    <a:pt x="3539617" y="90170"/>
                  </a:cubicBezTo>
                  <a:lnTo>
                    <a:pt x="3389376" y="74168"/>
                  </a:lnTo>
                  <a:cubicBezTo>
                    <a:pt x="3371977" y="72263"/>
                    <a:pt x="3348990" y="76454"/>
                    <a:pt x="3338703" y="67056"/>
                  </a:cubicBezTo>
                  <a:cubicBezTo>
                    <a:pt x="3334131" y="62865"/>
                    <a:pt x="3329813" y="61468"/>
                    <a:pt x="3325622" y="61468"/>
                  </a:cubicBezTo>
                  <a:cubicBezTo>
                    <a:pt x="3317494" y="61468"/>
                    <a:pt x="3310001" y="66929"/>
                    <a:pt x="3302381" y="66929"/>
                  </a:cubicBezTo>
                  <a:cubicBezTo>
                    <a:pt x="3299587" y="66929"/>
                    <a:pt x="3296666" y="66167"/>
                    <a:pt x="3293745" y="64008"/>
                  </a:cubicBezTo>
                  <a:cubicBezTo>
                    <a:pt x="3285491" y="57912"/>
                    <a:pt x="3276092" y="56388"/>
                    <a:pt x="3266313" y="56388"/>
                  </a:cubicBezTo>
                  <a:cubicBezTo>
                    <a:pt x="3257169" y="56388"/>
                    <a:pt x="3247644" y="57658"/>
                    <a:pt x="3238373" y="57658"/>
                  </a:cubicBezTo>
                  <a:cubicBezTo>
                    <a:pt x="3225928" y="57658"/>
                    <a:pt x="3213863" y="55245"/>
                    <a:pt x="3203956" y="43942"/>
                  </a:cubicBezTo>
                  <a:cubicBezTo>
                    <a:pt x="3201670" y="46609"/>
                    <a:pt x="3199130" y="48768"/>
                    <a:pt x="3196082" y="50419"/>
                  </a:cubicBezTo>
                  <a:cubicBezTo>
                    <a:pt x="3193035" y="52070"/>
                    <a:pt x="3189859" y="53086"/>
                    <a:pt x="3186431" y="53594"/>
                  </a:cubicBezTo>
                  <a:cubicBezTo>
                    <a:pt x="3185160" y="53721"/>
                    <a:pt x="3184017" y="53848"/>
                    <a:pt x="3182748" y="53848"/>
                  </a:cubicBezTo>
                  <a:cubicBezTo>
                    <a:pt x="3180589" y="53848"/>
                    <a:pt x="3178430" y="53594"/>
                    <a:pt x="3176144" y="53086"/>
                  </a:cubicBezTo>
                  <a:cubicBezTo>
                    <a:pt x="3172842" y="52324"/>
                    <a:pt x="3169667" y="50927"/>
                    <a:pt x="3166873" y="48895"/>
                  </a:cubicBezTo>
                  <a:cubicBezTo>
                    <a:pt x="3161539" y="43688"/>
                    <a:pt x="3156586" y="42037"/>
                    <a:pt x="3151887" y="42037"/>
                  </a:cubicBezTo>
                  <a:cubicBezTo>
                    <a:pt x="3144267" y="42037"/>
                    <a:pt x="3137155" y="46228"/>
                    <a:pt x="3130043" y="46228"/>
                  </a:cubicBezTo>
                  <a:cubicBezTo>
                    <a:pt x="3129027" y="46228"/>
                    <a:pt x="3127884" y="46101"/>
                    <a:pt x="3126868" y="45974"/>
                  </a:cubicBezTo>
                  <a:cubicBezTo>
                    <a:pt x="3113025" y="43815"/>
                    <a:pt x="3099182" y="42291"/>
                    <a:pt x="3085212" y="41529"/>
                  </a:cubicBezTo>
                  <a:lnTo>
                    <a:pt x="2995931" y="31877"/>
                  </a:lnTo>
                  <a:cubicBezTo>
                    <a:pt x="2983993" y="29718"/>
                    <a:pt x="2971801" y="28321"/>
                    <a:pt x="2959609" y="27940"/>
                  </a:cubicBezTo>
                  <a:cubicBezTo>
                    <a:pt x="2953640" y="28194"/>
                    <a:pt x="2947925" y="29591"/>
                    <a:pt x="2942591" y="32131"/>
                  </a:cubicBezTo>
                  <a:cubicBezTo>
                    <a:pt x="2919604" y="27178"/>
                    <a:pt x="2900300" y="19939"/>
                    <a:pt x="2887727" y="19939"/>
                  </a:cubicBezTo>
                  <a:cubicBezTo>
                    <a:pt x="2885060" y="19939"/>
                    <a:pt x="2882774" y="20320"/>
                    <a:pt x="2880742" y="20955"/>
                  </a:cubicBezTo>
                  <a:cubicBezTo>
                    <a:pt x="2879218" y="21463"/>
                    <a:pt x="2877567" y="21717"/>
                    <a:pt x="2876043" y="21717"/>
                  </a:cubicBezTo>
                  <a:cubicBezTo>
                    <a:pt x="2869693" y="21717"/>
                    <a:pt x="2863724" y="17907"/>
                    <a:pt x="2858136" y="17907"/>
                  </a:cubicBezTo>
                  <a:cubicBezTo>
                    <a:pt x="2854961" y="17907"/>
                    <a:pt x="2852040" y="19177"/>
                    <a:pt x="2849246" y="22987"/>
                  </a:cubicBezTo>
                  <a:cubicBezTo>
                    <a:pt x="2845309" y="18415"/>
                    <a:pt x="2841245" y="16891"/>
                    <a:pt x="2837181" y="16891"/>
                  </a:cubicBezTo>
                  <a:cubicBezTo>
                    <a:pt x="2829434" y="16891"/>
                    <a:pt x="2821560" y="22352"/>
                    <a:pt x="2813686" y="22352"/>
                  </a:cubicBezTo>
                  <a:cubicBezTo>
                    <a:pt x="2813051" y="22352"/>
                    <a:pt x="2812543" y="22352"/>
                    <a:pt x="2811908" y="22225"/>
                  </a:cubicBezTo>
                  <a:cubicBezTo>
                    <a:pt x="2791080" y="20828"/>
                    <a:pt x="2770379" y="18288"/>
                    <a:pt x="2749805" y="14351"/>
                  </a:cubicBezTo>
                  <a:cubicBezTo>
                    <a:pt x="2747265" y="13589"/>
                    <a:pt x="2744852" y="13335"/>
                    <a:pt x="2742439" y="13335"/>
                  </a:cubicBezTo>
                  <a:cubicBezTo>
                    <a:pt x="2733803" y="13335"/>
                    <a:pt x="2725294" y="17018"/>
                    <a:pt x="2716658" y="17018"/>
                  </a:cubicBezTo>
                  <a:cubicBezTo>
                    <a:pt x="2711324" y="17018"/>
                    <a:pt x="2705863" y="15621"/>
                    <a:pt x="2700148" y="11176"/>
                  </a:cubicBezTo>
                  <a:cubicBezTo>
                    <a:pt x="2695449" y="7493"/>
                    <a:pt x="2690496" y="6223"/>
                    <a:pt x="2685416" y="6223"/>
                  </a:cubicBezTo>
                  <a:cubicBezTo>
                    <a:pt x="2672461" y="6223"/>
                    <a:pt x="2658745" y="14732"/>
                    <a:pt x="2645157" y="14732"/>
                  </a:cubicBezTo>
                  <a:cubicBezTo>
                    <a:pt x="2644141" y="14732"/>
                    <a:pt x="2642998" y="14732"/>
                    <a:pt x="2641982" y="14605"/>
                  </a:cubicBezTo>
                  <a:cubicBezTo>
                    <a:pt x="2617471" y="12192"/>
                    <a:pt x="2593086" y="6985"/>
                    <a:pt x="2568449" y="6985"/>
                  </a:cubicBezTo>
                  <a:cubicBezTo>
                    <a:pt x="2556003" y="6985"/>
                    <a:pt x="2543430" y="8382"/>
                    <a:pt x="2530730" y="12065"/>
                  </a:cubicBezTo>
                  <a:cubicBezTo>
                    <a:pt x="2526539" y="13081"/>
                    <a:pt x="2522348" y="13462"/>
                    <a:pt x="2518157" y="13462"/>
                  </a:cubicBezTo>
                  <a:cubicBezTo>
                    <a:pt x="2510283" y="13462"/>
                    <a:pt x="2502536" y="11684"/>
                    <a:pt x="2495042" y="8128"/>
                  </a:cubicBezTo>
                  <a:cubicBezTo>
                    <a:pt x="2493391" y="7239"/>
                    <a:pt x="2491613" y="6985"/>
                    <a:pt x="2490089" y="6985"/>
                  </a:cubicBezTo>
                  <a:cubicBezTo>
                    <a:pt x="2483232" y="6985"/>
                    <a:pt x="2477008" y="13208"/>
                    <a:pt x="2470278" y="13208"/>
                  </a:cubicBezTo>
                  <a:cubicBezTo>
                    <a:pt x="2467103" y="13208"/>
                    <a:pt x="2463673" y="11811"/>
                    <a:pt x="2459991" y="7620"/>
                  </a:cubicBezTo>
                  <a:cubicBezTo>
                    <a:pt x="2457705" y="5588"/>
                    <a:pt x="2455164" y="4064"/>
                    <a:pt x="2452244" y="3048"/>
                  </a:cubicBezTo>
                  <a:cubicBezTo>
                    <a:pt x="2450085" y="2413"/>
                    <a:pt x="2447926" y="2032"/>
                    <a:pt x="2445767" y="2032"/>
                  </a:cubicBezTo>
                  <a:cubicBezTo>
                    <a:pt x="2445005" y="2032"/>
                    <a:pt x="2444116" y="2032"/>
                    <a:pt x="2443354" y="2159"/>
                  </a:cubicBezTo>
                  <a:cubicBezTo>
                    <a:pt x="2440306" y="2540"/>
                    <a:pt x="2437511" y="3429"/>
                    <a:pt x="2434845" y="5080"/>
                  </a:cubicBezTo>
                  <a:cubicBezTo>
                    <a:pt x="2432178" y="6731"/>
                    <a:pt x="2430019" y="8763"/>
                    <a:pt x="2428241" y="11303"/>
                  </a:cubicBezTo>
                  <a:cubicBezTo>
                    <a:pt x="2424939" y="5969"/>
                    <a:pt x="2421383" y="4318"/>
                    <a:pt x="2417826" y="4318"/>
                  </a:cubicBezTo>
                  <a:cubicBezTo>
                    <a:pt x="2411476" y="4318"/>
                    <a:pt x="2404872" y="9271"/>
                    <a:pt x="2398395" y="9271"/>
                  </a:cubicBezTo>
                  <a:cubicBezTo>
                    <a:pt x="2397506" y="9271"/>
                    <a:pt x="2396617" y="9144"/>
                    <a:pt x="2395601" y="8890"/>
                  </a:cubicBezTo>
                  <a:cubicBezTo>
                    <a:pt x="2370963" y="4318"/>
                    <a:pt x="2346198" y="2032"/>
                    <a:pt x="2321433" y="2032"/>
                  </a:cubicBezTo>
                  <a:cubicBezTo>
                    <a:pt x="2301748" y="2032"/>
                    <a:pt x="2281936" y="3429"/>
                    <a:pt x="2262125" y="6350"/>
                  </a:cubicBezTo>
                  <a:cubicBezTo>
                    <a:pt x="2248663" y="7239"/>
                    <a:pt x="2235201" y="7620"/>
                    <a:pt x="2221739" y="7620"/>
                  </a:cubicBezTo>
                  <a:cubicBezTo>
                    <a:pt x="2201673" y="7620"/>
                    <a:pt x="2181607" y="6604"/>
                    <a:pt x="2161541" y="4699"/>
                  </a:cubicBezTo>
                  <a:cubicBezTo>
                    <a:pt x="2161286" y="4699"/>
                    <a:pt x="2161033" y="4699"/>
                    <a:pt x="2160779" y="4699"/>
                  </a:cubicBezTo>
                  <a:cubicBezTo>
                    <a:pt x="2155191" y="4699"/>
                    <a:pt x="2149222" y="8890"/>
                    <a:pt x="2145793" y="10033"/>
                  </a:cubicBezTo>
                  <a:cubicBezTo>
                    <a:pt x="2137157" y="6858"/>
                    <a:pt x="2126997" y="0"/>
                    <a:pt x="212140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679530" y="1273654"/>
            <a:ext cx="5416763" cy="1704651"/>
            <a:chOff x="0" y="0"/>
            <a:chExt cx="5416766" cy="1704658"/>
          </a:xfrm>
        </p:grpSpPr>
        <p:sp>
          <p:nvSpPr>
            <p:cNvPr id="7" name="Freeform 7"/>
            <p:cNvSpPr/>
            <p:nvPr/>
          </p:nvSpPr>
          <p:spPr>
            <a:xfrm>
              <a:off x="-1" y="-4953"/>
              <a:ext cx="5426456" cy="1715262"/>
            </a:xfrm>
            <a:custGeom>
              <a:avLst/>
              <a:gdLst/>
              <a:ahLst/>
              <a:cxnLst/>
              <a:rect l="l" t="t" r="r" b="b"/>
              <a:pathLst>
                <a:path w="5426456" h="1715262">
                  <a:moveTo>
                    <a:pt x="6605" y="1058291"/>
                  </a:moveTo>
                  <a:cubicBezTo>
                    <a:pt x="15368" y="1027684"/>
                    <a:pt x="21845" y="995045"/>
                    <a:pt x="26290" y="962279"/>
                  </a:cubicBezTo>
                  <a:cubicBezTo>
                    <a:pt x="35053" y="820420"/>
                    <a:pt x="41530" y="676402"/>
                    <a:pt x="48134" y="532511"/>
                  </a:cubicBezTo>
                  <a:cubicBezTo>
                    <a:pt x="52452" y="445262"/>
                    <a:pt x="54738" y="358013"/>
                    <a:pt x="59056" y="270637"/>
                  </a:cubicBezTo>
                  <a:cubicBezTo>
                    <a:pt x="59056" y="257556"/>
                    <a:pt x="61215" y="242316"/>
                    <a:pt x="63374" y="229235"/>
                  </a:cubicBezTo>
                  <a:cubicBezTo>
                    <a:pt x="67692" y="200914"/>
                    <a:pt x="91695" y="179070"/>
                    <a:pt x="120143" y="176911"/>
                  </a:cubicBezTo>
                  <a:cubicBezTo>
                    <a:pt x="246635" y="161671"/>
                    <a:pt x="371095" y="139827"/>
                    <a:pt x="497587" y="126746"/>
                  </a:cubicBezTo>
                  <a:cubicBezTo>
                    <a:pt x="746253" y="100457"/>
                    <a:pt x="994919" y="102616"/>
                    <a:pt x="1243712" y="102616"/>
                  </a:cubicBezTo>
                  <a:cubicBezTo>
                    <a:pt x="1577595" y="102616"/>
                    <a:pt x="1909192" y="98298"/>
                    <a:pt x="2242948" y="93853"/>
                  </a:cubicBezTo>
                  <a:cubicBezTo>
                    <a:pt x="2410969" y="91694"/>
                    <a:pt x="2576831" y="80772"/>
                    <a:pt x="2744725" y="76454"/>
                  </a:cubicBezTo>
                  <a:cubicBezTo>
                    <a:pt x="3008758" y="72136"/>
                    <a:pt x="3274950" y="72136"/>
                    <a:pt x="3538983" y="65532"/>
                  </a:cubicBezTo>
                  <a:cubicBezTo>
                    <a:pt x="3875025" y="56769"/>
                    <a:pt x="4210940" y="43688"/>
                    <a:pt x="4546982" y="30607"/>
                  </a:cubicBezTo>
                  <a:cubicBezTo>
                    <a:pt x="4579748" y="28448"/>
                    <a:pt x="4612387" y="24003"/>
                    <a:pt x="4645153" y="21844"/>
                  </a:cubicBezTo>
                  <a:cubicBezTo>
                    <a:pt x="4760850" y="15240"/>
                    <a:pt x="4878579" y="10922"/>
                    <a:pt x="4994276" y="6604"/>
                  </a:cubicBezTo>
                  <a:cubicBezTo>
                    <a:pt x="5048759" y="0"/>
                    <a:pt x="5101210" y="13208"/>
                    <a:pt x="5147057" y="41529"/>
                  </a:cubicBezTo>
                  <a:cubicBezTo>
                    <a:pt x="5210303" y="82931"/>
                    <a:pt x="5273549" y="122301"/>
                    <a:pt x="5334636" y="163703"/>
                  </a:cubicBezTo>
                  <a:cubicBezTo>
                    <a:pt x="5358639" y="176784"/>
                    <a:pt x="5371720" y="205105"/>
                    <a:pt x="5367402" y="231394"/>
                  </a:cubicBezTo>
                  <a:cubicBezTo>
                    <a:pt x="5365243" y="262001"/>
                    <a:pt x="5367402" y="294640"/>
                    <a:pt x="5374006" y="325247"/>
                  </a:cubicBezTo>
                  <a:cubicBezTo>
                    <a:pt x="5380609" y="353568"/>
                    <a:pt x="5382769" y="384175"/>
                    <a:pt x="5380609" y="412496"/>
                  </a:cubicBezTo>
                  <a:cubicBezTo>
                    <a:pt x="5365369" y="512826"/>
                    <a:pt x="5382769" y="610997"/>
                    <a:pt x="5389372" y="709168"/>
                  </a:cubicBezTo>
                  <a:cubicBezTo>
                    <a:pt x="5400294" y="907669"/>
                    <a:pt x="5426457" y="1106297"/>
                    <a:pt x="5413376" y="1304798"/>
                  </a:cubicBezTo>
                  <a:lnTo>
                    <a:pt x="5413376" y="1339723"/>
                  </a:lnTo>
                  <a:cubicBezTo>
                    <a:pt x="5409058" y="1409573"/>
                    <a:pt x="5391532" y="1431417"/>
                    <a:pt x="5321682" y="1444498"/>
                  </a:cubicBezTo>
                  <a:cubicBezTo>
                    <a:pt x="5120895" y="1485900"/>
                    <a:pt x="4920235" y="1512189"/>
                    <a:pt x="4717289" y="1538351"/>
                  </a:cubicBezTo>
                  <a:cubicBezTo>
                    <a:pt x="4488181" y="1564513"/>
                    <a:pt x="4259073" y="1579753"/>
                    <a:pt x="4027806" y="1582039"/>
                  </a:cubicBezTo>
                  <a:cubicBezTo>
                    <a:pt x="3879470" y="1586357"/>
                    <a:pt x="3731134" y="1603883"/>
                    <a:pt x="3584829" y="1610360"/>
                  </a:cubicBezTo>
                  <a:cubicBezTo>
                    <a:pt x="3364484" y="1619123"/>
                    <a:pt x="3146298" y="1623441"/>
                    <a:pt x="2925953" y="1632204"/>
                  </a:cubicBezTo>
                  <a:cubicBezTo>
                    <a:pt x="2799461" y="1636522"/>
                    <a:pt x="2672843" y="1649603"/>
                    <a:pt x="2544191" y="1658366"/>
                  </a:cubicBezTo>
                  <a:cubicBezTo>
                    <a:pt x="2472182" y="1662684"/>
                    <a:pt x="2398015" y="1669288"/>
                    <a:pt x="2323846" y="1671447"/>
                  </a:cubicBezTo>
                  <a:cubicBezTo>
                    <a:pt x="2075053" y="1680210"/>
                    <a:pt x="1826387" y="1688846"/>
                    <a:pt x="1575435" y="1695450"/>
                  </a:cubicBezTo>
                  <a:cubicBezTo>
                    <a:pt x="1483741" y="1697609"/>
                    <a:pt x="1390015" y="1695450"/>
                    <a:pt x="1298321" y="1691132"/>
                  </a:cubicBezTo>
                  <a:cubicBezTo>
                    <a:pt x="1064895" y="1678051"/>
                    <a:pt x="831342" y="1693291"/>
                    <a:pt x="597916" y="1697736"/>
                  </a:cubicBezTo>
                  <a:cubicBezTo>
                    <a:pt x="504063" y="1699895"/>
                    <a:pt x="410337" y="1702054"/>
                    <a:pt x="316484" y="1708658"/>
                  </a:cubicBezTo>
                  <a:cubicBezTo>
                    <a:pt x="266319" y="1715262"/>
                    <a:pt x="216154" y="1693418"/>
                    <a:pt x="187706" y="1654175"/>
                  </a:cubicBezTo>
                  <a:cubicBezTo>
                    <a:pt x="139700" y="1593088"/>
                    <a:pt x="93853" y="1534160"/>
                    <a:pt x="43688" y="1473073"/>
                  </a:cubicBezTo>
                  <a:cubicBezTo>
                    <a:pt x="30607" y="1457833"/>
                    <a:pt x="15367" y="1444752"/>
                    <a:pt x="0" y="1431671"/>
                  </a:cubicBezTo>
                  <a:lnTo>
                    <a:pt x="6605" y="1058291"/>
                  </a:lnTo>
                  <a:close/>
                  <a:moveTo>
                    <a:pt x="5064126" y="45847"/>
                  </a:moveTo>
                  <a:cubicBezTo>
                    <a:pt x="4952874" y="45847"/>
                    <a:pt x="4848099" y="41529"/>
                    <a:pt x="4743451" y="48006"/>
                  </a:cubicBezTo>
                  <a:cubicBezTo>
                    <a:pt x="4533901" y="61214"/>
                    <a:pt x="4322319" y="85217"/>
                    <a:pt x="4112769" y="93853"/>
                  </a:cubicBezTo>
                  <a:cubicBezTo>
                    <a:pt x="3877184" y="104775"/>
                    <a:pt x="3641472" y="106934"/>
                    <a:pt x="3405887" y="109093"/>
                  </a:cubicBezTo>
                  <a:cubicBezTo>
                    <a:pt x="3220467" y="111252"/>
                    <a:pt x="3037206" y="109093"/>
                    <a:pt x="2851659" y="111252"/>
                  </a:cubicBezTo>
                  <a:cubicBezTo>
                    <a:pt x="2432686" y="117856"/>
                    <a:pt x="2015999" y="130937"/>
                    <a:pt x="1597153" y="137414"/>
                  </a:cubicBezTo>
                  <a:cubicBezTo>
                    <a:pt x="1239267" y="141732"/>
                    <a:pt x="881508" y="120015"/>
                    <a:pt x="525908" y="157099"/>
                  </a:cubicBezTo>
                  <a:cubicBezTo>
                    <a:pt x="405893" y="170180"/>
                    <a:pt x="283719" y="185420"/>
                    <a:pt x="163704" y="205105"/>
                  </a:cubicBezTo>
                  <a:cubicBezTo>
                    <a:pt x="102617" y="213868"/>
                    <a:pt x="100458" y="220345"/>
                    <a:pt x="98299" y="279273"/>
                  </a:cubicBezTo>
                  <a:cubicBezTo>
                    <a:pt x="96140" y="362204"/>
                    <a:pt x="93981" y="442849"/>
                    <a:pt x="89536" y="525780"/>
                  </a:cubicBezTo>
                  <a:cubicBezTo>
                    <a:pt x="80773" y="676275"/>
                    <a:pt x="74296" y="824738"/>
                    <a:pt x="61215" y="975233"/>
                  </a:cubicBezTo>
                  <a:cubicBezTo>
                    <a:pt x="52452" y="1112647"/>
                    <a:pt x="52452" y="1250188"/>
                    <a:pt x="59056" y="1387602"/>
                  </a:cubicBezTo>
                  <a:cubicBezTo>
                    <a:pt x="59056" y="1394206"/>
                    <a:pt x="61215" y="1402842"/>
                    <a:pt x="63374" y="1409446"/>
                  </a:cubicBezTo>
                  <a:lnTo>
                    <a:pt x="89409" y="1409446"/>
                  </a:lnTo>
                  <a:cubicBezTo>
                    <a:pt x="242190" y="1402842"/>
                    <a:pt x="397003" y="1389761"/>
                    <a:pt x="549784" y="1387602"/>
                  </a:cubicBezTo>
                  <a:cubicBezTo>
                    <a:pt x="938150" y="1378839"/>
                    <a:pt x="1326516" y="1372362"/>
                    <a:pt x="1717041" y="1363599"/>
                  </a:cubicBezTo>
                  <a:cubicBezTo>
                    <a:pt x="1941831" y="1359281"/>
                    <a:pt x="2166494" y="1348359"/>
                    <a:pt x="2391284" y="1341755"/>
                  </a:cubicBezTo>
                  <a:cubicBezTo>
                    <a:pt x="2803653" y="1328674"/>
                    <a:pt x="3213863" y="1313434"/>
                    <a:pt x="3626232" y="1302512"/>
                  </a:cubicBezTo>
                  <a:cubicBezTo>
                    <a:pt x="3837814" y="1298194"/>
                    <a:pt x="4051682" y="1280668"/>
                    <a:pt x="4261105" y="1254506"/>
                  </a:cubicBezTo>
                  <a:cubicBezTo>
                    <a:pt x="4437889" y="1230503"/>
                    <a:pt x="4618991" y="1213104"/>
                    <a:pt x="4795648" y="1195578"/>
                  </a:cubicBezTo>
                  <a:cubicBezTo>
                    <a:pt x="4882897" y="1186815"/>
                    <a:pt x="4972432" y="1182497"/>
                    <a:pt x="5061840" y="1178179"/>
                  </a:cubicBezTo>
                  <a:cubicBezTo>
                    <a:pt x="5116323" y="1173861"/>
                    <a:pt x="5120768" y="1171575"/>
                    <a:pt x="5125086" y="1117092"/>
                  </a:cubicBezTo>
                  <a:cubicBezTo>
                    <a:pt x="5129404" y="1053846"/>
                    <a:pt x="5131690" y="988314"/>
                    <a:pt x="5129404" y="925068"/>
                  </a:cubicBezTo>
                  <a:cubicBezTo>
                    <a:pt x="5127245" y="842137"/>
                    <a:pt x="5116323" y="757047"/>
                    <a:pt x="5116323" y="674116"/>
                  </a:cubicBezTo>
                  <a:cubicBezTo>
                    <a:pt x="5118482" y="517017"/>
                    <a:pt x="5109719" y="359918"/>
                    <a:pt x="5094479" y="204978"/>
                  </a:cubicBezTo>
                  <a:cubicBezTo>
                    <a:pt x="5085716" y="148209"/>
                    <a:pt x="5077080" y="95885"/>
                    <a:pt x="5063872" y="45720"/>
                  </a:cubicBezTo>
                  <a:close/>
                  <a:moveTo>
                    <a:pt x="281433" y="1680083"/>
                  </a:moveTo>
                  <a:lnTo>
                    <a:pt x="717805" y="1651762"/>
                  </a:lnTo>
                  <a:cubicBezTo>
                    <a:pt x="680721" y="1581912"/>
                    <a:pt x="647955" y="1518666"/>
                    <a:pt x="613030" y="1457579"/>
                  </a:cubicBezTo>
                  <a:cubicBezTo>
                    <a:pt x="606426" y="1446657"/>
                    <a:pt x="595631" y="1437894"/>
                    <a:pt x="582423" y="1435735"/>
                  </a:cubicBezTo>
                  <a:cubicBezTo>
                    <a:pt x="506096" y="1437894"/>
                    <a:pt x="429642" y="1440053"/>
                    <a:pt x="344552" y="1444498"/>
                  </a:cubicBezTo>
                  <a:cubicBezTo>
                    <a:pt x="366396" y="1475105"/>
                    <a:pt x="379477" y="1494663"/>
                    <a:pt x="394717" y="1516507"/>
                  </a:cubicBezTo>
                  <a:cubicBezTo>
                    <a:pt x="414402" y="1544828"/>
                    <a:pt x="431801" y="1575435"/>
                    <a:pt x="449200" y="1605915"/>
                  </a:cubicBezTo>
                  <a:cubicBezTo>
                    <a:pt x="457963" y="1621155"/>
                    <a:pt x="464440" y="1636522"/>
                    <a:pt x="447041" y="1647317"/>
                  </a:cubicBezTo>
                  <a:cubicBezTo>
                    <a:pt x="429642" y="1658112"/>
                    <a:pt x="418720" y="1647317"/>
                    <a:pt x="407798" y="1634236"/>
                  </a:cubicBezTo>
                  <a:cubicBezTo>
                    <a:pt x="399035" y="1623314"/>
                    <a:pt x="392558" y="1612392"/>
                    <a:pt x="385954" y="1599311"/>
                  </a:cubicBezTo>
                  <a:lnTo>
                    <a:pt x="296546" y="1448816"/>
                  </a:lnTo>
                  <a:cubicBezTo>
                    <a:pt x="226696" y="1446657"/>
                    <a:pt x="156846" y="1455420"/>
                    <a:pt x="76201" y="1461897"/>
                  </a:cubicBezTo>
                  <a:lnTo>
                    <a:pt x="281433" y="1680083"/>
                  </a:lnTo>
                  <a:close/>
                  <a:moveTo>
                    <a:pt x="4348481" y="1282954"/>
                  </a:moveTo>
                  <a:lnTo>
                    <a:pt x="4490340" y="1531747"/>
                  </a:lnTo>
                  <a:lnTo>
                    <a:pt x="4778376" y="1492504"/>
                  </a:lnTo>
                  <a:lnTo>
                    <a:pt x="4632199" y="1248156"/>
                  </a:lnTo>
                  <a:lnTo>
                    <a:pt x="4348608" y="1283081"/>
                  </a:lnTo>
                  <a:close/>
                  <a:moveTo>
                    <a:pt x="2251711" y="1636395"/>
                  </a:moveTo>
                  <a:lnTo>
                    <a:pt x="2517903" y="1625473"/>
                  </a:lnTo>
                  <a:lnTo>
                    <a:pt x="2426209" y="1383284"/>
                  </a:lnTo>
                  <a:cubicBezTo>
                    <a:pt x="2376044" y="1383284"/>
                    <a:pt x="2334515" y="1381125"/>
                    <a:pt x="2293113" y="1383284"/>
                  </a:cubicBezTo>
                  <a:cubicBezTo>
                    <a:pt x="2251711" y="1385443"/>
                    <a:pt x="2208023" y="1378966"/>
                    <a:pt x="2164335" y="1394206"/>
                  </a:cubicBezTo>
                  <a:lnTo>
                    <a:pt x="2251584" y="1636395"/>
                  </a:lnTo>
                  <a:close/>
                  <a:moveTo>
                    <a:pt x="4008121" y="1551305"/>
                  </a:moveTo>
                  <a:cubicBezTo>
                    <a:pt x="3975355" y="1474978"/>
                    <a:pt x="3947034" y="1405128"/>
                    <a:pt x="3916427" y="1330960"/>
                  </a:cubicBezTo>
                  <a:lnTo>
                    <a:pt x="3628391" y="1341882"/>
                  </a:lnTo>
                  <a:lnTo>
                    <a:pt x="3750565" y="1566672"/>
                  </a:lnTo>
                  <a:lnTo>
                    <a:pt x="4007994" y="1551432"/>
                  </a:lnTo>
                  <a:close/>
                  <a:moveTo>
                    <a:pt x="5068444" y="1453134"/>
                  </a:moveTo>
                  <a:cubicBezTo>
                    <a:pt x="5007357" y="1378966"/>
                    <a:pt x="4952747" y="1313434"/>
                    <a:pt x="4898264" y="1248029"/>
                  </a:cubicBezTo>
                  <a:cubicBezTo>
                    <a:pt x="4889501" y="1239266"/>
                    <a:pt x="4878579" y="1234948"/>
                    <a:pt x="4867657" y="1232789"/>
                  </a:cubicBezTo>
                  <a:cubicBezTo>
                    <a:pt x="4799966" y="1234948"/>
                    <a:pt x="4732402" y="1239393"/>
                    <a:pt x="4658234" y="1243711"/>
                  </a:cubicBezTo>
                  <a:lnTo>
                    <a:pt x="4806570" y="1488059"/>
                  </a:lnTo>
                  <a:lnTo>
                    <a:pt x="5068444" y="1453134"/>
                  </a:lnTo>
                  <a:close/>
                  <a:moveTo>
                    <a:pt x="1658240" y="1402969"/>
                  </a:moveTo>
                  <a:cubicBezTo>
                    <a:pt x="1688847" y="1481455"/>
                    <a:pt x="1717168" y="1551305"/>
                    <a:pt x="1745489" y="1623314"/>
                  </a:cubicBezTo>
                  <a:cubicBezTo>
                    <a:pt x="1754252" y="1645158"/>
                    <a:pt x="1771651" y="1649476"/>
                    <a:pt x="1791336" y="1647317"/>
                  </a:cubicBezTo>
                  <a:cubicBezTo>
                    <a:pt x="1845819" y="1645158"/>
                    <a:pt x="1900429" y="1645158"/>
                    <a:pt x="1952753" y="1642999"/>
                  </a:cubicBezTo>
                  <a:cubicBezTo>
                    <a:pt x="1963675" y="1640840"/>
                    <a:pt x="1976756" y="1638681"/>
                    <a:pt x="1987678" y="1634236"/>
                  </a:cubicBezTo>
                  <a:cubicBezTo>
                    <a:pt x="1965834" y="1564386"/>
                    <a:pt x="1948435" y="1501140"/>
                    <a:pt x="1926591" y="1435735"/>
                  </a:cubicBezTo>
                  <a:cubicBezTo>
                    <a:pt x="1913510" y="1396492"/>
                    <a:pt x="1913510" y="1398651"/>
                    <a:pt x="1869822" y="1398651"/>
                  </a:cubicBezTo>
                  <a:cubicBezTo>
                    <a:pt x="1834897" y="1400810"/>
                    <a:pt x="1799972" y="1400810"/>
                    <a:pt x="1765047" y="1400810"/>
                  </a:cubicBezTo>
                  <a:cubicBezTo>
                    <a:pt x="1730122" y="1400810"/>
                    <a:pt x="1697356" y="1402969"/>
                    <a:pt x="1658113" y="1402969"/>
                  </a:cubicBezTo>
                  <a:close/>
                  <a:moveTo>
                    <a:pt x="2683765" y="1365885"/>
                  </a:moveTo>
                  <a:lnTo>
                    <a:pt x="2448180" y="1376807"/>
                  </a:lnTo>
                  <a:cubicBezTo>
                    <a:pt x="2487423" y="1455293"/>
                    <a:pt x="2520189" y="1527302"/>
                    <a:pt x="2555114" y="1599311"/>
                  </a:cubicBezTo>
                  <a:cubicBezTo>
                    <a:pt x="2563877" y="1616710"/>
                    <a:pt x="2583435" y="1625473"/>
                    <a:pt x="2603120" y="1621155"/>
                  </a:cubicBezTo>
                  <a:cubicBezTo>
                    <a:pt x="2646808" y="1616837"/>
                    <a:pt x="2690369" y="1614551"/>
                    <a:pt x="2734057" y="1612392"/>
                  </a:cubicBezTo>
                  <a:cubicBezTo>
                    <a:pt x="2749297" y="1610233"/>
                    <a:pt x="2766823" y="1608074"/>
                    <a:pt x="2782063" y="1605788"/>
                  </a:cubicBezTo>
                  <a:cubicBezTo>
                    <a:pt x="2747138" y="1522857"/>
                    <a:pt x="2716658" y="1446530"/>
                    <a:pt x="2683892" y="1365758"/>
                  </a:cubicBezTo>
                  <a:close/>
                  <a:moveTo>
                    <a:pt x="1147700" y="1418209"/>
                  </a:moveTo>
                  <a:cubicBezTo>
                    <a:pt x="1173862" y="1468374"/>
                    <a:pt x="1197865" y="1518539"/>
                    <a:pt x="1217550" y="1570990"/>
                  </a:cubicBezTo>
                  <a:cubicBezTo>
                    <a:pt x="1237235" y="1632077"/>
                    <a:pt x="1272033" y="1658239"/>
                    <a:pt x="1335406" y="1651762"/>
                  </a:cubicBezTo>
                  <a:cubicBezTo>
                    <a:pt x="1376808" y="1647444"/>
                    <a:pt x="1420496" y="1658366"/>
                    <a:pt x="1466343" y="1651762"/>
                  </a:cubicBezTo>
                  <a:lnTo>
                    <a:pt x="1400938" y="1416177"/>
                  </a:lnTo>
                  <a:lnTo>
                    <a:pt x="1147827" y="1418336"/>
                  </a:lnTo>
                  <a:close/>
                  <a:moveTo>
                    <a:pt x="2945512" y="1359281"/>
                  </a:moveTo>
                  <a:lnTo>
                    <a:pt x="2825497" y="1359281"/>
                  </a:lnTo>
                  <a:cubicBezTo>
                    <a:pt x="2788413" y="1359281"/>
                    <a:pt x="2747011" y="1361440"/>
                    <a:pt x="2703323" y="1363599"/>
                  </a:cubicBezTo>
                  <a:lnTo>
                    <a:pt x="2832101" y="1603756"/>
                  </a:lnTo>
                  <a:lnTo>
                    <a:pt x="3041524" y="1594993"/>
                  </a:lnTo>
                  <a:lnTo>
                    <a:pt x="2945512" y="1359408"/>
                  </a:lnTo>
                  <a:close/>
                  <a:moveTo>
                    <a:pt x="3294635" y="1590548"/>
                  </a:moveTo>
                  <a:lnTo>
                    <a:pt x="3200782" y="1354963"/>
                  </a:lnTo>
                  <a:lnTo>
                    <a:pt x="2982596" y="1354963"/>
                  </a:lnTo>
                  <a:lnTo>
                    <a:pt x="3065527" y="1590548"/>
                  </a:lnTo>
                  <a:lnTo>
                    <a:pt x="3294635" y="1590548"/>
                  </a:lnTo>
                  <a:close/>
                  <a:moveTo>
                    <a:pt x="1719327" y="1651635"/>
                  </a:moveTo>
                  <a:cubicBezTo>
                    <a:pt x="1686561" y="1562227"/>
                    <a:pt x="1658240" y="1483614"/>
                    <a:pt x="1629919" y="1405128"/>
                  </a:cubicBezTo>
                  <a:cubicBezTo>
                    <a:pt x="1555751" y="1407287"/>
                    <a:pt x="1488060" y="1405128"/>
                    <a:pt x="1416051" y="1411732"/>
                  </a:cubicBezTo>
                  <a:cubicBezTo>
                    <a:pt x="1448817" y="1496822"/>
                    <a:pt x="1477138" y="1575308"/>
                    <a:pt x="1505459" y="1651762"/>
                  </a:cubicBezTo>
                  <a:lnTo>
                    <a:pt x="1719327" y="1651762"/>
                  </a:lnTo>
                  <a:close/>
                  <a:moveTo>
                    <a:pt x="5343398" y="1392047"/>
                  </a:moveTo>
                  <a:lnTo>
                    <a:pt x="5310633" y="1365885"/>
                  </a:lnTo>
                  <a:cubicBezTo>
                    <a:pt x="5264786" y="1333119"/>
                    <a:pt x="5221225" y="1298194"/>
                    <a:pt x="5179696" y="1263396"/>
                  </a:cubicBezTo>
                  <a:cubicBezTo>
                    <a:pt x="5140453" y="1226312"/>
                    <a:pt x="5098924" y="1208913"/>
                    <a:pt x="5044441" y="1221994"/>
                  </a:cubicBezTo>
                  <a:cubicBezTo>
                    <a:pt x="5016120" y="1226312"/>
                    <a:pt x="4985513" y="1228598"/>
                    <a:pt x="4957192" y="1228598"/>
                  </a:cubicBezTo>
                  <a:cubicBezTo>
                    <a:pt x="4944111" y="1230757"/>
                    <a:pt x="4933189" y="1232916"/>
                    <a:pt x="4920108" y="1235202"/>
                  </a:cubicBezTo>
                  <a:cubicBezTo>
                    <a:pt x="4924426" y="1243965"/>
                    <a:pt x="4931029" y="1252601"/>
                    <a:pt x="4935348" y="1261364"/>
                  </a:cubicBezTo>
                  <a:cubicBezTo>
                    <a:pt x="4979036" y="1313688"/>
                    <a:pt x="5022597" y="1363853"/>
                    <a:pt x="5064126" y="1418463"/>
                  </a:cubicBezTo>
                  <a:cubicBezTo>
                    <a:pt x="5077207" y="1440307"/>
                    <a:pt x="5105528" y="1451229"/>
                    <a:pt x="5129531" y="1442466"/>
                  </a:cubicBezTo>
                  <a:cubicBezTo>
                    <a:pt x="5194936" y="1427226"/>
                    <a:pt x="5258309" y="1403223"/>
                    <a:pt x="5328032" y="1405382"/>
                  </a:cubicBezTo>
                  <a:cubicBezTo>
                    <a:pt x="5332350" y="1405382"/>
                    <a:pt x="5336795" y="1398778"/>
                    <a:pt x="5343272" y="1392301"/>
                  </a:cubicBezTo>
                  <a:close/>
                  <a:moveTo>
                    <a:pt x="639319" y="1431290"/>
                  </a:moveTo>
                  <a:cubicBezTo>
                    <a:pt x="685166" y="1512062"/>
                    <a:pt x="724409" y="1581785"/>
                    <a:pt x="765811" y="1653794"/>
                  </a:cubicBezTo>
                  <a:lnTo>
                    <a:pt x="983997" y="1642872"/>
                  </a:lnTo>
                  <a:lnTo>
                    <a:pt x="855219" y="1429004"/>
                  </a:lnTo>
                  <a:lnTo>
                    <a:pt x="639319" y="1429004"/>
                  </a:lnTo>
                  <a:lnTo>
                    <a:pt x="639319" y="1431163"/>
                  </a:lnTo>
                  <a:close/>
                  <a:moveTo>
                    <a:pt x="2212341" y="1634236"/>
                  </a:moveTo>
                  <a:cubicBezTo>
                    <a:pt x="2186179" y="1551305"/>
                    <a:pt x="2160017" y="1470533"/>
                    <a:pt x="2136014" y="1394206"/>
                  </a:cubicBezTo>
                  <a:cubicBezTo>
                    <a:pt x="2070609" y="1385443"/>
                    <a:pt x="1972311" y="1392047"/>
                    <a:pt x="1937513" y="1402969"/>
                  </a:cubicBezTo>
                  <a:cubicBezTo>
                    <a:pt x="1965834" y="1479296"/>
                    <a:pt x="1996441" y="1557909"/>
                    <a:pt x="2024762" y="1634236"/>
                  </a:cubicBezTo>
                  <a:lnTo>
                    <a:pt x="2212341" y="1634236"/>
                  </a:lnTo>
                  <a:close/>
                  <a:moveTo>
                    <a:pt x="887985" y="1426972"/>
                  </a:moveTo>
                  <a:lnTo>
                    <a:pt x="1008000" y="1645158"/>
                  </a:lnTo>
                  <a:cubicBezTo>
                    <a:pt x="1069087" y="1645158"/>
                    <a:pt x="1134492" y="1647317"/>
                    <a:pt x="1200024" y="1645158"/>
                  </a:cubicBezTo>
                  <a:lnTo>
                    <a:pt x="1112775" y="1426972"/>
                  </a:lnTo>
                  <a:lnTo>
                    <a:pt x="887985" y="1426972"/>
                  </a:lnTo>
                  <a:close/>
                  <a:moveTo>
                    <a:pt x="3414523" y="1339723"/>
                  </a:moveTo>
                  <a:lnTo>
                    <a:pt x="3525775" y="1581912"/>
                  </a:lnTo>
                  <a:lnTo>
                    <a:pt x="3715640" y="1568831"/>
                  </a:lnTo>
                  <a:cubicBezTo>
                    <a:pt x="3680715" y="1494663"/>
                    <a:pt x="3650235" y="1424813"/>
                    <a:pt x="3617469" y="1359408"/>
                  </a:cubicBezTo>
                  <a:cubicBezTo>
                    <a:pt x="3610865" y="1348486"/>
                    <a:pt x="3602229" y="1342009"/>
                    <a:pt x="3591307" y="1339723"/>
                  </a:cubicBezTo>
                  <a:cubicBezTo>
                    <a:pt x="3534538" y="1337564"/>
                    <a:pt x="3480055" y="1339723"/>
                    <a:pt x="3414523" y="1339723"/>
                  </a:cubicBezTo>
                  <a:close/>
                  <a:moveTo>
                    <a:pt x="3224658" y="1348486"/>
                  </a:moveTo>
                  <a:cubicBezTo>
                    <a:pt x="3259583" y="1433576"/>
                    <a:pt x="3290063" y="1509903"/>
                    <a:pt x="3320670" y="1590675"/>
                  </a:cubicBezTo>
                  <a:lnTo>
                    <a:pt x="3510535" y="1581912"/>
                  </a:lnTo>
                  <a:cubicBezTo>
                    <a:pt x="3475610" y="1503426"/>
                    <a:pt x="3442844" y="1431417"/>
                    <a:pt x="3408046" y="1359408"/>
                  </a:cubicBezTo>
                  <a:cubicBezTo>
                    <a:pt x="3403728" y="1350645"/>
                    <a:pt x="3394965" y="1344168"/>
                    <a:pt x="3384043" y="1344168"/>
                  </a:cubicBezTo>
                  <a:cubicBezTo>
                    <a:pt x="3331719" y="1344168"/>
                    <a:pt x="3279268" y="1348486"/>
                    <a:pt x="3224785" y="1348486"/>
                  </a:cubicBezTo>
                  <a:close/>
                  <a:moveTo>
                    <a:pt x="4143249" y="1309243"/>
                  </a:moveTo>
                  <a:lnTo>
                    <a:pt x="3953384" y="1328928"/>
                  </a:lnTo>
                  <a:lnTo>
                    <a:pt x="4071240" y="1551432"/>
                  </a:lnTo>
                  <a:lnTo>
                    <a:pt x="4258819" y="1542669"/>
                  </a:lnTo>
                  <a:lnTo>
                    <a:pt x="4143122" y="1309243"/>
                  </a:lnTo>
                  <a:close/>
                  <a:moveTo>
                    <a:pt x="4165093" y="1309243"/>
                  </a:moveTo>
                  <a:cubicBezTo>
                    <a:pt x="4208781" y="1385570"/>
                    <a:pt x="4248024" y="1455420"/>
                    <a:pt x="4289426" y="1525270"/>
                  </a:cubicBezTo>
                  <a:cubicBezTo>
                    <a:pt x="4296030" y="1534033"/>
                    <a:pt x="4304666" y="1538351"/>
                    <a:pt x="4313429" y="1540510"/>
                  </a:cubicBezTo>
                  <a:cubicBezTo>
                    <a:pt x="4359276" y="1540510"/>
                    <a:pt x="4405123" y="1536192"/>
                    <a:pt x="4457447" y="1533906"/>
                  </a:cubicBezTo>
                  <a:lnTo>
                    <a:pt x="4324351" y="1289558"/>
                  </a:lnTo>
                  <a:lnTo>
                    <a:pt x="4165093" y="1309243"/>
                  </a:lnTo>
                  <a:close/>
                  <a:moveTo>
                    <a:pt x="5345431" y="488823"/>
                  </a:moveTo>
                  <a:lnTo>
                    <a:pt x="5160011" y="379730"/>
                  </a:lnTo>
                  <a:lnTo>
                    <a:pt x="5160011" y="562991"/>
                  </a:lnTo>
                  <a:lnTo>
                    <a:pt x="5354194" y="641477"/>
                  </a:lnTo>
                  <a:cubicBezTo>
                    <a:pt x="5349876" y="586994"/>
                    <a:pt x="5347590" y="536702"/>
                    <a:pt x="5345431" y="488696"/>
                  </a:cubicBezTo>
                  <a:close/>
                  <a:moveTo>
                    <a:pt x="5378197" y="1217549"/>
                  </a:moveTo>
                  <a:lnTo>
                    <a:pt x="5389119" y="1208786"/>
                  </a:lnTo>
                  <a:cubicBezTo>
                    <a:pt x="5386959" y="1169543"/>
                    <a:pt x="5384801" y="1128014"/>
                    <a:pt x="5380356" y="1088771"/>
                  </a:cubicBezTo>
                  <a:cubicBezTo>
                    <a:pt x="5378196" y="1075690"/>
                    <a:pt x="5371593" y="1062609"/>
                    <a:pt x="5360671" y="1056005"/>
                  </a:cubicBezTo>
                  <a:cubicBezTo>
                    <a:pt x="5303902" y="1023239"/>
                    <a:pt x="5244974" y="994918"/>
                    <a:pt x="5179569" y="962152"/>
                  </a:cubicBezTo>
                  <a:lnTo>
                    <a:pt x="5179569" y="1104138"/>
                  </a:lnTo>
                  <a:lnTo>
                    <a:pt x="5378070" y="1217549"/>
                  </a:lnTo>
                  <a:close/>
                  <a:moveTo>
                    <a:pt x="5162297" y="597916"/>
                  </a:moveTo>
                  <a:cubicBezTo>
                    <a:pt x="5162297" y="639318"/>
                    <a:pt x="5164456" y="672084"/>
                    <a:pt x="5162297" y="704850"/>
                  </a:cubicBezTo>
                  <a:cubicBezTo>
                    <a:pt x="5160138" y="744093"/>
                    <a:pt x="5177537" y="763778"/>
                    <a:pt x="5214621" y="776859"/>
                  </a:cubicBezTo>
                  <a:cubicBezTo>
                    <a:pt x="5251705" y="789940"/>
                    <a:pt x="5284471" y="809625"/>
                    <a:pt x="5319396" y="824865"/>
                  </a:cubicBezTo>
                  <a:cubicBezTo>
                    <a:pt x="5332477" y="829183"/>
                    <a:pt x="5345558" y="833628"/>
                    <a:pt x="5358639" y="835787"/>
                  </a:cubicBezTo>
                  <a:lnTo>
                    <a:pt x="5358639" y="691769"/>
                  </a:lnTo>
                  <a:lnTo>
                    <a:pt x="5162297" y="597916"/>
                  </a:lnTo>
                  <a:close/>
                  <a:moveTo>
                    <a:pt x="5166615" y="781177"/>
                  </a:moveTo>
                  <a:cubicBezTo>
                    <a:pt x="5170933" y="837946"/>
                    <a:pt x="5175378" y="881507"/>
                    <a:pt x="5179696" y="923036"/>
                  </a:cubicBezTo>
                  <a:lnTo>
                    <a:pt x="5378197" y="1034288"/>
                  </a:lnTo>
                  <a:cubicBezTo>
                    <a:pt x="5376038" y="1003681"/>
                    <a:pt x="5373879" y="979805"/>
                    <a:pt x="5373879" y="955802"/>
                  </a:cubicBezTo>
                  <a:cubicBezTo>
                    <a:pt x="5376038" y="901319"/>
                    <a:pt x="5356480" y="864108"/>
                    <a:pt x="5299711" y="846709"/>
                  </a:cubicBezTo>
                  <a:cubicBezTo>
                    <a:pt x="5273549" y="835787"/>
                    <a:pt x="5247387" y="820547"/>
                    <a:pt x="5221225" y="805307"/>
                  </a:cubicBezTo>
                  <a:cubicBezTo>
                    <a:pt x="5205985" y="796544"/>
                    <a:pt x="5190618" y="790067"/>
                    <a:pt x="5166742" y="781304"/>
                  </a:cubicBezTo>
                  <a:close/>
                  <a:moveTo>
                    <a:pt x="5341113" y="301117"/>
                  </a:moveTo>
                  <a:cubicBezTo>
                    <a:pt x="5343272" y="246634"/>
                    <a:pt x="5338954" y="200787"/>
                    <a:pt x="5288789" y="170180"/>
                  </a:cubicBezTo>
                  <a:cubicBezTo>
                    <a:pt x="5247387" y="141859"/>
                    <a:pt x="5205858" y="113411"/>
                    <a:pt x="5166615" y="80772"/>
                  </a:cubicBezTo>
                  <a:cubicBezTo>
                    <a:pt x="5151375" y="69850"/>
                    <a:pt x="5136008" y="61087"/>
                    <a:pt x="5118609" y="50165"/>
                  </a:cubicBezTo>
                  <a:cubicBezTo>
                    <a:pt x="5116450" y="67564"/>
                    <a:pt x="5116450" y="82931"/>
                    <a:pt x="5118609" y="100330"/>
                  </a:cubicBezTo>
                  <a:cubicBezTo>
                    <a:pt x="5125213" y="130937"/>
                    <a:pt x="5120768" y="168021"/>
                    <a:pt x="5149216" y="192024"/>
                  </a:cubicBezTo>
                  <a:cubicBezTo>
                    <a:pt x="5208144" y="235712"/>
                    <a:pt x="5271390" y="272796"/>
                    <a:pt x="5341240" y="301117"/>
                  </a:cubicBezTo>
                  <a:close/>
                  <a:moveTo>
                    <a:pt x="5380356" y="1370203"/>
                  </a:moveTo>
                  <a:cubicBezTo>
                    <a:pt x="5382515" y="1333119"/>
                    <a:pt x="5386960" y="1300353"/>
                    <a:pt x="5386960" y="1267714"/>
                  </a:cubicBezTo>
                  <a:cubicBezTo>
                    <a:pt x="5384801" y="1256792"/>
                    <a:pt x="5378197" y="1248029"/>
                    <a:pt x="5369561" y="1243711"/>
                  </a:cubicBezTo>
                  <a:cubicBezTo>
                    <a:pt x="5306315" y="1204468"/>
                    <a:pt x="5240783" y="1167384"/>
                    <a:pt x="5175378" y="1125855"/>
                  </a:cubicBezTo>
                  <a:lnTo>
                    <a:pt x="5153534" y="1200023"/>
                  </a:lnTo>
                  <a:lnTo>
                    <a:pt x="5380483" y="1370203"/>
                  </a:lnTo>
                  <a:close/>
                  <a:moveTo>
                    <a:pt x="5341113" y="464693"/>
                  </a:moveTo>
                  <a:cubicBezTo>
                    <a:pt x="5349876" y="364363"/>
                    <a:pt x="5347717" y="364363"/>
                    <a:pt x="5275708" y="318516"/>
                  </a:cubicBezTo>
                  <a:lnTo>
                    <a:pt x="5218939" y="281432"/>
                  </a:lnTo>
                  <a:cubicBezTo>
                    <a:pt x="5194936" y="266192"/>
                    <a:pt x="5170933" y="248666"/>
                    <a:pt x="5138167" y="226949"/>
                  </a:cubicBezTo>
                  <a:cubicBezTo>
                    <a:pt x="5142485" y="274955"/>
                    <a:pt x="5144771" y="309880"/>
                    <a:pt x="5149089" y="344805"/>
                  </a:cubicBezTo>
                  <a:cubicBezTo>
                    <a:pt x="5151248" y="355727"/>
                    <a:pt x="5157852" y="362204"/>
                    <a:pt x="5166488" y="368808"/>
                  </a:cubicBezTo>
                  <a:lnTo>
                    <a:pt x="5340986" y="4648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459108" y="4613586"/>
            <a:ext cx="3849767" cy="221771"/>
            <a:chOff x="0" y="0"/>
            <a:chExt cx="3849764" cy="221767"/>
          </a:xfrm>
        </p:grpSpPr>
        <p:sp>
          <p:nvSpPr>
            <p:cNvPr id="9" name="Freeform 9"/>
            <p:cNvSpPr/>
            <p:nvPr/>
          </p:nvSpPr>
          <p:spPr>
            <a:xfrm>
              <a:off x="0" y="-254"/>
              <a:ext cx="3849497" cy="222123"/>
            </a:xfrm>
            <a:custGeom>
              <a:avLst/>
              <a:gdLst/>
              <a:ahLst/>
              <a:cxnLst/>
              <a:rect l="l" t="t" r="r" b="b"/>
              <a:pathLst>
                <a:path w="3849497" h="222123">
                  <a:moveTo>
                    <a:pt x="2627503" y="127254"/>
                  </a:moveTo>
                  <a:cubicBezTo>
                    <a:pt x="2627503" y="127254"/>
                    <a:pt x="2627503" y="127254"/>
                    <a:pt x="2627503" y="127254"/>
                  </a:cubicBezTo>
                  <a:cubicBezTo>
                    <a:pt x="2627503" y="127254"/>
                    <a:pt x="2627503" y="127254"/>
                    <a:pt x="2627503" y="127254"/>
                  </a:cubicBezTo>
                  <a:cubicBezTo>
                    <a:pt x="2627503" y="127254"/>
                    <a:pt x="2627503" y="127254"/>
                    <a:pt x="2627503" y="127254"/>
                  </a:cubicBezTo>
                  <a:close/>
                  <a:moveTo>
                    <a:pt x="2121535" y="254"/>
                  </a:moveTo>
                  <a:cubicBezTo>
                    <a:pt x="2120519" y="254"/>
                    <a:pt x="2119757" y="508"/>
                    <a:pt x="2119122" y="889"/>
                  </a:cubicBezTo>
                  <a:cubicBezTo>
                    <a:pt x="2114931" y="3810"/>
                    <a:pt x="2110740" y="4699"/>
                    <a:pt x="2106422" y="4699"/>
                  </a:cubicBezTo>
                  <a:cubicBezTo>
                    <a:pt x="2100326" y="4699"/>
                    <a:pt x="2094230" y="2921"/>
                    <a:pt x="2087753" y="2921"/>
                  </a:cubicBezTo>
                  <a:cubicBezTo>
                    <a:pt x="2084705" y="2921"/>
                    <a:pt x="2081530" y="3302"/>
                    <a:pt x="2078355" y="4572"/>
                  </a:cubicBezTo>
                  <a:cubicBezTo>
                    <a:pt x="2075561" y="5588"/>
                    <a:pt x="2072386" y="5969"/>
                    <a:pt x="2069211" y="5969"/>
                  </a:cubicBezTo>
                  <a:cubicBezTo>
                    <a:pt x="2059305" y="5969"/>
                    <a:pt x="2047875" y="2286"/>
                    <a:pt x="2038096" y="2286"/>
                  </a:cubicBezTo>
                  <a:cubicBezTo>
                    <a:pt x="2034540" y="2286"/>
                    <a:pt x="2031111" y="2794"/>
                    <a:pt x="2028190" y="4191"/>
                  </a:cubicBezTo>
                  <a:cubicBezTo>
                    <a:pt x="2018919" y="7239"/>
                    <a:pt x="2009775" y="8763"/>
                    <a:pt x="2000504" y="8763"/>
                  </a:cubicBezTo>
                  <a:cubicBezTo>
                    <a:pt x="1991233" y="8763"/>
                    <a:pt x="1982216" y="7239"/>
                    <a:pt x="1973072" y="4318"/>
                  </a:cubicBezTo>
                  <a:cubicBezTo>
                    <a:pt x="1956562" y="4826"/>
                    <a:pt x="1940306" y="6858"/>
                    <a:pt x="1924177" y="10541"/>
                  </a:cubicBezTo>
                  <a:cubicBezTo>
                    <a:pt x="1923669" y="10541"/>
                    <a:pt x="1923161" y="10541"/>
                    <a:pt x="1922653" y="10541"/>
                  </a:cubicBezTo>
                  <a:cubicBezTo>
                    <a:pt x="1909699" y="10541"/>
                    <a:pt x="1896618" y="5588"/>
                    <a:pt x="1883664" y="5588"/>
                  </a:cubicBezTo>
                  <a:cubicBezTo>
                    <a:pt x="1876933" y="5588"/>
                    <a:pt x="1870202" y="6985"/>
                    <a:pt x="1863598" y="11049"/>
                  </a:cubicBezTo>
                  <a:cubicBezTo>
                    <a:pt x="1859026" y="7747"/>
                    <a:pt x="1854454" y="6731"/>
                    <a:pt x="1849755" y="6731"/>
                  </a:cubicBezTo>
                  <a:cubicBezTo>
                    <a:pt x="1840865" y="6731"/>
                    <a:pt x="1831721" y="10668"/>
                    <a:pt x="1822450" y="10668"/>
                  </a:cubicBezTo>
                  <a:cubicBezTo>
                    <a:pt x="1820291" y="10668"/>
                    <a:pt x="1818132" y="10414"/>
                    <a:pt x="1815846" y="9906"/>
                  </a:cubicBezTo>
                  <a:cubicBezTo>
                    <a:pt x="1807718" y="8763"/>
                    <a:pt x="1799590" y="8128"/>
                    <a:pt x="1791589" y="8128"/>
                  </a:cubicBezTo>
                  <a:cubicBezTo>
                    <a:pt x="1779905" y="8128"/>
                    <a:pt x="1768348" y="9398"/>
                    <a:pt x="1756791" y="11811"/>
                  </a:cubicBezTo>
                  <a:cubicBezTo>
                    <a:pt x="1723390" y="15367"/>
                    <a:pt x="1689989" y="17145"/>
                    <a:pt x="1656588" y="17145"/>
                  </a:cubicBezTo>
                  <a:cubicBezTo>
                    <a:pt x="1640332" y="17145"/>
                    <a:pt x="1624076" y="16764"/>
                    <a:pt x="1607693" y="15875"/>
                  </a:cubicBezTo>
                  <a:cubicBezTo>
                    <a:pt x="1603248" y="15748"/>
                    <a:pt x="1598930" y="15621"/>
                    <a:pt x="1594485" y="15621"/>
                  </a:cubicBezTo>
                  <a:cubicBezTo>
                    <a:pt x="1567180" y="15621"/>
                    <a:pt x="1539875" y="18669"/>
                    <a:pt x="1513459" y="18669"/>
                  </a:cubicBezTo>
                  <a:cubicBezTo>
                    <a:pt x="1496568" y="18669"/>
                    <a:pt x="1480185" y="17399"/>
                    <a:pt x="1464437" y="13208"/>
                  </a:cubicBezTo>
                  <a:lnTo>
                    <a:pt x="1429512" y="26924"/>
                  </a:lnTo>
                  <a:cubicBezTo>
                    <a:pt x="1420876" y="23495"/>
                    <a:pt x="1412494" y="17526"/>
                    <a:pt x="1407160" y="17526"/>
                  </a:cubicBezTo>
                  <a:cubicBezTo>
                    <a:pt x="1406271" y="17526"/>
                    <a:pt x="1405509" y="17653"/>
                    <a:pt x="1404874" y="18034"/>
                  </a:cubicBezTo>
                  <a:cubicBezTo>
                    <a:pt x="1395476" y="22225"/>
                    <a:pt x="1385697" y="24511"/>
                    <a:pt x="1375410" y="24892"/>
                  </a:cubicBezTo>
                  <a:cubicBezTo>
                    <a:pt x="1374267" y="24892"/>
                    <a:pt x="1373124" y="25019"/>
                    <a:pt x="1371981" y="25019"/>
                  </a:cubicBezTo>
                  <a:cubicBezTo>
                    <a:pt x="1362964" y="25019"/>
                    <a:pt x="1354074" y="23495"/>
                    <a:pt x="1345565" y="20574"/>
                  </a:cubicBezTo>
                  <a:cubicBezTo>
                    <a:pt x="1341374" y="19431"/>
                    <a:pt x="1337183" y="18923"/>
                    <a:pt x="1333119" y="18923"/>
                  </a:cubicBezTo>
                  <a:cubicBezTo>
                    <a:pt x="1317371" y="18923"/>
                    <a:pt x="1303147" y="26035"/>
                    <a:pt x="1287653" y="26035"/>
                  </a:cubicBezTo>
                  <a:cubicBezTo>
                    <a:pt x="1287145" y="26035"/>
                    <a:pt x="1286764" y="26035"/>
                    <a:pt x="1286256" y="26035"/>
                  </a:cubicBezTo>
                  <a:cubicBezTo>
                    <a:pt x="1274572" y="23876"/>
                    <a:pt x="1263015" y="22860"/>
                    <a:pt x="1251331" y="22860"/>
                  </a:cubicBezTo>
                  <a:cubicBezTo>
                    <a:pt x="1239520" y="22860"/>
                    <a:pt x="1227836" y="23876"/>
                    <a:pt x="1216025" y="26035"/>
                  </a:cubicBezTo>
                  <a:cubicBezTo>
                    <a:pt x="1203325" y="28956"/>
                    <a:pt x="1190752" y="30353"/>
                    <a:pt x="1178052" y="30353"/>
                  </a:cubicBezTo>
                  <a:cubicBezTo>
                    <a:pt x="1168400" y="30353"/>
                    <a:pt x="1158621" y="29464"/>
                    <a:pt x="1148969" y="27813"/>
                  </a:cubicBezTo>
                  <a:cubicBezTo>
                    <a:pt x="1146175" y="27813"/>
                    <a:pt x="1143254" y="27686"/>
                    <a:pt x="1140460" y="27686"/>
                  </a:cubicBezTo>
                  <a:cubicBezTo>
                    <a:pt x="1117092" y="27686"/>
                    <a:pt x="1093851" y="29591"/>
                    <a:pt x="1070737" y="33274"/>
                  </a:cubicBezTo>
                  <a:cubicBezTo>
                    <a:pt x="1069975" y="33274"/>
                    <a:pt x="1069086" y="33274"/>
                    <a:pt x="1068324" y="33274"/>
                  </a:cubicBezTo>
                  <a:cubicBezTo>
                    <a:pt x="1058418" y="33274"/>
                    <a:pt x="1047369" y="30353"/>
                    <a:pt x="1037717" y="30353"/>
                  </a:cubicBezTo>
                  <a:cubicBezTo>
                    <a:pt x="1033272" y="30353"/>
                    <a:pt x="1029208" y="30988"/>
                    <a:pt x="1025652" y="32766"/>
                  </a:cubicBezTo>
                  <a:cubicBezTo>
                    <a:pt x="1018032" y="35941"/>
                    <a:pt x="1010412" y="37592"/>
                    <a:pt x="1002792" y="37592"/>
                  </a:cubicBezTo>
                  <a:cubicBezTo>
                    <a:pt x="995426" y="37592"/>
                    <a:pt x="988187" y="36068"/>
                    <a:pt x="980821" y="33147"/>
                  </a:cubicBezTo>
                  <a:cubicBezTo>
                    <a:pt x="979805" y="32893"/>
                    <a:pt x="978916" y="32893"/>
                    <a:pt x="977900" y="32893"/>
                  </a:cubicBezTo>
                  <a:cubicBezTo>
                    <a:pt x="970026" y="32893"/>
                    <a:pt x="962152" y="38608"/>
                    <a:pt x="954786" y="38608"/>
                  </a:cubicBezTo>
                  <a:cubicBezTo>
                    <a:pt x="950595" y="38608"/>
                    <a:pt x="946658" y="36830"/>
                    <a:pt x="942975" y="31242"/>
                  </a:cubicBezTo>
                  <a:cubicBezTo>
                    <a:pt x="938276" y="37211"/>
                    <a:pt x="932688" y="38735"/>
                    <a:pt x="926973" y="38735"/>
                  </a:cubicBezTo>
                  <a:cubicBezTo>
                    <a:pt x="921258" y="38735"/>
                    <a:pt x="915670" y="37338"/>
                    <a:pt x="910590" y="37338"/>
                  </a:cubicBezTo>
                  <a:cubicBezTo>
                    <a:pt x="910209" y="37338"/>
                    <a:pt x="909828" y="37338"/>
                    <a:pt x="909447" y="37338"/>
                  </a:cubicBezTo>
                  <a:cubicBezTo>
                    <a:pt x="901319" y="37719"/>
                    <a:pt x="888492" y="42037"/>
                    <a:pt x="882142" y="42037"/>
                  </a:cubicBezTo>
                  <a:cubicBezTo>
                    <a:pt x="880364" y="42037"/>
                    <a:pt x="879094" y="41656"/>
                    <a:pt x="878586" y="40894"/>
                  </a:cubicBezTo>
                  <a:cubicBezTo>
                    <a:pt x="875538" y="36068"/>
                    <a:pt x="872744" y="34417"/>
                    <a:pt x="870077" y="34417"/>
                  </a:cubicBezTo>
                  <a:cubicBezTo>
                    <a:pt x="863981" y="34417"/>
                    <a:pt x="858774" y="43307"/>
                    <a:pt x="852170" y="43307"/>
                  </a:cubicBezTo>
                  <a:cubicBezTo>
                    <a:pt x="850773" y="43307"/>
                    <a:pt x="849376" y="42926"/>
                    <a:pt x="847852" y="41910"/>
                  </a:cubicBezTo>
                  <a:cubicBezTo>
                    <a:pt x="844423" y="39878"/>
                    <a:pt x="840105" y="39243"/>
                    <a:pt x="835406" y="39243"/>
                  </a:cubicBezTo>
                  <a:cubicBezTo>
                    <a:pt x="828294" y="39243"/>
                    <a:pt x="820293" y="40767"/>
                    <a:pt x="813308" y="41021"/>
                  </a:cubicBezTo>
                  <a:cubicBezTo>
                    <a:pt x="801878" y="41402"/>
                    <a:pt x="790448" y="42418"/>
                    <a:pt x="779145" y="44196"/>
                  </a:cubicBezTo>
                  <a:cubicBezTo>
                    <a:pt x="768223" y="46990"/>
                    <a:pt x="757047" y="49149"/>
                    <a:pt x="745744" y="50419"/>
                  </a:cubicBezTo>
                  <a:cubicBezTo>
                    <a:pt x="745109" y="50419"/>
                    <a:pt x="744474" y="50419"/>
                    <a:pt x="743839" y="50419"/>
                  </a:cubicBezTo>
                  <a:cubicBezTo>
                    <a:pt x="727710" y="50419"/>
                    <a:pt x="710311" y="46482"/>
                    <a:pt x="695071" y="46482"/>
                  </a:cubicBezTo>
                  <a:cubicBezTo>
                    <a:pt x="693039" y="46482"/>
                    <a:pt x="691134" y="46609"/>
                    <a:pt x="689229" y="46736"/>
                  </a:cubicBezTo>
                  <a:cubicBezTo>
                    <a:pt x="674243" y="47879"/>
                    <a:pt x="657733" y="59309"/>
                    <a:pt x="644652" y="59309"/>
                  </a:cubicBezTo>
                  <a:cubicBezTo>
                    <a:pt x="642620" y="59309"/>
                    <a:pt x="640588" y="59055"/>
                    <a:pt x="638810" y="58420"/>
                  </a:cubicBezTo>
                  <a:cubicBezTo>
                    <a:pt x="628142" y="55626"/>
                    <a:pt x="617347" y="54229"/>
                    <a:pt x="606425" y="54229"/>
                  </a:cubicBezTo>
                  <a:cubicBezTo>
                    <a:pt x="600837" y="54229"/>
                    <a:pt x="595249" y="54610"/>
                    <a:pt x="589661" y="55372"/>
                  </a:cubicBezTo>
                  <a:cubicBezTo>
                    <a:pt x="575056" y="55626"/>
                    <a:pt x="560451" y="60071"/>
                    <a:pt x="546100" y="60579"/>
                  </a:cubicBezTo>
                  <a:cubicBezTo>
                    <a:pt x="532511" y="60960"/>
                    <a:pt x="519049" y="61087"/>
                    <a:pt x="505587" y="61087"/>
                  </a:cubicBezTo>
                  <a:cubicBezTo>
                    <a:pt x="494411" y="61087"/>
                    <a:pt x="483108" y="60960"/>
                    <a:pt x="471932" y="60960"/>
                  </a:cubicBezTo>
                  <a:cubicBezTo>
                    <a:pt x="464820" y="60960"/>
                    <a:pt x="457708" y="60960"/>
                    <a:pt x="450469" y="61087"/>
                  </a:cubicBezTo>
                  <a:cubicBezTo>
                    <a:pt x="442976" y="61214"/>
                    <a:pt x="437642" y="69088"/>
                    <a:pt x="430276" y="69088"/>
                  </a:cubicBezTo>
                  <a:cubicBezTo>
                    <a:pt x="427101" y="69088"/>
                    <a:pt x="423545" y="67691"/>
                    <a:pt x="419354" y="63627"/>
                  </a:cubicBezTo>
                  <a:cubicBezTo>
                    <a:pt x="414401" y="61341"/>
                    <a:pt x="409321" y="60198"/>
                    <a:pt x="403987" y="60198"/>
                  </a:cubicBezTo>
                  <a:cubicBezTo>
                    <a:pt x="403352" y="60198"/>
                    <a:pt x="402717" y="60198"/>
                    <a:pt x="402082" y="60198"/>
                  </a:cubicBezTo>
                  <a:cubicBezTo>
                    <a:pt x="395986" y="60452"/>
                    <a:pt x="390398" y="62230"/>
                    <a:pt x="385191" y="65278"/>
                  </a:cubicBezTo>
                  <a:cubicBezTo>
                    <a:pt x="378968" y="69596"/>
                    <a:pt x="372491" y="70358"/>
                    <a:pt x="366268" y="70358"/>
                  </a:cubicBezTo>
                  <a:cubicBezTo>
                    <a:pt x="363220" y="70358"/>
                    <a:pt x="360299" y="70231"/>
                    <a:pt x="357378" y="70231"/>
                  </a:cubicBezTo>
                  <a:cubicBezTo>
                    <a:pt x="353568" y="70231"/>
                    <a:pt x="350012" y="70485"/>
                    <a:pt x="346583" y="71882"/>
                  </a:cubicBezTo>
                  <a:cubicBezTo>
                    <a:pt x="342265" y="74041"/>
                    <a:pt x="337566" y="75184"/>
                    <a:pt x="332867" y="75184"/>
                  </a:cubicBezTo>
                  <a:cubicBezTo>
                    <a:pt x="331724" y="75184"/>
                    <a:pt x="330581" y="75184"/>
                    <a:pt x="329438" y="75057"/>
                  </a:cubicBezTo>
                  <a:cubicBezTo>
                    <a:pt x="323342" y="74422"/>
                    <a:pt x="318008" y="72136"/>
                    <a:pt x="313309" y="68326"/>
                  </a:cubicBezTo>
                  <a:lnTo>
                    <a:pt x="274828" y="84709"/>
                  </a:lnTo>
                  <a:cubicBezTo>
                    <a:pt x="271399" y="80772"/>
                    <a:pt x="269494" y="75819"/>
                    <a:pt x="267081" y="75565"/>
                  </a:cubicBezTo>
                  <a:cubicBezTo>
                    <a:pt x="266827" y="75565"/>
                    <a:pt x="266573" y="75565"/>
                    <a:pt x="266319" y="75565"/>
                  </a:cubicBezTo>
                  <a:cubicBezTo>
                    <a:pt x="248412" y="75565"/>
                    <a:pt x="75565" y="100330"/>
                    <a:pt x="65405" y="105791"/>
                  </a:cubicBezTo>
                  <a:cubicBezTo>
                    <a:pt x="43942" y="117729"/>
                    <a:pt x="22352" y="131445"/>
                    <a:pt x="762" y="144399"/>
                  </a:cubicBezTo>
                  <a:lnTo>
                    <a:pt x="762" y="144399"/>
                  </a:lnTo>
                  <a:lnTo>
                    <a:pt x="12192" y="157988"/>
                  </a:lnTo>
                  <a:lnTo>
                    <a:pt x="0" y="172212"/>
                  </a:lnTo>
                  <a:lnTo>
                    <a:pt x="13462" y="204978"/>
                  </a:lnTo>
                  <a:cubicBezTo>
                    <a:pt x="27305" y="209423"/>
                    <a:pt x="40259" y="222123"/>
                    <a:pt x="54610" y="222123"/>
                  </a:cubicBezTo>
                  <a:cubicBezTo>
                    <a:pt x="60452" y="222123"/>
                    <a:pt x="66548" y="219964"/>
                    <a:pt x="72898" y="214376"/>
                  </a:cubicBezTo>
                  <a:cubicBezTo>
                    <a:pt x="78105" y="217932"/>
                    <a:pt x="82677" y="219202"/>
                    <a:pt x="86995" y="219202"/>
                  </a:cubicBezTo>
                  <a:cubicBezTo>
                    <a:pt x="102489" y="219202"/>
                    <a:pt x="113157" y="200660"/>
                    <a:pt x="131826" y="200660"/>
                  </a:cubicBezTo>
                  <a:cubicBezTo>
                    <a:pt x="132842" y="200660"/>
                    <a:pt x="133858" y="200660"/>
                    <a:pt x="134874" y="200787"/>
                  </a:cubicBezTo>
                  <a:cubicBezTo>
                    <a:pt x="143129" y="201422"/>
                    <a:pt x="151511" y="201803"/>
                    <a:pt x="159766" y="201803"/>
                  </a:cubicBezTo>
                  <a:cubicBezTo>
                    <a:pt x="167513" y="201803"/>
                    <a:pt x="175133" y="201549"/>
                    <a:pt x="182880" y="200914"/>
                  </a:cubicBezTo>
                  <a:cubicBezTo>
                    <a:pt x="189103" y="195834"/>
                    <a:pt x="195199" y="194310"/>
                    <a:pt x="201295" y="194310"/>
                  </a:cubicBezTo>
                  <a:cubicBezTo>
                    <a:pt x="211455" y="194310"/>
                    <a:pt x="221615" y="198628"/>
                    <a:pt x="232156" y="198628"/>
                  </a:cubicBezTo>
                  <a:cubicBezTo>
                    <a:pt x="233934" y="198628"/>
                    <a:pt x="235712" y="198501"/>
                    <a:pt x="237490" y="198247"/>
                  </a:cubicBezTo>
                  <a:cubicBezTo>
                    <a:pt x="256540" y="195326"/>
                    <a:pt x="276098" y="189865"/>
                    <a:pt x="294513" y="187706"/>
                  </a:cubicBezTo>
                  <a:cubicBezTo>
                    <a:pt x="312928" y="185547"/>
                    <a:pt x="332232" y="185547"/>
                    <a:pt x="355346" y="184404"/>
                  </a:cubicBezTo>
                  <a:lnTo>
                    <a:pt x="366395" y="194056"/>
                  </a:lnTo>
                  <a:lnTo>
                    <a:pt x="389509" y="176403"/>
                  </a:lnTo>
                  <a:lnTo>
                    <a:pt x="532638" y="177165"/>
                  </a:lnTo>
                  <a:cubicBezTo>
                    <a:pt x="541020" y="169037"/>
                    <a:pt x="550545" y="167005"/>
                    <a:pt x="560578" y="167005"/>
                  </a:cubicBezTo>
                  <a:cubicBezTo>
                    <a:pt x="569976" y="167005"/>
                    <a:pt x="579628" y="168783"/>
                    <a:pt x="589026" y="168783"/>
                  </a:cubicBezTo>
                  <a:cubicBezTo>
                    <a:pt x="594487" y="168783"/>
                    <a:pt x="599948" y="168148"/>
                    <a:pt x="605028" y="166243"/>
                  </a:cubicBezTo>
                  <a:cubicBezTo>
                    <a:pt x="610997" y="164084"/>
                    <a:pt x="617347" y="163195"/>
                    <a:pt x="624078" y="163195"/>
                  </a:cubicBezTo>
                  <a:cubicBezTo>
                    <a:pt x="643636" y="163195"/>
                    <a:pt x="665734" y="170434"/>
                    <a:pt x="685038" y="172466"/>
                  </a:cubicBezTo>
                  <a:cubicBezTo>
                    <a:pt x="700659" y="162814"/>
                    <a:pt x="715645" y="155956"/>
                    <a:pt x="730631" y="155956"/>
                  </a:cubicBezTo>
                  <a:cubicBezTo>
                    <a:pt x="741045" y="155956"/>
                    <a:pt x="751332" y="159258"/>
                    <a:pt x="761873" y="167259"/>
                  </a:cubicBezTo>
                  <a:lnTo>
                    <a:pt x="794385" y="154051"/>
                  </a:lnTo>
                  <a:lnTo>
                    <a:pt x="803402" y="164084"/>
                  </a:lnTo>
                  <a:cubicBezTo>
                    <a:pt x="814324" y="160909"/>
                    <a:pt x="825500" y="158750"/>
                    <a:pt x="836803" y="157353"/>
                  </a:cubicBezTo>
                  <a:cubicBezTo>
                    <a:pt x="844804" y="157099"/>
                    <a:pt x="852805" y="156972"/>
                    <a:pt x="860933" y="156972"/>
                  </a:cubicBezTo>
                  <a:cubicBezTo>
                    <a:pt x="871855" y="156972"/>
                    <a:pt x="882777" y="157099"/>
                    <a:pt x="893572" y="157099"/>
                  </a:cubicBezTo>
                  <a:cubicBezTo>
                    <a:pt x="906399" y="157099"/>
                    <a:pt x="919353" y="156972"/>
                    <a:pt x="932180" y="156083"/>
                  </a:cubicBezTo>
                  <a:cubicBezTo>
                    <a:pt x="950214" y="153416"/>
                    <a:pt x="967867" y="149225"/>
                    <a:pt x="985139" y="143510"/>
                  </a:cubicBezTo>
                  <a:lnTo>
                    <a:pt x="993902" y="153543"/>
                  </a:lnTo>
                  <a:cubicBezTo>
                    <a:pt x="1055497" y="135382"/>
                    <a:pt x="1123188" y="153797"/>
                    <a:pt x="1185799" y="133985"/>
                  </a:cubicBezTo>
                  <a:lnTo>
                    <a:pt x="1195324" y="144907"/>
                  </a:lnTo>
                  <a:cubicBezTo>
                    <a:pt x="1203071" y="141097"/>
                    <a:pt x="1210691" y="139700"/>
                    <a:pt x="1218311" y="139700"/>
                  </a:cubicBezTo>
                  <a:cubicBezTo>
                    <a:pt x="1231265" y="139700"/>
                    <a:pt x="1244600" y="143891"/>
                    <a:pt x="1258951" y="147574"/>
                  </a:cubicBezTo>
                  <a:lnTo>
                    <a:pt x="1280795" y="131572"/>
                  </a:lnTo>
                  <a:cubicBezTo>
                    <a:pt x="1302004" y="135763"/>
                    <a:pt x="1323086" y="137414"/>
                    <a:pt x="1344041" y="137414"/>
                  </a:cubicBezTo>
                  <a:cubicBezTo>
                    <a:pt x="1389507" y="137414"/>
                    <a:pt x="1434465" y="129540"/>
                    <a:pt x="1479296" y="122047"/>
                  </a:cubicBezTo>
                  <a:cubicBezTo>
                    <a:pt x="1486662" y="131953"/>
                    <a:pt x="1496060" y="135255"/>
                    <a:pt x="1507998" y="135255"/>
                  </a:cubicBezTo>
                  <a:cubicBezTo>
                    <a:pt x="1514602" y="135255"/>
                    <a:pt x="1521841" y="134239"/>
                    <a:pt x="1529969" y="132715"/>
                  </a:cubicBezTo>
                  <a:lnTo>
                    <a:pt x="1543685" y="116205"/>
                  </a:lnTo>
                  <a:cubicBezTo>
                    <a:pt x="1548765" y="126873"/>
                    <a:pt x="1555369" y="130175"/>
                    <a:pt x="1562735" y="130175"/>
                  </a:cubicBezTo>
                  <a:cubicBezTo>
                    <a:pt x="1573911" y="130175"/>
                    <a:pt x="1586484" y="122809"/>
                    <a:pt x="1597279" y="122809"/>
                  </a:cubicBezTo>
                  <a:cubicBezTo>
                    <a:pt x="1604010" y="122809"/>
                    <a:pt x="1610106" y="125730"/>
                    <a:pt x="1614551" y="135001"/>
                  </a:cubicBezTo>
                  <a:cubicBezTo>
                    <a:pt x="1614551" y="135001"/>
                    <a:pt x="1614551" y="135001"/>
                    <a:pt x="1614551" y="135001"/>
                  </a:cubicBezTo>
                  <a:cubicBezTo>
                    <a:pt x="1614932" y="135001"/>
                    <a:pt x="1617726" y="133731"/>
                    <a:pt x="1629283" y="129159"/>
                  </a:cubicBezTo>
                  <a:lnTo>
                    <a:pt x="1638554" y="112014"/>
                  </a:lnTo>
                  <a:lnTo>
                    <a:pt x="1658366" y="128905"/>
                  </a:lnTo>
                  <a:cubicBezTo>
                    <a:pt x="1662684" y="126492"/>
                    <a:pt x="1666875" y="121412"/>
                    <a:pt x="1671066" y="121412"/>
                  </a:cubicBezTo>
                  <a:cubicBezTo>
                    <a:pt x="1671193" y="121412"/>
                    <a:pt x="1671447" y="121412"/>
                    <a:pt x="1671574" y="121412"/>
                  </a:cubicBezTo>
                  <a:cubicBezTo>
                    <a:pt x="1673606" y="121412"/>
                    <a:pt x="1675638" y="121412"/>
                    <a:pt x="1677670" y="121412"/>
                  </a:cubicBezTo>
                  <a:cubicBezTo>
                    <a:pt x="1699514" y="121412"/>
                    <a:pt x="1721485" y="122174"/>
                    <a:pt x="1743329" y="122174"/>
                  </a:cubicBezTo>
                  <a:cubicBezTo>
                    <a:pt x="1754632" y="122174"/>
                    <a:pt x="1765935" y="121920"/>
                    <a:pt x="1777238" y="121412"/>
                  </a:cubicBezTo>
                  <a:cubicBezTo>
                    <a:pt x="1781302" y="120650"/>
                    <a:pt x="1785366" y="120269"/>
                    <a:pt x="1789430" y="120269"/>
                  </a:cubicBezTo>
                  <a:cubicBezTo>
                    <a:pt x="1796669" y="120269"/>
                    <a:pt x="1803908" y="121539"/>
                    <a:pt x="1811020" y="124079"/>
                  </a:cubicBezTo>
                  <a:cubicBezTo>
                    <a:pt x="1813814" y="124460"/>
                    <a:pt x="1816481" y="124587"/>
                    <a:pt x="1819148" y="124587"/>
                  </a:cubicBezTo>
                  <a:cubicBezTo>
                    <a:pt x="1829054" y="124587"/>
                    <a:pt x="1838452" y="122047"/>
                    <a:pt x="1847469" y="117094"/>
                  </a:cubicBezTo>
                  <a:cubicBezTo>
                    <a:pt x="1853438" y="113538"/>
                    <a:pt x="1859788" y="111506"/>
                    <a:pt x="1866646" y="110998"/>
                  </a:cubicBezTo>
                  <a:cubicBezTo>
                    <a:pt x="1867916" y="110871"/>
                    <a:pt x="1869186" y="110871"/>
                    <a:pt x="1870456" y="110871"/>
                  </a:cubicBezTo>
                  <a:cubicBezTo>
                    <a:pt x="1875917" y="110871"/>
                    <a:pt x="1881378" y="111887"/>
                    <a:pt x="1886585" y="113919"/>
                  </a:cubicBezTo>
                  <a:cubicBezTo>
                    <a:pt x="1899285" y="118872"/>
                    <a:pt x="1912112" y="121412"/>
                    <a:pt x="1925193" y="121412"/>
                  </a:cubicBezTo>
                  <a:cubicBezTo>
                    <a:pt x="1933702" y="121412"/>
                    <a:pt x="1942211" y="120396"/>
                    <a:pt x="1950847" y="118237"/>
                  </a:cubicBezTo>
                  <a:cubicBezTo>
                    <a:pt x="1952879" y="117856"/>
                    <a:pt x="1955038" y="117729"/>
                    <a:pt x="1957070" y="117729"/>
                  </a:cubicBezTo>
                  <a:cubicBezTo>
                    <a:pt x="1971675" y="117729"/>
                    <a:pt x="1984375" y="125222"/>
                    <a:pt x="1996440" y="125222"/>
                  </a:cubicBezTo>
                  <a:cubicBezTo>
                    <a:pt x="1999107" y="125222"/>
                    <a:pt x="2001774" y="124841"/>
                    <a:pt x="2004314" y="123952"/>
                  </a:cubicBezTo>
                  <a:cubicBezTo>
                    <a:pt x="2014347" y="120142"/>
                    <a:pt x="2024761" y="118237"/>
                    <a:pt x="2035556" y="118237"/>
                  </a:cubicBezTo>
                  <a:cubicBezTo>
                    <a:pt x="2036445" y="118237"/>
                    <a:pt x="2037207" y="118237"/>
                    <a:pt x="2038096" y="118237"/>
                  </a:cubicBezTo>
                  <a:cubicBezTo>
                    <a:pt x="2040255" y="118364"/>
                    <a:pt x="2042287" y="118364"/>
                    <a:pt x="2044446" y="118364"/>
                  </a:cubicBezTo>
                  <a:cubicBezTo>
                    <a:pt x="2054225" y="118364"/>
                    <a:pt x="2064258" y="117221"/>
                    <a:pt x="2073910" y="116840"/>
                  </a:cubicBezTo>
                  <a:cubicBezTo>
                    <a:pt x="2085721" y="116332"/>
                    <a:pt x="2096897" y="116332"/>
                    <a:pt x="2109343" y="115570"/>
                  </a:cubicBezTo>
                  <a:cubicBezTo>
                    <a:pt x="2121789" y="114808"/>
                    <a:pt x="2133981" y="113538"/>
                    <a:pt x="2146427" y="112522"/>
                  </a:cubicBezTo>
                  <a:lnTo>
                    <a:pt x="2152269" y="119761"/>
                  </a:lnTo>
                  <a:lnTo>
                    <a:pt x="2168398" y="109982"/>
                  </a:lnTo>
                  <a:lnTo>
                    <a:pt x="2189607" y="124714"/>
                  </a:lnTo>
                  <a:cubicBezTo>
                    <a:pt x="2206371" y="118491"/>
                    <a:pt x="2223643" y="115443"/>
                    <a:pt x="2241423" y="115443"/>
                  </a:cubicBezTo>
                  <a:cubicBezTo>
                    <a:pt x="2242058" y="115443"/>
                    <a:pt x="2242693" y="115443"/>
                    <a:pt x="2243455" y="115443"/>
                  </a:cubicBezTo>
                  <a:cubicBezTo>
                    <a:pt x="2247773" y="118110"/>
                    <a:pt x="2252091" y="118999"/>
                    <a:pt x="2256282" y="118999"/>
                  </a:cubicBezTo>
                  <a:cubicBezTo>
                    <a:pt x="2267585" y="118999"/>
                    <a:pt x="2278634" y="112141"/>
                    <a:pt x="2290445" y="112141"/>
                  </a:cubicBezTo>
                  <a:cubicBezTo>
                    <a:pt x="2293874" y="112141"/>
                    <a:pt x="2297303" y="112649"/>
                    <a:pt x="2300859" y="114173"/>
                  </a:cubicBezTo>
                  <a:cubicBezTo>
                    <a:pt x="2308606" y="118364"/>
                    <a:pt x="2316861" y="120904"/>
                    <a:pt x="2325624" y="121920"/>
                  </a:cubicBezTo>
                  <a:cubicBezTo>
                    <a:pt x="2328037" y="122174"/>
                    <a:pt x="2330577" y="122301"/>
                    <a:pt x="2332990" y="122301"/>
                  </a:cubicBezTo>
                  <a:cubicBezTo>
                    <a:pt x="2339213" y="122301"/>
                    <a:pt x="2345436" y="121412"/>
                    <a:pt x="2351532" y="119634"/>
                  </a:cubicBezTo>
                  <a:cubicBezTo>
                    <a:pt x="2361692" y="114808"/>
                    <a:pt x="2372487" y="112395"/>
                    <a:pt x="2383790" y="112395"/>
                  </a:cubicBezTo>
                  <a:cubicBezTo>
                    <a:pt x="2383917" y="112395"/>
                    <a:pt x="2384044" y="112395"/>
                    <a:pt x="2384171" y="112395"/>
                  </a:cubicBezTo>
                  <a:cubicBezTo>
                    <a:pt x="2395347" y="112395"/>
                    <a:pt x="2406015" y="114681"/>
                    <a:pt x="2416175" y="119380"/>
                  </a:cubicBezTo>
                  <a:cubicBezTo>
                    <a:pt x="2426843" y="122682"/>
                    <a:pt x="2437638" y="124333"/>
                    <a:pt x="2448560" y="124333"/>
                  </a:cubicBezTo>
                  <a:cubicBezTo>
                    <a:pt x="2455672" y="124333"/>
                    <a:pt x="2462911" y="123571"/>
                    <a:pt x="2470150" y="122174"/>
                  </a:cubicBezTo>
                  <a:cubicBezTo>
                    <a:pt x="2483612" y="119761"/>
                    <a:pt x="2497074" y="118618"/>
                    <a:pt x="2510536" y="118618"/>
                  </a:cubicBezTo>
                  <a:cubicBezTo>
                    <a:pt x="2522093" y="118618"/>
                    <a:pt x="2533523" y="119507"/>
                    <a:pt x="2545080" y="121285"/>
                  </a:cubicBezTo>
                  <a:cubicBezTo>
                    <a:pt x="2552446" y="123190"/>
                    <a:pt x="2559685" y="124079"/>
                    <a:pt x="2566924" y="124079"/>
                  </a:cubicBezTo>
                  <a:cubicBezTo>
                    <a:pt x="2577973" y="124079"/>
                    <a:pt x="2588895" y="121920"/>
                    <a:pt x="2599690" y="117475"/>
                  </a:cubicBezTo>
                  <a:cubicBezTo>
                    <a:pt x="2600452" y="117094"/>
                    <a:pt x="2601214" y="116967"/>
                    <a:pt x="2602230" y="116967"/>
                  </a:cubicBezTo>
                  <a:cubicBezTo>
                    <a:pt x="2608326" y="116967"/>
                    <a:pt x="2618486" y="123952"/>
                    <a:pt x="2627630" y="127381"/>
                  </a:cubicBezTo>
                  <a:cubicBezTo>
                    <a:pt x="2627630" y="127127"/>
                    <a:pt x="2630043" y="123444"/>
                    <a:pt x="2632583" y="123444"/>
                  </a:cubicBezTo>
                  <a:cubicBezTo>
                    <a:pt x="2632710" y="123444"/>
                    <a:pt x="2632710" y="123444"/>
                    <a:pt x="2632837" y="123444"/>
                  </a:cubicBezTo>
                  <a:cubicBezTo>
                    <a:pt x="2637409" y="122936"/>
                    <a:pt x="2641981" y="122809"/>
                    <a:pt x="2646553" y="122809"/>
                  </a:cubicBezTo>
                  <a:cubicBezTo>
                    <a:pt x="2670810" y="122809"/>
                    <a:pt x="2695321" y="128524"/>
                    <a:pt x="2719832" y="128524"/>
                  </a:cubicBezTo>
                  <a:cubicBezTo>
                    <a:pt x="2730754" y="128524"/>
                    <a:pt x="2741676" y="127381"/>
                    <a:pt x="2752471" y="124079"/>
                  </a:cubicBezTo>
                  <a:cubicBezTo>
                    <a:pt x="2755392" y="129159"/>
                    <a:pt x="2758440" y="130937"/>
                    <a:pt x="2761615" y="130937"/>
                  </a:cubicBezTo>
                  <a:cubicBezTo>
                    <a:pt x="2767965" y="130937"/>
                    <a:pt x="2774569" y="124206"/>
                    <a:pt x="2781300" y="124206"/>
                  </a:cubicBezTo>
                  <a:cubicBezTo>
                    <a:pt x="2782951" y="124206"/>
                    <a:pt x="2784729" y="124587"/>
                    <a:pt x="2786380" y="125730"/>
                  </a:cubicBezTo>
                  <a:cubicBezTo>
                    <a:pt x="2794000" y="130556"/>
                    <a:pt x="2804795" y="136398"/>
                    <a:pt x="2811526" y="136398"/>
                  </a:cubicBezTo>
                  <a:cubicBezTo>
                    <a:pt x="2813050" y="136398"/>
                    <a:pt x="2814320" y="136144"/>
                    <a:pt x="2815336" y="135509"/>
                  </a:cubicBezTo>
                  <a:cubicBezTo>
                    <a:pt x="2820797" y="132334"/>
                    <a:pt x="2825877" y="131318"/>
                    <a:pt x="2830703" y="131318"/>
                  </a:cubicBezTo>
                  <a:cubicBezTo>
                    <a:pt x="2838704" y="131318"/>
                    <a:pt x="2846197" y="133985"/>
                    <a:pt x="2853944" y="133985"/>
                  </a:cubicBezTo>
                  <a:cubicBezTo>
                    <a:pt x="2854579" y="133985"/>
                    <a:pt x="2855214" y="133985"/>
                    <a:pt x="2855849" y="133985"/>
                  </a:cubicBezTo>
                  <a:cubicBezTo>
                    <a:pt x="2856992" y="133985"/>
                    <a:pt x="2858135" y="133858"/>
                    <a:pt x="2859278" y="133858"/>
                  </a:cubicBezTo>
                  <a:cubicBezTo>
                    <a:pt x="2868803" y="133858"/>
                    <a:pt x="2878074" y="135636"/>
                    <a:pt x="2887726" y="135636"/>
                  </a:cubicBezTo>
                  <a:cubicBezTo>
                    <a:pt x="2895092" y="135636"/>
                    <a:pt x="2902585" y="134620"/>
                    <a:pt x="2910713" y="130937"/>
                  </a:cubicBezTo>
                  <a:cubicBezTo>
                    <a:pt x="2913381" y="129794"/>
                    <a:pt x="2916301" y="129286"/>
                    <a:pt x="2919603" y="129286"/>
                  </a:cubicBezTo>
                  <a:cubicBezTo>
                    <a:pt x="2932303" y="129286"/>
                    <a:pt x="2948813" y="136906"/>
                    <a:pt x="2965323" y="140335"/>
                  </a:cubicBezTo>
                  <a:lnTo>
                    <a:pt x="2981453" y="127381"/>
                  </a:lnTo>
                  <a:lnTo>
                    <a:pt x="2998217" y="141859"/>
                  </a:lnTo>
                  <a:cubicBezTo>
                    <a:pt x="3004440" y="137033"/>
                    <a:pt x="3010409" y="130810"/>
                    <a:pt x="3017775" y="130810"/>
                  </a:cubicBezTo>
                  <a:cubicBezTo>
                    <a:pt x="3021966" y="130810"/>
                    <a:pt x="3026664" y="132842"/>
                    <a:pt x="3032126" y="138303"/>
                  </a:cubicBezTo>
                  <a:cubicBezTo>
                    <a:pt x="3034031" y="140208"/>
                    <a:pt x="3037079" y="140843"/>
                    <a:pt x="3040761" y="140843"/>
                  </a:cubicBezTo>
                  <a:cubicBezTo>
                    <a:pt x="3049779" y="140843"/>
                    <a:pt x="3062732" y="136906"/>
                    <a:pt x="3072638" y="136398"/>
                  </a:cubicBezTo>
                  <a:cubicBezTo>
                    <a:pt x="3080131" y="135509"/>
                    <a:pt x="3087751" y="135128"/>
                    <a:pt x="3095244" y="135128"/>
                  </a:cubicBezTo>
                  <a:cubicBezTo>
                    <a:pt x="3101213" y="135128"/>
                    <a:pt x="3107055" y="135382"/>
                    <a:pt x="3113024" y="135890"/>
                  </a:cubicBezTo>
                  <a:cubicBezTo>
                    <a:pt x="3117088" y="136398"/>
                    <a:pt x="3121152" y="136525"/>
                    <a:pt x="3125216" y="136525"/>
                  </a:cubicBezTo>
                  <a:cubicBezTo>
                    <a:pt x="3133217" y="136525"/>
                    <a:pt x="3141091" y="135636"/>
                    <a:pt x="3148965" y="133858"/>
                  </a:cubicBezTo>
                  <a:lnTo>
                    <a:pt x="3161538" y="146050"/>
                  </a:lnTo>
                  <a:cubicBezTo>
                    <a:pt x="3171698" y="142113"/>
                    <a:pt x="3182112" y="139827"/>
                    <a:pt x="3192907" y="139192"/>
                  </a:cubicBezTo>
                  <a:cubicBezTo>
                    <a:pt x="3194431" y="139319"/>
                    <a:pt x="3195956" y="139446"/>
                    <a:pt x="3197479" y="139446"/>
                  </a:cubicBezTo>
                  <a:cubicBezTo>
                    <a:pt x="3205988" y="139446"/>
                    <a:pt x="3214625" y="137033"/>
                    <a:pt x="3223387" y="137033"/>
                  </a:cubicBezTo>
                  <a:cubicBezTo>
                    <a:pt x="3229610" y="137033"/>
                    <a:pt x="3235960" y="138303"/>
                    <a:pt x="3242310" y="142494"/>
                  </a:cubicBezTo>
                  <a:cubicBezTo>
                    <a:pt x="3242691" y="142748"/>
                    <a:pt x="3243072" y="142748"/>
                    <a:pt x="3243581" y="142748"/>
                  </a:cubicBezTo>
                  <a:cubicBezTo>
                    <a:pt x="3248153" y="142748"/>
                    <a:pt x="3259710" y="136271"/>
                    <a:pt x="3270250" y="136271"/>
                  </a:cubicBezTo>
                  <a:cubicBezTo>
                    <a:pt x="3271647" y="136271"/>
                    <a:pt x="3273172" y="136398"/>
                    <a:pt x="3274568" y="136652"/>
                  </a:cubicBezTo>
                  <a:cubicBezTo>
                    <a:pt x="3286760" y="137033"/>
                    <a:pt x="3298698" y="138557"/>
                    <a:pt x="3310509" y="141605"/>
                  </a:cubicBezTo>
                  <a:cubicBezTo>
                    <a:pt x="3312414" y="142494"/>
                    <a:pt x="3314192" y="142875"/>
                    <a:pt x="3315970" y="142875"/>
                  </a:cubicBezTo>
                  <a:cubicBezTo>
                    <a:pt x="3323209" y="142875"/>
                    <a:pt x="3329559" y="136779"/>
                    <a:pt x="3336798" y="136779"/>
                  </a:cubicBezTo>
                  <a:cubicBezTo>
                    <a:pt x="3339719" y="136779"/>
                    <a:pt x="3342767" y="137668"/>
                    <a:pt x="3346069" y="140335"/>
                  </a:cubicBezTo>
                  <a:cubicBezTo>
                    <a:pt x="3347339" y="141351"/>
                    <a:pt x="3348991" y="141605"/>
                    <a:pt x="3351023" y="141605"/>
                  </a:cubicBezTo>
                  <a:cubicBezTo>
                    <a:pt x="3357500" y="141605"/>
                    <a:pt x="3367025" y="137414"/>
                    <a:pt x="3374772" y="137414"/>
                  </a:cubicBezTo>
                  <a:cubicBezTo>
                    <a:pt x="3375406" y="137414"/>
                    <a:pt x="3376168" y="137414"/>
                    <a:pt x="3376804" y="137541"/>
                  </a:cubicBezTo>
                  <a:cubicBezTo>
                    <a:pt x="3395092" y="138176"/>
                    <a:pt x="3412999" y="141732"/>
                    <a:pt x="3431160" y="141732"/>
                  </a:cubicBezTo>
                  <a:cubicBezTo>
                    <a:pt x="3441319" y="141732"/>
                    <a:pt x="3451733" y="140589"/>
                    <a:pt x="3462275" y="137287"/>
                  </a:cubicBezTo>
                  <a:cubicBezTo>
                    <a:pt x="3466466" y="136144"/>
                    <a:pt x="3470530" y="135509"/>
                    <a:pt x="3474721" y="135509"/>
                  </a:cubicBezTo>
                  <a:cubicBezTo>
                    <a:pt x="3478658" y="135509"/>
                    <a:pt x="3482595" y="136017"/>
                    <a:pt x="3486532" y="137033"/>
                  </a:cubicBezTo>
                  <a:cubicBezTo>
                    <a:pt x="3494660" y="139192"/>
                    <a:pt x="3501645" y="143256"/>
                    <a:pt x="3507614" y="149098"/>
                  </a:cubicBezTo>
                  <a:cubicBezTo>
                    <a:pt x="3516123" y="143510"/>
                    <a:pt x="3524505" y="141478"/>
                    <a:pt x="3532887" y="141478"/>
                  </a:cubicBezTo>
                  <a:cubicBezTo>
                    <a:pt x="3545714" y="141478"/>
                    <a:pt x="3558668" y="146050"/>
                    <a:pt x="3572638" y="148971"/>
                  </a:cubicBezTo>
                  <a:cubicBezTo>
                    <a:pt x="3576575" y="149860"/>
                    <a:pt x="3580512" y="150114"/>
                    <a:pt x="3584322" y="150114"/>
                  </a:cubicBezTo>
                  <a:cubicBezTo>
                    <a:pt x="3600578" y="150114"/>
                    <a:pt x="3615564" y="143891"/>
                    <a:pt x="3631312" y="143891"/>
                  </a:cubicBezTo>
                  <a:cubicBezTo>
                    <a:pt x="3633217" y="143891"/>
                    <a:pt x="3635122" y="144018"/>
                    <a:pt x="3637154" y="144145"/>
                  </a:cubicBezTo>
                  <a:cubicBezTo>
                    <a:pt x="3664967" y="147828"/>
                    <a:pt x="3692780" y="149606"/>
                    <a:pt x="3720720" y="149606"/>
                  </a:cubicBezTo>
                  <a:cubicBezTo>
                    <a:pt x="3724022" y="149606"/>
                    <a:pt x="3727324" y="149606"/>
                    <a:pt x="3730499" y="149479"/>
                  </a:cubicBezTo>
                  <a:cubicBezTo>
                    <a:pt x="3738881" y="148844"/>
                    <a:pt x="3747263" y="145034"/>
                    <a:pt x="3756280" y="145034"/>
                  </a:cubicBezTo>
                  <a:cubicBezTo>
                    <a:pt x="3759328" y="145034"/>
                    <a:pt x="3762503" y="145415"/>
                    <a:pt x="3765678" y="146685"/>
                  </a:cubicBezTo>
                  <a:cubicBezTo>
                    <a:pt x="3773298" y="148971"/>
                    <a:pt x="3780918" y="150114"/>
                    <a:pt x="3788664" y="150114"/>
                  </a:cubicBezTo>
                  <a:cubicBezTo>
                    <a:pt x="3792855" y="150114"/>
                    <a:pt x="3797047" y="149733"/>
                    <a:pt x="3801237" y="149098"/>
                  </a:cubicBezTo>
                  <a:cubicBezTo>
                    <a:pt x="3817620" y="145542"/>
                    <a:pt x="3833622" y="141097"/>
                    <a:pt x="3849497" y="135509"/>
                  </a:cubicBezTo>
                  <a:cubicBezTo>
                    <a:pt x="3823970" y="132715"/>
                    <a:pt x="3810508" y="130429"/>
                    <a:pt x="3799205" y="128524"/>
                  </a:cubicBezTo>
                  <a:cubicBezTo>
                    <a:pt x="3787903" y="126619"/>
                    <a:pt x="3773170" y="125349"/>
                    <a:pt x="3767074" y="117856"/>
                  </a:cubicBezTo>
                  <a:cubicBezTo>
                    <a:pt x="3764661" y="115062"/>
                    <a:pt x="3762121" y="114046"/>
                    <a:pt x="3759708" y="114046"/>
                  </a:cubicBezTo>
                  <a:cubicBezTo>
                    <a:pt x="3753231" y="114046"/>
                    <a:pt x="3746755" y="120904"/>
                    <a:pt x="3741293" y="120904"/>
                  </a:cubicBezTo>
                  <a:cubicBezTo>
                    <a:pt x="3738626" y="120904"/>
                    <a:pt x="3736086" y="119253"/>
                    <a:pt x="3734054" y="114300"/>
                  </a:cubicBezTo>
                  <a:cubicBezTo>
                    <a:pt x="3729101" y="115570"/>
                    <a:pt x="3724148" y="116078"/>
                    <a:pt x="3719449" y="116078"/>
                  </a:cubicBezTo>
                  <a:cubicBezTo>
                    <a:pt x="3695319" y="116078"/>
                    <a:pt x="3673094" y="102616"/>
                    <a:pt x="3648710" y="101854"/>
                  </a:cubicBezTo>
                  <a:cubicBezTo>
                    <a:pt x="3612388" y="99949"/>
                    <a:pt x="3575939" y="93980"/>
                    <a:pt x="3539617" y="90043"/>
                  </a:cubicBezTo>
                  <a:lnTo>
                    <a:pt x="3389376" y="74168"/>
                  </a:lnTo>
                  <a:cubicBezTo>
                    <a:pt x="3371977" y="72263"/>
                    <a:pt x="3348990" y="76454"/>
                    <a:pt x="3338703" y="67056"/>
                  </a:cubicBezTo>
                  <a:cubicBezTo>
                    <a:pt x="3334131" y="62865"/>
                    <a:pt x="3329813" y="61468"/>
                    <a:pt x="3325622" y="61468"/>
                  </a:cubicBezTo>
                  <a:cubicBezTo>
                    <a:pt x="3317494" y="61468"/>
                    <a:pt x="3310001" y="66929"/>
                    <a:pt x="3302381" y="66929"/>
                  </a:cubicBezTo>
                  <a:cubicBezTo>
                    <a:pt x="3299587" y="66929"/>
                    <a:pt x="3296666" y="66167"/>
                    <a:pt x="3293745" y="64008"/>
                  </a:cubicBezTo>
                  <a:cubicBezTo>
                    <a:pt x="3285491" y="57912"/>
                    <a:pt x="3276092" y="56388"/>
                    <a:pt x="3266313" y="56388"/>
                  </a:cubicBezTo>
                  <a:cubicBezTo>
                    <a:pt x="3257169" y="56388"/>
                    <a:pt x="3247644" y="57658"/>
                    <a:pt x="3238373" y="57658"/>
                  </a:cubicBezTo>
                  <a:cubicBezTo>
                    <a:pt x="3225928" y="57658"/>
                    <a:pt x="3213863" y="55245"/>
                    <a:pt x="3203956" y="43942"/>
                  </a:cubicBezTo>
                  <a:cubicBezTo>
                    <a:pt x="3201670" y="46609"/>
                    <a:pt x="3199130" y="48768"/>
                    <a:pt x="3196082" y="50419"/>
                  </a:cubicBezTo>
                  <a:cubicBezTo>
                    <a:pt x="3193035" y="52070"/>
                    <a:pt x="3189859" y="53086"/>
                    <a:pt x="3186431" y="53594"/>
                  </a:cubicBezTo>
                  <a:cubicBezTo>
                    <a:pt x="3185160" y="53721"/>
                    <a:pt x="3184017" y="53848"/>
                    <a:pt x="3182748" y="53848"/>
                  </a:cubicBezTo>
                  <a:cubicBezTo>
                    <a:pt x="3180589" y="53848"/>
                    <a:pt x="3178430" y="53594"/>
                    <a:pt x="3176271" y="53086"/>
                  </a:cubicBezTo>
                  <a:cubicBezTo>
                    <a:pt x="3172969" y="52324"/>
                    <a:pt x="3169794" y="50927"/>
                    <a:pt x="3167000" y="48895"/>
                  </a:cubicBezTo>
                  <a:cubicBezTo>
                    <a:pt x="3161666" y="43688"/>
                    <a:pt x="3156713" y="42037"/>
                    <a:pt x="3152014" y="42037"/>
                  </a:cubicBezTo>
                  <a:cubicBezTo>
                    <a:pt x="3144394" y="42037"/>
                    <a:pt x="3137282" y="46228"/>
                    <a:pt x="3130170" y="46228"/>
                  </a:cubicBezTo>
                  <a:cubicBezTo>
                    <a:pt x="3129154" y="46228"/>
                    <a:pt x="3128011" y="46101"/>
                    <a:pt x="3126995" y="45974"/>
                  </a:cubicBezTo>
                  <a:cubicBezTo>
                    <a:pt x="3113152" y="43815"/>
                    <a:pt x="3099309" y="42291"/>
                    <a:pt x="3085339" y="41529"/>
                  </a:cubicBezTo>
                  <a:lnTo>
                    <a:pt x="2996058" y="31877"/>
                  </a:lnTo>
                  <a:cubicBezTo>
                    <a:pt x="2984120" y="29718"/>
                    <a:pt x="2971928" y="28321"/>
                    <a:pt x="2959736" y="27940"/>
                  </a:cubicBezTo>
                  <a:cubicBezTo>
                    <a:pt x="2953767" y="28194"/>
                    <a:pt x="2948052" y="29591"/>
                    <a:pt x="2942718" y="32131"/>
                  </a:cubicBezTo>
                  <a:cubicBezTo>
                    <a:pt x="2919731" y="27178"/>
                    <a:pt x="2900427" y="19939"/>
                    <a:pt x="2887854" y="19939"/>
                  </a:cubicBezTo>
                  <a:cubicBezTo>
                    <a:pt x="2885187" y="19939"/>
                    <a:pt x="2882901" y="20320"/>
                    <a:pt x="2880869" y="20955"/>
                  </a:cubicBezTo>
                  <a:cubicBezTo>
                    <a:pt x="2879345" y="21463"/>
                    <a:pt x="2877694" y="21717"/>
                    <a:pt x="2876170" y="21717"/>
                  </a:cubicBezTo>
                  <a:cubicBezTo>
                    <a:pt x="2869820" y="21717"/>
                    <a:pt x="2863851" y="17907"/>
                    <a:pt x="2858263" y="17907"/>
                  </a:cubicBezTo>
                  <a:cubicBezTo>
                    <a:pt x="2855088" y="17907"/>
                    <a:pt x="2852167" y="19177"/>
                    <a:pt x="2849373" y="22987"/>
                  </a:cubicBezTo>
                  <a:cubicBezTo>
                    <a:pt x="2845436" y="18415"/>
                    <a:pt x="2841372" y="16891"/>
                    <a:pt x="2837308" y="16891"/>
                  </a:cubicBezTo>
                  <a:cubicBezTo>
                    <a:pt x="2829561" y="16891"/>
                    <a:pt x="2821687" y="22352"/>
                    <a:pt x="2813813" y="22352"/>
                  </a:cubicBezTo>
                  <a:cubicBezTo>
                    <a:pt x="2813178" y="22352"/>
                    <a:pt x="2812670" y="22352"/>
                    <a:pt x="2812035" y="22225"/>
                  </a:cubicBezTo>
                  <a:cubicBezTo>
                    <a:pt x="2791207" y="20828"/>
                    <a:pt x="2770506" y="18288"/>
                    <a:pt x="2749932" y="14351"/>
                  </a:cubicBezTo>
                  <a:cubicBezTo>
                    <a:pt x="2747392" y="13589"/>
                    <a:pt x="2744979" y="13335"/>
                    <a:pt x="2742566" y="13335"/>
                  </a:cubicBezTo>
                  <a:cubicBezTo>
                    <a:pt x="2733930" y="13335"/>
                    <a:pt x="2725421" y="17018"/>
                    <a:pt x="2716785" y="17018"/>
                  </a:cubicBezTo>
                  <a:cubicBezTo>
                    <a:pt x="2711451" y="17018"/>
                    <a:pt x="2705990" y="15621"/>
                    <a:pt x="2700275" y="11176"/>
                  </a:cubicBezTo>
                  <a:cubicBezTo>
                    <a:pt x="2695576" y="7493"/>
                    <a:pt x="2690623" y="6223"/>
                    <a:pt x="2685543" y="6223"/>
                  </a:cubicBezTo>
                  <a:cubicBezTo>
                    <a:pt x="2672589" y="6223"/>
                    <a:pt x="2658873" y="14732"/>
                    <a:pt x="2645284" y="14732"/>
                  </a:cubicBezTo>
                  <a:cubicBezTo>
                    <a:pt x="2644268" y="14732"/>
                    <a:pt x="2643125" y="14732"/>
                    <a:pt x="2642109" y="14605"/>
                  </a:cubicBezTo>
                  <a:cubicBezTo>
                    <a:pt x="2617598" y="12192"/>
                    <a:pt x="2593214" y="6985"/>
                    <a:pt x="2568576" y="6985"/>
                  </a:cubicBezTo>
                  <a:cubicBezTo>
                    <a:pt x="2556130" y="6985"/>
                    <a:pt x="2543557" y="8382"/>
                    <a:pt x="2530857" y="12065"/>
                  </a:cubicBezTo>
                  <a:cubicBezTo>
                    <a:pt x="2526666" y="13081"/>
                    <a:pt x="2522475" y="13462"/>
                    <a:pt x="2518284" y="13462"/>
                  </a:cubicBezTo>
                  <a:cubicBezTo>
                    <a:pt x="2510410" y="13462"/>
                    <a:pt x="2502663" y="11684"/>
                    <a:pt x="2495170" y="8128"/>
                  </a:cubicBezTo>
                  <a:cubicBezTo>
                    <a:pt x="2493519" y="7239"/>
                    <a:pt x="2491741" y="6985"/>
                    <a:pt x="2490217" y="6985"/>
                  </a:cubicBezTo>
                  <a:cubicBezTo>
                    <a:pt x="2483359" y="6985"/>
                    <a:pt x="2477136" y="13208"/>
                    <a:pt x="2470405" y="13208"/>
                  </a:cubicBezTo>
                  <a:cubicBezTo>
                    <a:pt x="2467230" y="13208"/>
                    <a:pt x="2463801" y="11811"/>
                    <a:pt x="2460118" y="7620"/>
                  </a:cubicBezTo>
                  <a:cubicBezTo>
                    <a:pt x="2457832" y="5588"/>
                    <a:pt x="2455292" y="4064"/>
                    <a:pt x="2452371" y="3048"/>
                  </a:cubicBezTo>
                  <a:cubicBezTo>
                    <a:pt x="2450212" y="2413"/>
                    <a:pt x="2448053" y="2032"/>
                    <a:pt x="2445894" y="2032"/>
                  </a:cubicBezTo>
                  <a:cubicBezTo>
                    <a:pt x="2445132" y="2032"/>
                    <a:pt x="2444243" y="2032"/>
                    <a:pt x="2443481" y="2159"/>
                  </a:cubicBezTo>
                  <a:cubicBezTo>
                    <a:pt x="2440433" y="2540"/>
                    <a:pt x="2437639" y="3429"/>
                    <a:pt x="2434972" y="5080"/>
                  </a:cubicBezTo>
                  <a:cubicBezTo>
                    <a:pt x="2432305" y="6731"/>
                    <a:pt x="2430146" y="8763"/>
                    <a:pt x="2428368" y="11303"/>
                  </a:cubicBezTo>
                  <a:cubicBezTo>
                    <a:pt x="2425066" y="5969"/>
                    <a:pt x="2421510" y="4318"/>
                    <a:pt x="2417954" y="4318"/>
                  </a:cubicBezTo>
                  <a:cubicBezTo>
                    <a:pt x="2411604" y="4318"/>
                    <a:pt x="2405000" y="9271"/>
                    <a:pt x="2398523" y="9271"/>
                  </a:cubicBezTo>
                  <a:cubicBezTo>
                    <a:pt x="2397633" y="9271"/>
                    <a:pt x="2396745" y="9144"/>
                    <a:pt x="2395729" y="8890"/>
                  </a:cubicBezTo>
                  <a:cubicBezTo>
                    <a:pt x="2371091" y="4318"/>
                    <a:pt x="2346326" y="2032"/>
                    <a:pt x="2321561" y="2032"/>
                  </a:cubicBezTo>
                  <a:cubicBezTo>
                    <a:pt x="2301876" y="2032"/>
                    <a:pt x="2282064" y="3429"/>
                    <a:pt x="2262252" y="6350"/>
                  </a:cubicBezTo>
                  <a:cubicBezTo>
                    <a:pt x="2248790" y="7239"/>
                    <a:pt x="2235328" y="7620"/>
                    <a:pt x="2221866" y="7620"/>
                  </a:cubicBezTo>
                  <a:cubicBezTo>
                    <a:pt x="2201800" y="7620"/>
                    <a:pt x="2181734" y="6604"/>
                    <a:pt x="2161668" y="4699"/>
                  </a:cubicBezTo>
                  <a:cubicBezTo>
                    <a:pt x="2161414" y="4699"/>
                    <a:pt x="2161160" y="4699"/>
                    <a:pt x="2160906" y="4699"/>
                  </a:cubicBezTo>
                  <a:cubicBezTo>
                    <a:pt x="2155318" y="4699"/>
                    <a:pt x="2149349" y="8890"/>
                    <a:pt x="2145920" y="10033"/>
                  </a:cubicBezTo>
                  <a:cubicBezTo>
                    <a:pt x="2137284" y="6858"/>
                    <a:pt x="2127124" y="0"/>
                    <a:pt x="212153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1579857" y="7644213"/>
            <a:ext cx="3849767" cy="221771"/>
            <a:chOff x="0" y="0"/>
            <a:chExt cx="3849764" cy="221767"/>
          </a:xfrm>
        </p:grpSpPr>
        <p:sp>
          <p:nvSpPr>
            <p:cNvPr id="11" name="Freeform 11"/>
            <p:cNvSpPr/>
            <p:nvPr/>
          </p:nvSpPr>
          <p:spPr>
            <a:xfrm>
              <a:off x="0" y="-254"/>
              <a:ext cx="3849497" cy="222123"/>
            </a:xfrm>
            <a:custGeom>
              <a:avLst/>
              <a:gdLst/>
              <a:ahLst/>
              <a:cxnLst/>
              <a:rect l="l" t="t" r="r" b="b"/>
              <a:pathLst>
                <a:path w="3849497" h="222123">
                  <a:moveTo>
                    <a:pt x="2627630" y="127254"/>
                  </a:moveTo>
                  <a:cubicBezTo>
                    <a:pt x="2627630" y="127254"/>
                    <a:pt x="2627630" y="127254"/>
                    <a:pt x="2627630" y="127254"/>
                  </a:cubicBezTo>
                  <a:cubicBezTo>
                    <a:pt x="2627630" y="127254"/>
                    <a:pt x="2627630" y="127254"/>
                    <a:pt x="2627630" y="127254"/>
                  </a:cubicBezTo>
                  <a:cubicBezTo>
                    <a:pt x="2627630" y="127254"/>
                    <a:pt x="2627630" y="127254"/>
                    <a:pt x="2627630" y="127254"/>
                  </a:cubicBezTo>
                  <a:close/>
                  <a:moveTo>
                    <a:pt x="2121535" y="254"/>
                  </a:moveTo>
                  <a:cubicBezTo>
                    <a:pt x="2120519" y="254"/>
                    <a:pt x="2119757" y="508"/>
                    <a:pt x="2119122" y="889"/>
                  </a:cubicBezTo>
                  <a:cubicBezTo>
                    <a:pt x="2114931" y="3810"/>
                    <a:pt x="2110740" y="4699"/>
                    <a:pt x="2106422" y="4699"/>
                  </a:cubicBezTo>
                  <a:cubicBezTo>
                    <a:pt x="2100326" y="4699"/>
                    <a:pt x="2094230" y="2921"/>
                    <a:pt x="2087753" y="2921"/>
                  </a:cubicBezTo>
                  <a:cubicBezTo>
                    <a:pt x="2084705" y="2921"/>
                    <a:pt x="2081530" y="3302"/>
                    <a:pt x="2078355" y="4572"/>
                  </a:cubicBezTo>
                  <a:cubicBezTo>
                    <a:pt x="2075561" y="5588"/>
                    <a:pt x="2072386" y="5969"/>
                    <a:pt x="2069211" y="5969"/>
                  </a:cubicBezTo>
                  <a:cubicBezTo>
                    <a:pt x="2059305" y="5969"/>
                    <a:pt x="2047875" y="2286"/>
                    <a:pt x="2038096" y="2286"/>
                  </a:cubicBezTo>
                  <a:cubicBezTo>
                    <a:pt x="2034540" y="2286"/>
                    <a:pt x="2031111" y="2794"/>
                    <a:pt x="2028190" y="4191"/>
                  </a:cubicBezTo>
                  <a:cubicBezTo>
                    <a:pt x="2018919" y="7239"/>
                    <a:pt x="2009775" y="8763"/>
                    <a:pt x="2000504" y="8763"/>
                  </a:cubicBezTo>
                  <a:cubicBezTo>
                    <a:pt x="1991233" y="8763"/>
                    <a:pt x="1982216" y="7239"/>
                    <a:pt x="1973072" y="4318"/>
                  </a:cubicBezTo>
                  <a:cubicBezTo>
                    <a:pt x="1956562" y="4826"/>
                    <a:pt x="1940306" y="6858"/>
                    <a:pt x="1924177" y="10541"/>
                  </a:cubicBezTo>
                  <a:cubicBezTo>
                    <a:pt x="1923669" y="10541"/>
                    <a:pt x="1923161" y="10541"/>
                    <a:pt x="1922653" y="10541"/>
                  </a:cubicBezTo>
                  <a:cubicBezTo>
                    <a:pt x="1909699" y="10541"/>
                    <a:pt x="1896618" y="5588"/>
                    <a:pt x="1883664" y="5588"/>
                  </a:cubicBezTo>
                  <a:cubicBezTo>
                    <a:pt x="1876933" y="5588"/>
                    <a:pt x="1870202" y="6985"/>
                    <a:pt x="1863598" y="11049"/>
                  </a:cubicBezTo>
                  <a:cubicBezTo>
                    <a:pt x="1859026" y="7747"/>
                    <a:pt x="1854454" y="6731"/>
                    <a:pt x="1849755" y="6731"/>
                  </a:cubicBezTo>
                  <a:cubicBezTo>
                    <a:pt x="1840865" y="6731"/>
                    <a:pt x="1831721" y="10668"/>
                    <a:pt x="1822450" y="10668"/>
                  </a:cubicBezTo>
                  <a:cubicBezTo>
                    <a:pt x="1820291" y="10668"/>
                    <a:pt x="1818132" y="10414"/>
                    <a:pt x="1815846" y="9906"/>
                  </a:cubicBezTo>
                  <a:cubicBezTo>
                    <a:pt x="1807718" y="8763"/>
                    <a:pt x="1799590" y="8128"/>
                    <a:pt x="1791589" y="8128"/>
                  </a:cubicBezTo>
                  <a:cubicBezTo>
                    <a:pt x="1779905" y="8128"/>
                    <a:pt x="1768348" y="9398"/>
                    <a:pt x="1756791" y="11811"/>
                  </a:cubicBezTo>
                  <a:cubicBezTo>
                    <a:pt x="1723390" y="15367"/>
                    <a:pt x="1689989" y="17145"/>
                    <a:pt x="1656588" y="17145"/>
                  </a:cubicBezTo>
                  <a:cubicBezTo>
                    <a:pt x="1640332" y="17145"/>
                    <a:pt x="1624076" y="16764"/>
                    <a:pt x="1607693" y="15875"/>
                  </a:cubicBezTo>
                  <a:cubicBezTo>
                    <a:pt x="1603248" y="15748"/>
                    <a:pt x="1598930" y="15621"/>
                    <a:pt x="1594485" y="15621"/>
                  </a:cubicBezTo>
                  <a:cubicBezTo>
                    <a:pt x="1567180" y="15621"/>
                    <a:pt x="1539875" y="18669"/>
                    <a:pt x="1513459" y="18669"/>
                  </a:cubicBezTo>
                  <a:cubicBezTo>
                    <a:pt x="1496568" y="18669"/>
                    <a:pt x="1480185" y="17399"/>
                    <a:pt x="1464437" y="13208"/>
                  </a:cubicBezTo>
                  <a:lnTo>
                    <a:pt x="1429512" y="26924"/>
                  </a:lnTo>
                  <a:cubicBezTo>
                    <a:pt x="1420876" y="23495"/>
                    <a:pt x="1412494" y="17526"/>
                    <a:pt x="1407160" y="17526"/>
                  </a:cubicBezTo>
                  <a:cubicBezTo>
                    <a:pt x="1406271" y="17526"/>
                    <a:pt x="1405509" y="17653"/>
                    <a:pt x="1404874" y="18034"/>
                  </a:cubicBezTo>
                  <a:cubicBezTo>
                    <a:pt x="1395476" y="22225"/>
                    <a:pt x="1385697" y="24511"/>
                    <a:pt x="1375410" y="24892"/>
                  </a:cubicBezTo>
                  <a:cubicBezTo>
                    <a:pt x="1374267" y="24892"/>
                    <a:pt x="1373124" y="25019"/>
                    <a:pt x="1371981" y="25019"/>
                  </a:cubicBezTo>
                  <a:cubicBezTo>
                    <a:pt x="1362964" y="25019"/>
                    <a:pt x="1354074" y="23495"/>
                    <a:pt x="1345565" y="20574"/>
                  </a:cubicBezTo>
                  <a:cubicBezTo>
                    <a:pt x="1341374" y="19431"/>
                    <a:pt x="1337183" y="18923"/>
                    <a:pt x="1333119" y="18923"/>
                  </a:cubicBezTo>
                  <a:cubicBezTo>
                    <a:pt x="1317371" y="18923"/>
                    <a:pt x="1303147" y="26035"/>
                    <a:pt x="1287653" y="26035"/>
                  </a:cubicBezTo>
                  <a:cubicBezTo>
                    <a:pt x="1287145" y="26035"/>
                    <a:pt x="1286764" y="26035"/>
                    <a:pt x="1286256" y="26035"/>
                  </a:cubicBezTo>
                  <a:cubicBezTo>
                    <a:pt x="1274572" y="23876"/>
                    <a:pt x="1263015" y="22860"/>
                    <a:pt x="1251331" y="22860"/>
                  </a:cubicBezTo>
                  <a:cubicBezTo>
                    <a:pt x="1239520" y="22860"/>
                    <a:pt x="1227836" y="23876"/>
                    <a:pt x="1216025" y="26035"/>
                  </a:cubicBezTo>
                  <a:cubicBezTo>
                    <a:pt x="1203325" y="28956"/>
                    <a:pt x="1190752" y="30353"/>
                    <a:pt x="1178052" y="30353"/>
                  </a:cubicBezTo>
                  <a:cubicBezTo>
                    <a:pt x="1168400" y="30353"/>
                    <a:pt x="1158621" y="29464"/>
                    <a:pt x="1148969" y="27813"/>
                  </a:cubicBezTo>
                  <a:cubicBezTo>
                    <a:pt x="1146175" y="27813"/>
                    <a:pt x="1143254" y="27686"/>
                    <a:pt x="1140460" y="27686"/>
                  </a:cubicBezTo>
                  <a:cubicBezTo>
                    <a:pt x="1117092" y="27686"/>
                    <a:pt x="1093851" y="29591"/>
                    <a:pt x="1070737" y="33274"/>
                  </a:cubicBezTo>
                  <a:cubicBezTo>
                    <a:pt x="1069975" y="33274"/>
                    <a:pt x="1069086" y="33274"/>
                    <a:pt x="1068324" y="33274"/>
                  </a:cubicBezTo>
                  <a:cubicBezTo>
                    <a:pt x="1058418" y="33274"/>
                    <a:pt x="1047369" y="30353"/>
                    <a:pt x="1037717" y="30353"/>
                  </a:cubicBezTo>
                  <a:cubicBezTo>
                    <a:pt x="1033272" y="30353"/>
                    <a:pt x="1029208" y="30988"/>
                    <a:pt x="1025652" y="32766"/>
                  </a:cubicBezTo>
                  <a:cubicBezTo>
                    <a:pt x="1018032" y="35941"/>
                    <a:pt x="1010412" y="37592"/>
                    <a:pt x="1002792" y="37592"/>
                  </a:cubicBezTo>
                  <a:cubicBezTo>
                    <a:pt x="995426" y="37592"/>
                    <a:pt x="988187" y="36068"/>
                    <a:pt x="980821" y="33147"/>
                  </a:cubicBezTo>
                  <a:cubicBezTo>
                    <a:pt x="979805" y="32893"/>
                    <a:pt x="978916" y="32893"/>
                    <a:pt x="977900" y="32893"/>
                  </a:cubicBezTo>
                  <a:cubicBezTo>
                    <a:pt x="970026" y="32893"/>
                    <a:pt x="962152" y="38608"/>
                    <a:pt x="954786" y="38608"/>
                  </a:cubicBezTo>
                  <a:cubicBezTo>
                    <a:pt x="950595" y="38608"/>
                    <a:pt x="946658" y="36830"/>
                    <a:pt x="942975" y="31242"/>
                  </a:cubicBezTo>
                  <a:cubicBezTo>
                    <a:pt x="938276" y="37211"/>
                    <a:pt x="932688" y="38735"/>
                    <a:pt x="926973" y="38735"/>
                  </a:cubicBezTo>
                  <a:cubicBezTo>
                    <a:pt x="921258" y="38735"/>
                    <a:pt x="915670" y="37338"/>
                    <a:pt x="910590" y="37338"/>
                  </a:cubicBezTo>
                  <a:cubicBezTo>
                    <a:pt x="910209" y="37338"/>
                    <a:pt x="909828" y="37338"/>
                    <a:pt x="909447" y="37338"/>
                  </a:cubicBezTo>
                  <a:cubicBezTo>
                    <a:pt x="901319" y="37719"/>
                    <a:pt x="888492" y="42037"/>
                    <a:pt x="882142" y="42037"/>
                  </a:cubicBezTo>
                  <a:cubicBezTo>
                    <a:pt x="880364" y="42037"/>
                    <a:pt x="879094" y="41656"/>
                    <a:pt x="878586" y="40894"/>
                  </a:cubicBezTo>
                  <a:cubicBezTo>
                    <a:pt x="875538" y="36068"/>
                    <a:pt x="872744" y="34417"/>
                    <a:pt x="870077" y="34417"/>
                  </a:cubicBezTo>
                  <a:cubicBezTo>
                    <a:pt x="863981" y="34417"/>
                    <a:pt x="858774" y="43307"/>
                    <a:pt x="852170" y="43307"/>
                  </a:cubicBezTo>
                  <a:cubicBezTo>
                    <a:pt x="850773" y="43307"/>
                    <a:pt x="849376" y="42926"/>
                    <a:pt x="847852" y="41910"/>
                  </a:cubicBezTo>
                  <a:cubicBezTo>
                    <a:pt x="844423" y="39878"/>
                    <a:pt x="840105" y="39243"/>
                    <a:pt x="835406" y="39243"/>
                  </a:cubicBezTo>
                  <a:cubicBezTo>
                    <a:pt x="828294" y="39243"/>
                    <a:pt x="820293" y="40767"/>
                    <a:pt x="813308" y="41021"/>
                  </a:cubicBezTo>
                  <a:cubicBezTo>
                    <a:pt x="801878" y="41402"/>
                    <a:pt x="790448" y="42418"/>
                    <a:pt x="779145" y="44196"/>
                  </a:cubicBezTo>
                  <a:cubicBezTo>
                    <a:pt x="768223" y="46990"/>
                    <a:pt x="757047" y="49149"/>
                    <a:pt x="745744" y="50419"/>
                  </a:cubicBezTo>
                  <a:cubicBezTo>
                    <a:pt x="745109" y="50419"/>
                    <a:pt x="744474" y="50419"/>
                    <a:pt x="743839" y="50419"/>
                  </a:cubicBezTo>
                  <a:cubicBezTo>
                    <a:pt x="727710" y="50419"/>
                    <a:pt x="710311" y="46482"/>
                    <a:pt x="695071" y="46482"/>
                  </a:cubicBezTo>
                  <a:cubicBezTo>
                    <a:pt x="693039" y="46482"/>
                    <a:pt x="691134" y="46609"/>
                    <a:pt x="689229" y="46736"/>
                  </a:cubicBezTo>
                  <a:cubicBezTo>
                    <a:pt x="674243" y="47879"/>
                    <a:pt x="657733" y="59309"/>
                    <a:pt x="644652" y="59309"/>
                  </a:cubicBezTo>
                  <a:cubicBezTo>
                    <a:pt x="642620" y="59309"/>
                    <a:pt x="640588" y="59055"/>
                    <a:pt x="638810" y="58420"/>
                  </a:cubicBezTo>
                  <a:cubicBezTo>
                    <a:pt x="628142" y="55626"/>
                    <a:pt x="617347" y="54229"/>
                    <a:pt x="606425" y="54229"/>
                  </a:cubicBezTo>
                  <a:cubicBezTo>
                    <a:pt x="600837" y="54229"/>
                    <a:pt x="595249" y="54610"/>
                    <a:pt x="589661" y="55372"/>
                  </a:cubicBezTo>
                  <a:cubicBezTo>
                    <a:pt x="575056" y="55626"/>
                    <a:pt x="560451" y="60071"/>
                    <a:pt x="546100" y="60579"/>
                  </a:cubicBezTo>
                  <a:cubicBezTo>
                    <a:pt x="532511" y="60960"/>
                    <a:pt x="519049" y="61087"/>
                    <a:pt x="505587" y="61087"/>
                  </a:cubicBezTo>
                  <a:cubicBezTo>
                    <a:pt x="494411" y="61087"/>
                    <a:pt x="483108" y="60960"/>
                    <a:pt x="471932" y="60960"/>
                  </a:cubicBezTo>
                  <a:cubicBezTo>
                    <a:pt x="464820" y="60960"/>
                    <a:pt x="457708" y="60960"/>
                    <a:pt x="450469" y="61087"/>
                  </a:cubicBezTo>
                  <a:cubicBezTo>
                    <a:pt x="442976" y="61214"/>
                    <a:pt x="437642" y="69088"/>
                    <a:pt x="430276" y="69088"/>
                  </a:cubicBezTo>
                  <a:cubicBezTo>
                    <a:pt x="427101" y="69088"/>
                    <a:pt x="423545" y="67691"/>
                    <a:pt x="419354" y="63627"/>
                  </a:cubicBezTo>
                  <a:cubicBezTo>
                    <a:pt x="414401" y="61341"/>
                    <a:pt x="409321" y="60198"/>
                    <a:pt x="403987" y="60198"/>
                  </a:cubicBezTo>
                  <a:cubicBezTo>
                    <a:pt x="403352" y="60198"/>
                    <a:pt x="402717" y="60198"/>
                    <a:pt x="402082" y="60198"/>
                  </a:cubicBezTo>
                  <a:cubicBezTo>
                    <a:pt x="395986" y="60452"/>
                    <a:pt x="390398" y="62230"/>
                    <a:pt x="385191" y="65278"/>
                  </a:cubicBezTo>
                  <a:cubicBezTo>
                    <a:pt x="378968" y="69596"/>
                    <a:pt x="372491" y="70358"/>
                    <a:pt x="366268" y="70358"/>
                  </a:cubicBezTo>
                  <a:cubicBezTo>
                    <a:pt x="363220" y="70358"/>
                    <a:pt x="360299" y="70231"/>
                    <a:pt x="357378" y="70231"/>
                  </a:cubicBezTo>
                  <a:cubicBezTo>
                    <a:pt x="353568" y="70231"/>
                    <a:pt x="350012" y="70485"/>
                    <a:pt x="346583" y="71882"/>
                  </a:cubicBezTo>
                  <a:cubicBezTo>
                    <a:pt x="342265" y="74041"/>
                    <a:pt x="337566" y="75184"/>
                    <a:pt x="332867" y="75184"/>
                  </a:cubicBezTo>
                  <a:cubicBezTo>
                    <a:pt x="331724" y="75184"/>
                    <a:pt x="330581" y="75184"/>
                    <a:pt x="329438" y="75057"/>
                  </a:cubicBezTo>
                  <a:cubicBezTo>
                    <a:pt x="323342" y="74422"/>
                    <a:pt x="318008" y="72136"/>
                    <a:pt x="313309" y="68326"/>
                  </a:cubicBezTo>
                  <a:lnTo>
                    <a:pt x="274828" y="84709"/>
                  </a:lnTo>
                  <a:cubicBezTo>
                    <a:pt x="271399" y="80772"/>
                    <a:pt x="269494" y="75819"/>
                    <a:pt x="267081" y="75565"/>
                  </a:cubicBezTo>
                  <a:cubicBezTo>
                    <a:pt x="266827" y="75565"/>
                    <a:pt x="266573" y="75565"/>
                    <a:pt x="266319" y="75565"/>
                  </a:cubicBezTo>
                  <a:cubicBezTo>
                    <a:pt x="248412" y="75565"/>
                    <a:pt x="75565" y="100330"/>
                    <a:pt x="65405" y="105791"/>
                  </a:cubicBezTo>
                  <a:cubicBezTo>
                    <a:pt x="43942" y="117729"/>
                    <a:pt x="22352" y="131445"/>
                    <a:pt x="762" y="144399"/>
                  </a:cubicBezTo>
                  <a:lnTo>
                    <a:pt x="762" y="144399"/>
                  </a:lnTo>
                  <a:lnTo>
                    <a:pt x="12192" y="157988"/>
                  </a:lnTo>
                  <a:lnTo>
                    <a:pt x="0" y="172212"/>
                  </a:lnTo>
                  <a:lnTo>
                    <a:pt x="13462" y="204978"/>
                  </a:lnTo>
                  <a:cubicBezTo>
                    <a:pt x="27305" y="209423"/>
                    <a:pt x="40259" y="222123"/>
                    <a:pt x="54610" y="222123"/>
                  </a:cubicBezTo>
                  <a:cubicBezTo>
                    <a:pt x="60452" y="222123"/>
                    <a:pt x="66548" y="219964"/>
                    <a:pt x="72898" y="214376"/>
                  </a:cubicBezTo>
                  <a:cubicBezTo>
                    <a:pt x="78105" y="217932"/>
                    <a:pt x="82677" y="219202"/>
                    <a:pt x="86995" y="219202"/>
                  </a:cubicBezTo>
                  <a:cubicBezTo>
                    <a:pt x="102489" y="219202"/>
                    <a:pt x="113157" y="200660"/>
                    <a:pt x="131826" y="200660"/>
                  </a:cubicBezTo>
                  <a:cubicBezTo>
                    <a:pt x="132842" y="200660"/>
                    <a:pt x="133858" y="200660"/>
                    <a:pt x="134874" y="200787"/>
                  </a:cubicBezTo>
                  <a:cubicBezTo>
                    <a:pt x="143129" y="201422"/>
                    <a:pt x="151511" y="201803"/>
                    <a:pt x="159766" y="201803"/>
                  </a:cubicBezTo>
                  <a:cubicBezTo>
                    <a:pt x="167513" y="201803"/>
                    <a:pt x="175133" y="201549"/>
                    <a:pt x="182880" y="200914"/>
                  </a:cubicBezTo>
                  <a:cubicBezTo>
                    <a:pt x="189103" y="195834"/>
                    <a:pt x="195199" y="194310"/>
                    <a:pt x="201295" y="194310"/>
                  </a:cubicBezTo>
                  <a:cubicBezTo>
                    <a:pt x="211455" y="194310"/>
                    <a:pt x="221615" y="198628"/>
                    <a:pt x="232156" y="198628"/>
                  </a:cubicBezTo>
                  <a:cubicBezTo>
                    <a:pt x="233934" y="198628"/>
                    <a:pt x="235712" y="198501"/>
                    <a:pt x="237490" y="198247"/>
                  </a:cubicBezTo>
                  <a:cubicBezTo>
                    <a:pt x="256540" y="195326"/>
                    <a:pt x="276098" y="189865"/>
                    <a:pt x="294513" y="187706"/>
                  </a:cubicBezTo>
                  <a:cubicBezTo>
                    <a:pt x="312928" y="185547"/>
                    <a:pt x="332232" y="185547"/>
                    <a:pt x="355346" y="184404"/>
                  </a:cubicBezTo>
                  <a:lnTo>
                    <a:pt x="366395" y="194056"/>
                  </a:lnTo>
                  <a:lnTo>
                    <a:pt x="389509" y="176403"/>
                  </a:lnTo>
                  <a:lnTo>
                    <a:pt x="532638" y="177165"/>
                  </a:lnTo>
                  <a:cubicBezTo>
                    <a:pt x="541020" y="169037"/>
                    <a:pt x="550545" y="167005"/>
                    <a:pt x="560578" y="167005"/>
                  </a:cubicBezTo>
                  <a:cubicBezTo>
                    <a:pt x="569976" y="167005"/>
                    <a:pt x="579628" y="168783"/>
                    <a:pt x="589026" y="168783"/>
                  </a:cubicBezTo>
                  <a:cubicBezTo>
                    <a:pt x="594487" y="168783"/>
                    <a:pt x="599948" y="168148"/>
                    <a:pt x="605028" y="166243"/>
                  </a:cubicBezTo>
                  <a:cubicBezTo>
                    <a:pt x="610997" y="164084"/>
                    <a:pt x="617347" y="163195"/>
                    <a:pt x="624078" y="163195"/>
                  </a:cubicBezTo>
                  <a:cubicBezTo>
                    <a:pt x="643636" y="163195"/>
                    <a:pt x="665734" y="170434"/>
                    <a:pt x="685038" y="172466"/>
                  </a:cubicBezTo>
                  <a:cubicBezTo>
                    <a:pt x="700659" y="162814"/>
                    <a:pt x="715645" y="155956"/>
                    <a:pt x="730631" y="155956"/>
                  </a:cubicBezTo>
                  <a:cubicBezTo>
                    <a:pt x="741045" y="155956"/>
                    <a:pt x="751332" y="159258"/>
                    <a:pt x="761873" y="167259"/>
                  </a:cubicBezTo>
                  <a:lnTo>
                    <a:pt x="794385" y="154051"/>
                  </a:lnTo>
                  <a:lnTo>
                    <a:pt x="803402" y="164084"/>
                  </a:lnTo>
                  <a:cubicBezTo>
                    <a:pt x="814324" y="160909"/>
                    <a:pt x="825500" y="158750"/>
                    <a:pt x="836803" y="157353"/>
                  </a:cubicBezTo>
                  <a:cubicBezTo>
                    <a:pt x="844804" y="157099"/>
                    <a:pt x="852805" y="156972"/>
                    <a:pt x="860933" y="156972"/>
                  </a:cubicBezTo>
                  <a:cubicBezTo>
                    <a:pt x="871855" y="156972"/>
                    <a:pt x="882777" y="157099"/>
                    <a:pt x="893572" y="157099"/>
                  </a:cubicBezTo>
                  <a:cubicBezTo>
                    <a:pt x="906399" y="157099"/>
                    <a:pt x="919353" y="156972"/>
                    <a:pt x="932180" y="156083"/>
                  </a:cubicBezTo>
                  <a:cubicBezTo>
                    <a:pt x="950214" y="153416"/>
                    <a:pt x="967867" y="149225"/>
                    <a:pt x="985139" y="143510"/>
                  </a:cubicBezTo>
                  <a:lnTo>
                    <a:pt x="993902" y="153543"/>
                  </a:lnTo>
                  <a:cubicBezTo>
                    <a:pt x="1055497" y="135382"/>
                    <a:pt x="1123188" y="153797"/>
                    <a:pt x="1185799" y="133985"/>
                  </a:cubicBezTo>
                  <a:lnTo>
                    <a:pt x="1195324" y="144907"/>
                  </a:lnTo>
                  <a:cubicBezTo>
                    <a:pt x="1203071" y="141097"/>
                    <a:pt x="1210691" y="139700"/>
                    <a:pt x="1218311" y="139700"/>
                  </a:cubicBezTo>
                  <a:cubicBezTo>
                    <a:pt x="1231265" y="139700"/>
                    <a:pt x="1244600" y="143891"/>
                    <a:pt x="1258951" y="147574"/>
                  </a:cubicBezTo>
                  <a:lnTo>
                    <a:pt x="1280795" y="131572"/>
                  </a:lnTo>
                  <a:cubicBezTo>
                    <a:pt x="1302004" y="135763"/>
                    <a:pt x="1323086" y="137414"/>
                    <a:pt x="1344041" y="137414"/>
                  </a:cubicBezTo>
                  <a:cubicBezTo>
                    <a:pt x="1389507" y="137414"/>
                    <a:pt x="1434465" y="129540"/>
                    <a:pt x="1479296" y="122047"/>
                  </a:cubicBezTo>
                  <a:cubicBezTo>
                    <a:pt x="1486662" y="131953"/>
                    <a:pt x="1496060" y="135255"/>
                    <a:pt x="1507998" y="135255"/>
                  </a:cubicBezTo>
                  <a:cubicBezTo>
                    <a:pt x="1514602" y="135255"/>
                    <a:pt x="1521841" y="134239"/>
                    <a:pt x="1529969" y="132715"/>
                  </a:cubicBezTo>
                  <a:lnTo>
                    <a:pt x="1543685" y="116205"/>
                  </a:lnTo>
                  <a:cubicBezTo>
                    <a:pt x="1548765" y="126873"/>
                    <a:pt x="1555369" y="130175"/>
                    <a:pt x="1562735" y="130175"/>
                  </a:cubicBezTo>
                  <a:cubicBezTo>
                    <a:pt x="1573911" y="130175"/>
                    <a:pt x="1586484" y="122809"/>
                    <a:pt x="1597279" y="122809"/>
                  </a:cubicBezTo>
                  <a:cubicBezTo>
                    <a:pt x="1604010" y="122809"/>
                    <a:pt x="1610106" y="125730"/>
                    <a:pt x="1614551" y="135001"/>
                  </a:cubicBezTo>
                  <a:cubicBezTo>
                    <a:pt x="1614551" y="135001"/>
                    <a:pt x="1614551" y="135001"/>
                    <a:pt x="1614551" y="135001"/>
                  </a:cubicBezTo>
                  <a:cubicBezTo>
                    <a:pt x="1614932" y="135001"/>
                    <a:pt x="1617726" y="133731"/>
                    <a:pt x="1629283" y="129159"/>
                  </a:cubicBezTo>
                  <a:lnTo>
                    <a:pt x="1638554" y="112014"/>
                  </a:lnTo>
                  <a:lnTo>
                    <a:pt x="1658366" y="128905"/>
                  </a:lnTo>
                  <a:cubicBezTo>
                    <a:pt x="1662684" y="126492"/>
                    <a:pt x="1666875" y="121412"/>
                    <a:pt x="1671066" y="121412"/>
                  </a:cubicBezTo>
                  <a:cubicBezTo>
                    <a:pt x="1671193" y="121412"/>
                    <a:pt x="1671447" y="121412"/>
                    <a:pt x="1671574" y="121412"/>
                  </a:cubicBezTo>
                  <a:cubicBezTo>
                    <a:pt x="1673606" y="121412"/>
                    <a:pt x="1675638" y="121412"/>
                    <a:pt x="1677670" y="121412"/>
                  </a:cubicBezTo>
                  <a:cubicBezTo>
                    <a:pt x="1699514" y="121412"/>
                    <a:pt x="1721485" y="122174"/>
                    <a:pt x="1743329" y="122174"/>
                  </a:cubicBezTo>
                  <a:cubicBezTo>
                    <a:pt x="1754632" y="122174"/>
                    <a:pt x="1765935" y="121920"/>
                    <a:pt x="1777238" y="121412"/>
                  </a:cubicBezTo>
                  <a:cubicBezTo>
                    <a:pt x="1781302" y="120650"/>
                    <a:pt x="1785366" y="120269"/>
                    <a:pt x="1789430" y="120269"/>
                  </a:cubicBezTo>
                  <a:cubicBezTo>
                    <a:pt x="1796669" y="120269"/>
                    <a:pt x="1803908" y="121539"/>
                    <a:pt x="1811020" y="124079"/>
                  </a:cubicBezTo>
                  <a:cubicBezTo>
                    <a:pt x="1813814" y="124460"/>
                    <a:pt x="1816481" y="124587"/>
                    <a:pt x="1819148" y="124587"/>
                  </a:cubicBezTo>
                  <a:cubicBezTo>
                    <a:pt x="1829054" y="124587"/>
                    <a:pt x="1838452" y="122047"/>
                    <a:pt x="1847469" y="117094"/>
                  </a:cubicBezTo>
                  <a:cubicBezTo>
                    <a:pt x="1853438" y="113538"/>
                    <a:pt x="1859788" y="111506"/>
                    <a:pt x="1866646" y="110998"/>
                  </a:cubicBezTo>
                  <a:cubicBezTo>
                    <a:pt x="1867916" y="110871"/>
                    <a:pt x="1869186" y="110871"/>
                    <a:pt x="1870456" y="110871"/>
                  </a:cubicBezTo>
                  <a:cubicBezTo>
                    <a:pt x="1875917" y="110871"/>
                    <a:pt x="1881378" y="111887"/>
                    <a:pt x="1886585" y="113919"/>
                  </a:cubicBezTo>
                  <a:cubicBezTo>
                    <a:pt x="1899285" y="118872"/>
                    <a:pt x="1912112" y="121412"/>
                    <a:pt x="1925193" y="121412"/>
                  </a:cubicBezTo>
                  <a:cubicBezTo>
                    <a:pt x="1933702" y="121412"/>
                    <a:pt x="1942211" y="120396"/>
                    <a:pt x="1950847" y="118237"/>
                  </a:cubicBezTo>
                  <a:cubicBezTo>
                    <a:pt x="1952879" y="117856"/>
                    <a:pt x="1955038" y="117729"/>
                    <a:pt x="1957070" y="117729"/>
                  </a:cubicBezTo>
                  <a:cubicBezTo>
                    <a:pt x="1971675" y="117729"/>
                    <a:pt x="1984375" y="125222"/>
                    <a:pt x="1996440" y="125222"/>
                  </a:cubicBezTo>
                  <a:cubicBezTo>
                    <a:pt x="1999107" y="125222"/>
                    <a:pt x="2001774" y="124841"/>
                    <a:pt x="2004314" y="123952"/>
                  </a:cubicBezTo>
                  <a:cubicBezTo>
                    <a:pt x="2014347" y="120142"/>
                    <a:pt x="2024761" y="118237"/>
                    <a:pt x="2035556" y="118237"/>
                  </a:cubicBezTo>
                  <a:cubicBezTo>
                    <a:pt x="2036445" y="118237"/>
                    <a:pt x="2037207" y="118237"/>
                    <a:pt x="2038096" y="118237"/>
                  </a:cubicBezTo>
                  <a:cubicBezTo>
                    <a:pt x="2040255" y="118364"/>
                    <a:pt x="2042287" y="118364"/>
                    <a:pt x="2044446" y="118364"/>
                  </a:cubicBezTo>
                  <a:cubicBezTo>
                    <a:pt x="2054225" y="118364"/>
                    <a:pt x="2064258" y="117221"/>
                    <a:pt x="2073910" y="116840"/>
                  </a:cubicBezTo>
                  <a:cubicBezTo>
                    <a:pt x="2085721" y="116332"/>
                    <a:pt x="2096897" y="116332"/>
                    <a:pt x="2109343" y="115570"/>
                  </a:cubicBezTo>
                  <a:cubicBezTo>
                    <a:pt x="2121789" y="114808"/>
                    <a:pt x="2133981" y="113538"/>
                    <a:pt x="2146427" y="112522"/>
                  </a:cubicBezTo>
                  <a:lnTo>
                    <a:pt x="2152269" y="119761"/>
                  </a:lnTo>
                  <a:lnTo>
                    <a:pt x="2168398" y="109982"/>
                  </a:lnTo>
                  <a:lnTo>
                    <a:pt x="2189607" y="124714"/>
                  </a:lnTo>
                  <a:cubicBezTo>
                    <a:pt x="2206371" y="118491"/>
                    <a:pt x="2223643" y="115443"/>
                    <a:pt x="2241423" y="115443"/>
                  </a:cubicBezTo>
                  <a:cubicBezTo>
                    <a:pt x="2242058" y="115443"/>
                    <a:pt x="2242693" y="115443"/>
                    <a:pt x="2243455" y="115443"/>
                  </a:cubicBezTo>
                  <a:cubicBezTo>
                    <a:pt x="2247773" y="118110"/>
                    <a:pt x="2252091" y="118999"/>
                    <a:pt x="2256282" y="118999"/>
                  </a:cubicBezTo>
                  <a:cubicBezTo>
                    <a:pt x="2267585" y="118999"/>
                    <a:pt x="2278634" y="112141"/>
                    <a:pt x="2290445" y="112141"/>
                  </a:cubicBezTo>
                  <a:cubicBezTo>
                    <a:pt x="2293874" y="112141"/>
                    <a:pt x="2297303" y="112649"/>
                    <a:pt x="2300859" y="114173"/>
                  </a:cubicBezTo>
                  <a:cubicBezTo>
                    <a:pt x="2308606" y="118364"/>
                    <a:pt x="2316861" y="120904"/>
                    <a:pt x="2325624" y="121920"/>
                  </a:cubicBezTo>
                  <a:cubicBezTo>
                    <a:pt x="2328037" y="122174"/>
                    <a:pt x="2330577" y="122301"/>
                    <a:pt x="2332990" y="122301"/>
                  </a:cubicBezTo>
                  <a:cubicBezTo>
                    <a:pt x="2339213" y="122301"/>
                    <a:pt x="2345436" y="121412"/>
                    <a:pt x="2351532" y="119634"/>
                  </a:cubicBezTo>
                  <a:cubicBezTo>
                    <a:pt x="2361692" y="114808"/>
                    <a:pt x="2372487" y="112395"/>
                    <a:pt x="2383790" y="112395"/>
                  </a:cubicBezTo>
                  <a:cubicBezTo>
                    <a:pt x="2383917" y="112395"/>
                    <a:pt x="2384044" y="112395"/>
                    <a:pt x="2384171" y="112395"/>
                  </a:cubicBezTo>
                  <a:cubicBezTo>
                    <a:pt x="2395347" y="112395"/>
                    <a:pt x="2406015" y="114681"/>
                    <a:pt x="2416175" y="119380"/>
                  </a:cubicBezTo>
                  <a:cubicBezTo>
                    <a:pt x="2426843" y="122682"/>
                    <a:pt x="2437638" y="124333"/>
                    <a:pt x="2448560" y="124333"/>
                  </a:cubicBezTo>
                  <a:cubicBezTo>
                    <a:pt x="2455672" y="124333"/>
                    <a:pt x="2462911" y="123571"/>
                    <a:pt x="2470150" y="122174"/>
                  </a:cubicBezTo>
                  <a:cubicBezTo>
                    <a:pt x="2483612" y="119761"/>
                    <a:pt x="2497074" y="118618"/>
                    <a:pt x="2510536" y="118618"/>
                  </a:cubicBezTo>
                  <a:cubicBezTo>
                    <a:pt x="2522093" y="118618"/>
                    <a:pt x="2533523" y="119507"/>
                    <a:pt x="2545080" y="121285"/>
                  </a:cubicBezTo>
                  <a:cubicBezTo>
                    <a:pt x="2552446" y="123190"/>
                    <a:pt x="2559685" y="124079"/>
                    <a:pt x="2566924" y="124079"/>
                  </a:cubicBezTo>
                  <a:cubicBezTo>
                    <a:pt x="2577973" y="124079"/>
                    <a:pt x="2588895" y="121920"/>
                    <a:pt x="2599690" y="117475"/>
                  </a:cubicBezTo>
                  <a:cubicBezTo>
                    <a:pt x="2600452" y="117094"/>
                    <a:pt x="2601214" y="116967"/>
                    <a:pt x="2602230" y="116967"/>
                  </a:cubicBezTo>
                  <a:cubicBezTo>
                    <a:pt x="2608326" y="116967"/>
                    <a:pt x="2618486" y="123952"/>
                    <a:pt x="2627630" y="127381"/>
                  </a:cubicBezTo>
                  <a:cubicBezTo>
                    <a:pt x="2627630" y="127127"/>
                    <a:pt x="2630043" y="123444"/>
                    <a:pt x="2632583" y="123444"/>
                  </a:cubicBezTo>
                  <a:cubicBezTo>
                    <a:pt x="2632710" y="123444"/>
                    <a:pt x="2632710" y="123444"/>
                    <a:pt x="2632837" y="123444"/>
                  </a:cubicBezTo>
                  <a:cubicBezTo>
                    <a:pt x="2637409" y="122936"/>
                    <a:pt x="2641981" y="122809"/>
                    <a:pt x="2646553" y="122809"/>
                  </a:cubicBezTo>
                  <a:cubicBezTo>
                    <a:pt x="2670810" y="122809"/>
                    <a:pt x="2695321" y="128524"/>
                    <a:pt x="2719832" y="128524"/>
                  </a:cubicBezTo>
                  <a:cubicBezTo>
                    <a:pt x="2730754" y="128524"/>
                    <a:pt x="2741676" y="127381"/>
                    <a:pt x="2752471" y="124079"/>
                  </a:cubicBezTo>
                  <a:cubicBezTo>
                    <a:pt x="2755392" y="129159"/>
                    <a:pt x="2758440" y="130937"/>
                    <a:pt x="2761615" y="130937"/>
                  </a:cubicBezTo>
                  <a:cubicBezTo>
                    <a:pt x="2767965" y="130937"/>
                    <a:pt x="2774569" y="124206"/>
                    <a:pt x="2781300" y="124206"/>
                  </a:cubicBezTo>
                  <a:cubicBezTo>
                    <a:pt x="2782951" y="124206"/>
                    <a:pt x="2784729" y="124587"/>
                    <a:pt x="2786380" y="125730"/>
                  </a:cubicBezTo>
                  <a:cubicBezTo>
                    <a:pt x="2794000" y="130556"/>
                    <a:pt x="2804795" y="136525"/>
                    <a:pt x="2811526" y="136525"/>
                  </a:cubicBezTo>
                  <a:cubicBezTo>
                    <a:pt x="2813050" y="136525"/>
                    <a:pt x="2814320" y="136271"/>
                    <a:pt x="2815336" y="135636"/>
                  </a:cubicBezTo>
                  <a:cubicBezTo>
                    <a:pt x="2820797" y="132461"/>
                    <a:pt x="2825877" y="131445"/>
                    <a:pt x="2830703" y="131445"/>
                  </a:cubicBezTo>
                  <a:cubicBezTo>
                    <a:pt x="2838704" y="131445"/>
                    <a:pt x="2846197" y="134112"/>
                    <a:pt x="2853944" y="134112"/>
                  </a:cubicBezTo>
                  <a:cubicBezTo>
                    <a:pt x="2854579" y="134112"/>
                    <a:pt x="2855214" y="134112"/>
                    <a:pt x="2855849" y="134112"/>
                  </a:cubicBezTo>
                  <a:cubicBezTo>
                    <a:pt x="2856992" y="134112"/>
                    <a:pt x="2858135" y="133985"/>
                    <a:pt x="2859278" y="133985"/>
                  </a:cubicBezTo>
                  <a:cubicBezTo>
                    <a:pt x="2868803" y="133985"/>
                    <a:pt x="2878074" y="135763"/>
                    <a:pt x="2887726" y="135763"/>
                  </a:cubicBezTo>
                  <a:cubicBezTo>
                    <a:pt x="2895092" y="135763"/>
                    <a:pt x="2902585" y="134747"/>
                    <a:pt x="2910713" y="131064"/>
                  </a:cubicBezTo>
                  <a:cubicBezTo>
                    <a:pt x="2913381" y="129921"/>
                    <a:pt x="2916301" y="129413"/>
                    <a:pt x="2919603" y="129413"/>
                  </a:cubicBezTo>
                  <a:cubicBezTo>
                    <a:pt x="2932303" y="129413"/>
                    <a:pt x="2948813" y="137033"/>
                    <a:pt x="2965323" y="140462"/>
                  </a:cubicBezTo>
                  <a:lnTo>
                    <a:pt x="2981453" y="127508"/>
                  </a:lnTo>
                  <a:lnTo>
                    <a:pt x="2998217" y="141986"/>
                  </a:lnTo>
                  <a:cubicBezTo>
                    <a:pt x="3004440" y="137160"/>
                    <a:pt x="3010409" y="130937"/>
                    <a:pt x="3017775" y="130937"/>
                  </a:cubicBezTo>
                  <a:cubicBezTo>
                    <a:pt x="3021966" y="130937"/>
                    <a:pt x="3026664" y="132969"/>
                    <a:pt x="3032126" y="138430"/>
                  </a:cubicBezTo>
                  <a:cubicBezTo>
                    <a:pt x="3034031" y="140335"/>
                    <a:pt x="3037079" y="140970"/>
                    <a:pt x="3040761" y="140970"/>
                  </a:cubicBezTo>
                  <a:cubicBezTo>
                    <a:pt x="3049779" y="140970"/>
                    <a:pt x="3062732" y="137033"/>
                    <a:pt x="3072638" y="136525"/>
                  </a:cubicBezTo>
                  <a:cubicBezTo>
                    <a:pt x="3080131" y="135636"/>
                    <a:pt x="3087751" y="135255"/>
                    <a:pt x="3095244" y="135255"/>
                  </a:cubicBezTo>
                  <a:cubicBezTo>
                    <a:pt x="3101213" y="135255"/>
                    <a:pt x="3107055" y="135509"/>
                    <a:pt x="3113024" y="136017"/>
                  </a:cubicBezTo>
                  <a:cubicBezTo>
                    <a:pt x="3117088" y="136525"/>
                    <a:pt x="3121152" y="136652"/>
                    <a:pt x="3125216" y="136652"/>
                  </a:cubicBezTo>
                  <a:cubicBezTo>
                    <a:pt x="3133217" y="136652"/>
                    <a:pt x="3141091" y="135763"/>
                    <a:pt x="3148965" y="133985"/>
                  </a:cubicBezTo>
                  <a:lnTo>
                    <a:pt x="3161538" y="146177"/>
                  </a:lnTo>
                  <a:cubicBezTo>
                    <a:pt x="3171698" y="142240"/>
                    <a:pt x="3182112" y="139954"/>
                    <a:pt x="3192907" y="139319"/>
                  </a:cubicBezTo>
                  <a:cubicBezTo>
                    <a:pt x="3194431" y="139446"/>
                    <a:pt x="3195956" y="139573"/>
                    <a:pt x="3197479" y="139573"/>
                  </a:cubicBezTo>
                  <a:cubicBezTo>
                    <a:pt x="3205988" y="139573"/>
                    <a:pt x="3214625" y="137160"/>
                    <a:pt x="3223387" y="137160"/>
                  </a:cubicBezTo>
                  <a:cubicBezTo>
                    <a:pt x="3229610" y="137160"/>
                    <a:pt x="3235960" y="138430"/>
                    <a:pt x="3242310" y="142621"/>
                  </a:cubicBezTo>
                  <a:cubicBezTo>
                    <a:pt x="3242691" y="142875"/>
                    <a:pt x="3243072" y="142875"/>
                    <a:pt x="3243581" y="142875"/>
                  </a:cubicBezTo>
                  <a:cubicBezTo>
                    <a:pt x="3248153" y="142875"/>
                    <a:pt x="3259710" y="136398"/>
                    <a:pt x="3270250" y="136398"/>
                  </a:cubicBezTo>
                  <a:cubicBezTo>
                    <a:pt x="3271647" y="136398"/>
                    <a:pt x="3273172" y="136525"/>
                    <a:pt x="3274568" y="136779"/>
                  </a:cubicBezTo>
                  <a:cubicBezTo>
                    <a:pt x="3286760" y="137160"/>
                    <a:pt x="3298698" y="138684"/>
                    <a:pt x="3310509" y="141732"/>
                  </a:cubicBezTo>
                  <a:cubicBezTo>
                    <a:pt x="3312414" y="142621"/>
                    <a:pt x="3314192" y="143002"/>
                    <a:pt x="3315970" y="143002"/>
                  </a:cubicBezTo>
                  <a:cubicBezTo>
                    <a:pt x="3323209" y="143002"/>
                    <a:pt x="3329559" y="136906"/>
                    <a:pt x="3336798" y="136906"/>
                  </a:cubicBezTo>
                  <a:cubicBezTo>
                    <a:pt x="3339719" y="136906"/>
                    <a:pt x="3342767" y="137795"/>
                    <a:pt x="3346069" y="140462"/>
                  </a:cubicBezTo>
                  <a:cubicBezTo>
                    <a:pt x="3347339" y="141478"/>
                    <a:pt x="3348991" y="141732"/>
                    <a:pt x="3351023" y="141732"/>
                  </a:cubicBezTo>
                  <a:cubicBezTo>
                    <a:pt x="3357500" y="141732"/>
                    <a:pt x="3367025" y="137541"/>
                    <a:pt x="3374772" y="137541"/>
                  </a:cubicBezTo>
                  <a:cubicBezTo>
                    <a:pt x="3375406" y="137541"/>
                    <a:pt x="3376168" y="137541"/>
                    <a:pt x="3376804" y="137668"/>
                  </a:cubicBezTo>
                  <a:cubicBezTo>
                    <a:pt x="3395092" y="138303"/>
                    <a:pt x="3412999" y="141859"/>
                    <a:pt x="3431160" y="141859"/>
                  </a:cubicBezTo>
                  <a:cubicBezTo>
                    <a:pt x="3441319" y="141859"/>
                    <a:pt x="3451733" y="140716"/>
                    <a:pt x="3462275" y="137414"/>
                  </a:cubicBezTo>
                  <a:cubicBezTo>
                    <a:pt x="3466466" y="136271"/>
                    <a:pt x="3470530" y="135636"/>
                    <a:pt x="3474721" y="135636"/>
                  </a:cubicBezTo>
                  <a:cubicBezTo>
                    <a:pt x="3478658" y="135636"/>
                    <a:pt x="3482595" y="136144"/>
                    <a:pt x="3486532" y="137160"/>
                  </a:cubicBezTo>
                  <a:cubicBezTo>
                    <a:pt x="3494660" y="139319"/>
                    <a:pt x="3501645" y="143383"/>
                    <a:pt x="3507614" y="149225"/>
                  </a:cubicBezTo>
                  <a:cubicBezTo>
                    <a:pt x="3516123" y="143637"/>
                    <a:pt x="3524505" y="141605"/>
                    <a:pt x="3532887" y="141605"/>
                  </a:cubicBezTo>
                  <a:cubicBezTo>
                    <a:pt x="3545714" y="141605"/>
                    <a:pt x="3558668" y="146177"/>
                    <a:pt x="3572638" y="149098"/>
                  </a:cubicBezTo>
                  <a:cubicBezTo>
                    <a:pt x="3576575" y="149987"/>
                    <a:pt x="3580512" y="150241"/>
                    <a:pt x="3584322" y="150241"/>
                  </a:cubicBezTo>
                  <a:cubicBezTo>
                    <a:pt x="3600578" y="150241"/>
                    <a:pt x="3615564" y="144018"/>
                    <a:pt x="3631312" y="144018"/>
                  </a:cubicBezTo>
                  <a:cubicBezTo>
                    <a:pt x="3633217" y="144018"/>
                    <a:pt x="3635122" y="144145"/>
                    <a:pt x="3637154" y="144272"/>
                  </a:cubicBezTo>
                  <a:cubicBezTo>
                    <a:pt x="3664967" y="147955"/>
                    <a:pt x="3692780" y="149733"/>
                    <a:pt x="3720720" y="149733"/>
                  </a:cubicBezTo>
                  <a:cubicBezTo>
                    <a:pt x="3724022" y="149733"/>
                    <a:pt x="3727324" y="149733"/>
                    <a:pt x="3730499" y="149606"/>
                  </a:cubicBezTo>
                  <a:cubicBezTo>
                    <a:pt x="3738881" y="148971"/>
                    <a:pt x="3747263" y="145161"/>
                    <a:pt x="3756280" y="145161"/>
                  </a:cubicBezTo>
                  <a:cubicBezTo>
                    <a:pt x="3759328" y="145161"/>
                    <a:pt x="3762503" y="145542"/>
                    <a:pt x="3765678" y="146812"/>
                  </a:cubicBezTo>
                  <a:cubicBezTo>
                    <a:pt x="3773298" y="149098"/>
                    <a:pt x="3780918" y="150241"/>
                    <a:pt x="3788664" y="150241"/>
                  </a:cubicBezTo>
                  <a:cubicBezTo>
                    <a:pt x="3792855" y="150241"/>
                    <a:pt x="3797047" y="149860"/>
                    <a:pt x="3801237" y="149225"/>
                  </a:cubicBezTo>
                  <a:cubicBezTo>
                    <a:pt x="3817620" y="145669"/>
                    <a:pt x="3833622" y="141224"/>
                    <a:pt x="3849497" y="135636"/>
                  </a:cubicBezTo>
                  <a:cubicBezTo>
                    <a:pt x="3823970" y="132842"/>
                    <a:pt x="3810508" y="130556"/>
                    <a:pt x="3799205" y="128651"/>
                  </a:cubicBezTo>
                  <a:cubicBezTo>
                    <a:pt x="3787903" y="126746"/>
                    <a:pt x="3773170" y="125476"/>
                    <a:pt x="3767074" y="117983"/>
                  </a:cubicBezTo>
                  <a:cubicBezTo>
                    <a:pt x="3764661" y="115189"/>
                    <a:pt x="3762121" y="114173"/>
                    <a:pt x="3759708" y="114173"/>
                  </a:cubicBezTo>
                  <a:cubicBezTo>
                    <a:pt x="3753231" y="114173"/>
                    <a:pt x="3746755" y="121031"/>
                    <a:pt x="3741293" y="121031"/>
                  </a:cubicBezTo>
                  <a:cubicBezTo>
                    <a:pt x="3738626" y="121031"/>
                    <a:pt x="3736086" y="119380"/>
                    <a:pt x="3734054" y="114427"/>
                  </a:cubicBezTo>
                  <a:cubicBezTo>
                    <a:pt x="3729101" y="115697"/>
                    <a:pt x="3724148" y="116205"/>
                    <a:pt x="3719449" y="116205"/>
                  </a:cubicBezTo>
                  <a:cubicBezTo>
                    <a:pt x="3695319" y="116205"/>
                    <a:pt x="3673094" y="102743"/>
                    <a:pt x="3648710" y="101981"/>
                  </a:cubicBezTo>
                  <a:cubicBezTo>
                    <a:pt x="3612388" y="100076"/>
                    <a:pt x="3575939" y="94107"/>
                    <a:pt x="3539617" y="90170"/>
                  </a:cubicBezTo>
                  <a:lnTo>
                    <a:pt x="3389376" y="74168"/>
                  </a:lnTo>
                  <a:cubicBezTo>
                    <a:pt x="3371977" y="72263"/>
                    <a:pt x="3348990" y="76454"/>
                    <a:pt x="3338703" y="67056"/>
                  </a:cubicBezTo>
                  <a:cubicBezTo>
                    <a:pt x="3334131" y="62865"/>
                    <a:pt x="3329813" y="61468"/>
                    <a:pt x="3325622" y="61468"/>
                  </a:cubicBezTo>
                  <a:cubicBezTo>
                    <a:pt x="3317494" y="61468"/>
                    <a:pt x="3310001" y="66929"/>
                    <a:pt x="3302381" y="66929"/>
                  </a:cubicBezTo>
                  <a:cubicBezTo>
                    <a:pt x="3299587" y="66929"/>
                    <a:pt x="3296666" y="66167"/>
                    <a:pt x="3293745" y="64008"/>
                  </a:cubicBezTo>
                  <a:cubicBezTo>
                    <a:pt x="3285491" y="57912"/>
                    <a:pt x="3276092" y="56388"/>
                    <a:pt x="3266313" y="56388"/>
                  </a:cubicBezTo>
                  <a:cubicBezTo>
                    <a:pt x="3257169" y="56388"/>
                    <a:pt x="3247644" y="57658"/>
                    <a:pt x="3238373" y="57658"/>
                  </a:cubicBezTo>
                  <a:cubicBezTo>
                    <a:pt x="3225928" y="57658"/>
                    <a:pt x="3213863" y="55245"/>
                    <a:pt x="3203956" y="43942"/>
                  </a:cubicBezTo>
                  <a:cubicBezTo>
                    <a:pt x="3201670" y="46609"/>
                    <a:pt x="3199130" y="48768"/>
                    <a:pt x="3196082" y="50419"/>
                  </a:cubicBezTo>
                  <a:cubicBezTo>
                    <a:pt x="3193035" y="52070"/>
                    <a:pt x="3189859" y="53086"/>
                    <a:pt x="3186431" y="53594"/>
                  </a:cubicBezTo>
                  <a:cubicBezTo>
                    <a:pt x="3185160" y="53721"/>
                    <a:pt x="3184017" y="53848"/>
                    <a:pt x="3182748" y="53848"/>
                  </a:cubicBezTo>
                  <a:cubicBezTo>
                    <a:pt x="3180589" y="53848"/>
                    <a:pt x="3178430" y="53594"/>
                    <a:pt x="3176144" y="53086"/>
                  </a:cubicBezTo>
                  <a:cubicBezTo>
                    <a:pt x="3172842" y="52324"/>
                    <a:pt x="3169667" y="50927"/>
                    <a:pt x="3166873" y="48895"/>
                  </a:cubicBezTo>
                  <a:cubicBezTo>
                    <a:pt x="3161539" y="43688"/>
                    <a:pt x="3156586" y="42037"/>
                    <a:pt x="3151887" y="42037"/>
                  </a:cubicBezTo>
                  <a:cubicBezTo>
                    <a:pt x="3144267" y="42037"/>
                    <a:pt x="3137155" y="46228"/>
                    <a:pt x="3130043" y="46228"/>
                  </a:cubicBezTo>
                  <a:cubicBezTo>
                    <a:pt x="3129027" y="46228"/>
                    <a:pt x="3127884" y="46101"/>
                    <a:pt x="3126868" y="45974"/>
                  </a:cubicBezTo>
                  <a:cubicBezTo>
                    <a:pt x="3113025" y="43815"/>
                    <a:pt x="3099182" y="42291"/>
                    <a:pt x="3085212" y="41529"/>
                  </a:cubicBezTo>
                  <a:lnTo>
                    <a:pt x="2995931" y="31877"/>
                  </a:lnTo>
                  <a:cubicBezTo>
                    <a:pt x="2983993" y="29718"/>
                    <a:pt x="2971801" y="28321"/>
                    <a:pt x="2959609" y="27940"/>
                  </a:cubicBezTo>
                  <a:cubicBezTo>
                    <a:pt x="2953640" y="28194"/>
                    <a:pt x="2947925" y="29591"/>
                    <a:pt x="2942591" y="32131"/>
                  </a:cubicBezTo>
                  <a:cubicBezTo>
                    <a:pt x="2919604" y="27178"/>
                    <a:pt x="2900300" y="19939"/>
                    <a:pt x="2887727" y="19939"/>
                  </a:cubicBezTo>
                  <a:cubicBezTo>
                    <a:pt x="2885060" y="19939"/>
                    <a:pt x="2882774" y="20320"/>
                    <a:pt x="2880742" y="20955"/>
                  </a:cubicBezTo>
                  <a:cubicBezTo>
                    <a:pt x="2879218" y="21463"/>
                    <a:pt x="2877567" y="21717"/>
                    <a:pt x="2876043" y="21717"/>
                  </a:cubicBezTo>
                  <a:cubicBezTo>
                    <a:pt x="2869693" y="21717"/>
                    <a:pt x="2863724" y="17907"/>
                    <a:pt x="2858136" y="17907"/>
                  </a:cubicBezTo>
                  <a:cubicBezTo>
                    <a:pt x="2854961" y="17907"/>
                    <a:pt x="2852040" y="19177"/>
                    <a:pt x="2849246" y="22987"/>
                  </a:cubicBezTo>
                  <a:cubicBezTo>
                    <a:pt x="2845309" y="18415"/>
                    <a:pt x="2841245" y="16891"/>
                    <a:pt x="2837181" y="16891"/>
                  </a:cubicBezTo>
                  <a:cubicBezTo>
                    <a:pt x="2829434" y="16891"/>
                    <a:pt x="2821560" y="22352"/>
                    <a:pt x="2813686" y="22352"/>
                  </a:cubicBezTo>
                  <a:cubicBezTo>
                    <a:pt x="2813051" y="22352"/>
                    <a:pt x="2812543" y="22352"/>
                    <a:pt x="2811908" y="22225"/>
                  </a:cubicBezTo>
                  <a:cubicBezTo>
                    <a:pt x="2791080" y="20828"/>
                    <a:pt x="2770379" y="18288"/>
                    <a:pt x="2749805" y="14351"/>
                  </a:cubicBezTo>
                  <a:cubicBezTo>
                    <a:pt x="2747265" y="13589"/>
                    <a:pt x="2744852" y="13335"/>
                    <a:pt x="2742439" y="13335"/>
                  </a:cubicBezTo>
                  <a:cubicBezTo>
                    <a:pt x="2733803" y="13335"/>
                    <a:pt x="2725294" y="17018"/>
                    <a:pt x="2716658" y="17018"/>
                  </a:cubicBezTo>
                  <a:cubicBezTo>
                    <a:pt x="2711324" y="17018"/>
                    <a:pt x="2705863" y="15621"/>
                    <a:pt x="2700148" y="11176"/>
                  </a:cubicBezTo>
                  <a:cubicBezTo>
                    <a:pt x="2695449" y="7493"/>
                    <a:pt x="2690496" y="6223"/>
                    <a:pt x="2685416" y="6223"/>
                  </a:cubicBezTo>
                  <a:cubicBezTo>
                    <a:pt x="2672461" y="6223"/>
                    <a:pt x="2658745" y="14732"/>
                    <a:pt x="2645157" y="14732"/>
                  </a:cubicBezTo>
                  <a:cubicBezTo>
                    <a:pt x="2644141" y="14732"/>
                    <a:pt x="2642998" y="14732"/>
                    <a:pt x="2641982" y="14605"/>
                  </a:cubicBezTo>
                  <a:cubicBezTo>
                    <a:pt x="2617471" y="12192"/>
                    <a:pt x="2593086" y="6985"/>
                    <a:pt x="2568449" y="6985"/>
                  </a:cubicBezTo>
                  <a:cubicBezTo>
                    <a:pt x="2556003" y="6985"/>
                    <a:pt x="2543430" y="8382"/>
                    <a:pt x="2530730" y="12065"/>
                  </a:cubicBezTo>
                  <a:cubicBezTo>
                    <a:pt x="2526539" y="13081"/>
                    <a:pt x="2522348" y="13462"/>
                    <a:pt x="2518157" y="13462"/>
                  </a:cubicBezTo>
                  <a:cubicBezTo>
                    <a:pt x="2510283" y="13462"/>
                    <a:pt x="2502536" y="11684"/>
                    <a:pt x="2495042" y="8128"/>
                  </a:cubicBezTo>
                  <a:cubicBezTo>
                    <a:pt x="2493391" y="7239"/>
                    <a:pt x="2491613" y="6985"/>
                    <a:pt x="2490089" y="6985"/>
                  </a:cubicBezTo>
                  <a:cubicBezTo>
                    <a:pt x="2483232" y="6985"/>
                    <a:pt x="2477008" y="13208"/>
                    <a:pt x="2470278" y="13208"/>
                  </a:cubicBezTo>
                  <a:cubicBezTo>
                    <a:pt x="2467103" y="13208"/>
                    <a:pt x="2463673" y="11811"/>
                    <a:pt x="2459991" y="7620"/>
                  </a:cubicBezTo>
                  <a:cubicBezTo>
                    <a:pt x="2457705" y="5588"/>
                    <a:pt x="2455164" y="4064"/>
                    <a:pt x="2452244" y="3048"/>
                  </a:cubicBezTo>
                  <a:cubicBezTo>
                    <a:pt x="2450085" y="2413"/>
                    <a:pt x="2447926" y="2032"/>
                    <a:pt x="2445767" y="2032"/>
                  </a:cubicBezTo>
                  <a:cubicBezTo>
                    <a:pt x="2445005" y="2032"/>
                    <a:pt x="2444116" y="2032"/>
                    <a:pt x="2443354" y="2159"/>
                  </a:cubicBezTo>
                  <a:cubicBezTo>
                    <a:pt x="2440306" y="2540"/>
                    <a:pt x="2437511" y="3429"/>
                    <a:pt x="2434845" y="5080"/>
                  </a:cubicBezTo>
                  <a:cubicBezTo>
                    <a:pt x="2432178" y="6731"/>
                    <a:pt x="2430019" y="8763"/>
                    <a:pt x="2428241" y="11303"/>
                  </a:cubicBezTo>
                  <a:cubicBezTo>
                    <a:pt x="2424939" y="5969"/>
                    <a:pt x="2421383" y="4318"/>
                    <a:pt x="2417826" y="4318"/>
                  </a:cubicBezTo>
                  <a:cubicBezTo>
                    <a:pt x="2411476" y="4318"/>
                    <a:pt x="2404872" y="9271"/>
                    <a:pt x="2398395" y="9271"/>
                  </a:cubicBezTo>
                  <a:cubicBezTo>
                    <a:pt x="2397506" y="9271"/>
                    <a:pt x="2396617" y="9144"/>
                    <a:pt x="2395601" y="8890"/>
                  </a:cubicBezTo>
                  <a:cubicBezTo>
                    <a:pt x="2370963" y="4318"/>
                    <a:pt x="2346198" y="2032"/>
                    <a:pt x="2321433" y="2032"/>
                  </a:cubicBezTo>
                  <a:cubicBezTo>
                    <a:pt x="2301748" y="2032"/>
                    <a:pt x="2281936" y="3429"/>
                    <a:pt x="2262125" y="6350"/>
                  </a:cubicBezTo>
                  <a:cubicBezTo>
                    <a:pt x="2248663" y="7239"/>
                    <a:pt x="2235201" y="7620"/>
                    <a:pt x="2221739" y="7620"/>
                  </a:cubicBezTo>
                  <a:cubicBezTo>
                    <a:pt x="2201673" y="7620"/>
                    <a:pt x="2181607" y="6604"/>
                    <a:pt x="2161541" y="4699"/>
                  </a:cubicBezTo>
                  <a:cubicBezTo>
                    <a:pt x="2161286" y="4699"/>
                    <a:pt x="2161033" y="4699"/>
                    <a:pt x="2160779" y="4699"/>
                  </a:cubicBezTo>
                  <a:cubicBezTo>
                    <a:pt x="2155191" y="4699"/>
                    <a:pt x="2149222" y="8890"/>
                    <a:pt x="2145793" y="10033"/>
                  </a:cubicBezTo>
                  <a:cubicBezTo>
                    <a:pt x="2137157" y="6858"/>
                    <a:pt x="2126997" y="0"/>
                    <a:pt x="212140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261529" y="3490008"/>
            <a:ext cx="1367914" cy="1413348"/>
            <a:chOff x="0" y="0"/>
            <a:chExt cx="1823885" cy="18844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3847" cy="1884426"/>
            </a:xfrm>
            <a:custGeom>
              <a:avLst/>
              <a:gdLst/>
              <a:ahLst/>
              <a:cxnLst/>
              <a:rect l="l" t="t" r="r" b="b"/>
              <a:pathLst>
                <a:path w="1823847" h="1884426">
                  <a:moveTo>
                    <a:pt x="310769" y="0"/>
                  </a:moveTo>
                  <a:cubicBezTo>
                    <a:pt x="139319" y="0"/>
                    <a:pt x="0" y="138938"/>
                    <a:pt x="0" y="310769"/>
                  </a:cubicBezTo>
                  <a:lnTo>
                    <a:pt x="0" y="1574292"/>
                  </a:lnTo>
                  <a:cubicBezTo>
                    <a:pt x="0" y="1738757"/>
                    <a:pt x="127762" y="1873631"/>
                    <a:pt x="289814" y="1884426"/>
                  </a:cubicBezTo>
                  <a:lnTo>
                    <a:pt x="1533906" y="1884426"/>
                  </a:lnTo>
                  <a:cubicBezTo>
                    <a:pt x="1695704" y="1873631"/>
                    <a:pt x="1823847" y="1739138"/>
                    <a:pt x="1823847" y="1574292"/>
                  </a:cubicBezTo>
                  <a:lnTo>
                    <a:pt x="1823847" y="310769"/>
                  </a:lnTo>
                  <a:cubicBezTo>
                    <a:pt x="1823847" y="139319"/>
                    <a:pt x="1684909" y="0"/>
                    <a:pt x="1513078" y="0"/>
                  </a:cubicBezTo>
                  <a:close/>
                </a:path>
              </a:pathLst>
            </a:custGeom>
            <a:blipFill>
              <a:blip r:embed="rId2"/>
              <a:stretch>
                <a:fillRect l="-15092" r="-1509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413567" y="6619904"/>
            <a:ext cx="1367914" cy="1413348"/>
            <a:chOff x="0" y="0"/>
            <a:chExt cx="1823885" cy="18844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23974" cy="1884426"/>
            </a:xfrm>
            <a:custGeom>
              <a:avLst/>
              <a:gdLst/>
              <a:ahLst/>
              <a:cxnLst/>
              <a:rect l="l" t="t" r="r" b="b"/>
              <a:pathLst>
                <a:path w="1823974" h="1884426">
                  <a:moveTo>
                    <a:pt x="310261" y="0"/>
                  </a:moveTo>
                  <a:cubicBezTo>
                    <a:pt x="139065" y="254"/>
                    <a:pt x="0" y="139192"/>
                    <a:pt x="0" y="310769"/>
                  </a:cubicBezTo>
                  <a:lnTo>
                    <a:pt x="0" y="1574292"/>
                  </a:lnTo>
                  <a:cubicBezTo>
                    <a:pt x="0" y="1738757"/>
                    <a:pt x="127762" y="1873631"/>
                    <a:pt x="289941" y="1884426"/>
                  </a:cubicBezTo>
                  <a:lnTo>
                    <a:pt x="1534033" y="1884426"/>
                  </a:lnTo>
                  <a:cubicBezTo>
                    <a:pt x="1695831" y="1873631"/>
                    <a:pt x="1823974" y="1739138"/>
                    <a:pt x="1823974" y="1574292"/>
                  </a:cubicBezTo>
                  <a:lnTo>
                    <a:pt x="1823974" y="310769"/>
                  </a:lnTo>
                  <a:cubicBezTo>
                    <a:pt x="1823847" y="139573"/>
                    <a:pt x="1685163" y="254"/>
                    <a:pt x="1513586" y="0"/>
                  </a:cubicBezTo>
                  <a:close/>
                </a:path>
              </a:pathLst>
            </a:custGeom>
            <a:blipFill>
              <a:blip r:embed="rId3"/>
              <a:stretch>
                <a:fillRect l="-1679" r="-1636" b="-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Freeform 16"/>
          <p:cNvSpPr/>
          <p:nvPr/>
        </p:nvSpPr>
        <p:spPr>
          <a:xfrm>
            <a:off x="1397032" y="6603378"/>
            <a:ext cx="1400985" cy="1446933"/>
          </a:xfrm>
          <a:custGeom>
            <a:avLst/>
            <a:gdLst/>
            <a:ahLst/>
            <a:cxnLst/>
            <a:rect l="l" t="t" r="r" b="b"/>
            <a:pathLst>
              <a:path w="1400985" h="1446933">
                <a:moveTo>
                  <a:pt x="0" y="0"/>
                </a:moveTo>
                <a:lnTo>
                  <a:pt x="1400984" y="0"/>
                </a:lnTo>
                <a:lnTo>
                  <a:pt x="1400984" y="1446933"/>
                </a:lnTo>
                <a:lnTo>
                  <a:pt x="0" y="14469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9820075" y="3490008"/>
            <a:ext cx="1367914" cy="1413348"/>
            <a:chOff x="0" y="0"/>
            <a:chExt cx="1823885" cy="18844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23847" cy="1884426"/>
            </a:xfrm>
            <a:custGeom>
              <a:avLst/>
              <a:gdLst/>
              <a:ahLst/>
              <a:cxnLst/>
              <a:rect l="l" t="t" r="r" b="b"/>
              <a:pathLst>
                <a:path w="1823847" h="1884426">
                  <a:moveTo>
                    <a:pt x="310769" y="0"/>
                  </a:moveTo>
                  <a:cubicBezTo>
                    <a:pt x="139319" y="0"/>
                    <a:pt x="0" y="138938"/>
                    <a:pt x="0" y="310769"/>
                  </a:cubicBezTo>
                  <a:lnTo>
                    <a:pt x="0" y="1574292"/>
                  </a:lnTo>
                  <a:cubicBezTo>
                    <a:pt x="0" y="1738757"/>
                    <a:pt x="127762" y="1873631"/>
                    <a:pt x="289814" y="1884426"/>
                  </a:cubicBezTo>
                  <a:lnTo>
                    <a:pt x="1533906" y="1884426"/>
                  </a:lnTo>
                  <a:cubicBezTo>
                    <a:pt x="1695704" y="1873631"/>
                    <a:pt x="1823847" y="1739138"/>
                    <a:pt x="1823847" y="1574292"/>
                  </a:cubicBezTo>
                  <a:lnTo>
                    <a:pt x="1823847" y="310769"/>
                  </a:lnTo>
                  <a:cubicBezTo>
                    <a:pt x="1823847" y="139319"/>
                    <a:pt x="1684909" y="0"/>
                    <a:pt x="1513078" y="0"/>
                  </a:cubicBezTo>
                  <a:close/>
                </a:path>
              </a:pathLst>
            </a:custGeom>
            <a:blipFill>
              <a:blip r:embed="rId6"/>
              <a:stretch>
                <a:fillRect l="-1660" r="-166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9820075" y="6653679"/>
            <a:ext cx="1367914" cy="1413348"/>
            <a:chOff x="0" y="0"/>
            <a:chExt cx="1823885" cy="18844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23974" cy="1884426"/>
            </a:xfrm>
            <a:custGeom>
              <a:avLst/>
              <a:gdLst/>
              <a:ahLst/>
              <a:cxnLst/>
              <a:rect l="l" t="t" r="r" b="b"/>
              <a:pathLst>
                <a:path w="1823974" h="1884426">
                  <a:moveTo>
                    <a:pt x="310261" y="0"/>
                  </a:moveTo>
                  <a:cubicBezTo>
                    <a:pt x="139065" y="254"/>
                    <a:pt x="0" y="139192"/>
                    <a:pt x="0" y="310769"/>
                  </a:cubicBezTo>
                  <a:lnTo>
                    <a:pt x="0" y="1574292"/>
                  </a:lnTo>
                  <a:cubicBezTo>
                    <a:pt x="0" y="1738757"/>
                    <a:pt x="127762" y="1873631"/>
                    <a:pt x="289941" y="1884426"/>
                  </a:cubicBezTo>
                  <a:lnTo>
                    <a:pt x="1534033" y="1884426"/>
                  </a:lnTo>
                  <a:cubicBezTo>
                    <a:pt x="1695831" y="1873631"/>
                    <a:pt x="1823974" y="1739138"/>
                    <a:pt x="1823974" y="1574292"/>
                  </a:cubicBezTo>
                  <a:lnTo>
                    <a:pt x="1823974" y="310769"/>
                  </a:lnTo>
                  <a:cubicBezTo>
                    <a:pt x="1823847" y="139573"/>
                    <a:pt x="1685163" y="254"/>
                    <a:pt x="1513586" y="0"/>
                  </a:cubicBezTo>
                  <a:close/>
                </a:path>
              </a:pathLst>
            </a:custGeom>
            <a:blipFill>
              <a:blip r:embed="rId7"/>
              <a:stretch>
                <a:fillRect l="-1679" r="-1636" b="-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3015215" y="4330636"/>
            <a:ext cx="3861892" cy="950252"/>
            <a:chOff x="0" y="0"/>
            <a:chExt cx="3861892" cy="9502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861943" cy="950214"/>
            </a:xfrm>
            <a:custGeom>
              <a:avLst/>
              <a:gdLst/>
              <a:ahLst/>
              <a:cxnLst/>
              <a:rect l="l" t="t" r="r" b="b"/>
              <a:pathLst>
                <a:path w="3861943" h="950214">
                  <a:moveTo>
                    <a:pt x="0" y="950214"/>
                  </a:moveTo>
                  <a:lnTo>
                    <a:pt x="3861943" y="950214"/>
                  </a:lnTo>
                  <a:lnTo>
                    <a:pt x="38619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3133525" y="7347061"/>
            <a:ext cx="3861892" cy="950252"/>
            <a:chOff x="0" y="0"/>
            <a:chExt cx="3861892" cy="9502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861943" cy="950214"/>
            </a:xfrm>
            <a:custGeom>
              <a:avLst/>
              <a:gdLst/>
              <a:ahLst/>
              <a:cxnLst/>
              <a:rect l="l" t="t" r="r" b="b"/>
              <a:pathLst>
                <a:path w="3861943" h="950214">
                  <a:moveTo>
                    <a:pt x="0" y="950214"/>
                  </a:moveTo>
                  <a:lnTo>
                    <a:pt x="3861943" y="950214"/>
                  </a:lnTo>
                  <a:lnTo>
                    <a:pt x="38619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Freeform 25"/>
          <p:cNvSpPr/>
          <p:nvPr/>
        </p:nvSpPr>
        <p:spPr>
          <a:xfrm>
            <a:off x="9803540" y="6637144"/>
            <a:ext cx="1400985" cy="1446933"/>
          </a:xfrm>
          <a:custGeom>
            <a:avLst/>
            <a:gdLst/>
            <a:ahLst/>
            <a:cxnLst/>
            <a:rect l="l" t="t" r="r" b="b"/>
            <a:pathLst>
              <a:path w="1400985" h="1446933">
                <a:moveTo>
                  <a:pt x="0" y="0"/>
                </a:moveTo>
                <a:lnTo>
                  <a:pt x="1400984" y="0"/>
                </a:lnTo>
                <a:lnTo>
                  <a:pt x="1400984" y="1446933"/>
                </a:lnTo>
                <a:lnTo>
                  <a:pt x="0" y="14469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6679530" y="1264815"/>
            <a:ext cx="5426412" cy="1722892"/>
            <a:chOff x="0" y="0"/>
            <a:chExt cx="5426418" cy="172288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26456" cy="1722882"/>
            </a:xfrm>
            <a:custGeom>
              <a:avLst/>
              <a:gdLst/>
              <a:ahLst/>
              <a:cxnLst/>
              <a:rect l="l" t="t" r="r" b="b"/>
              <a:pathLst>
                <a:path w="5426456" h="1722882">
                  <a:moveTo>
                    <a:pt x="0" y="1722882"/>
                  </a:moveTo>
                  <a:lnTo>
                    <a:pt x="5426456" y="1722882"/>
                  </a:lnTo>
                  <a:lnTo>
                    <a:pt x="54264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11450564" y="4304671"/>
            <a:ext cx="3861892" cy="950252"/>
            <a:chOff x="0" y="0"/>
            <a:chExt cx="3861892" cy="95025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861943" cy="950214"/>
            </a:xfrm>
            <a:custGeom>
              <a:avLst/>
              <a:gdLst/>
              <a:ahLst/>
              <a:cxnLst/>
              <a:rect l="l" t="t" r="r" b="b"/>
              <a:pathLst>
                <a:path w="3861943" h="950214">
                  <a:moveTo>
                    <a:pt x="0" y="950214"/>
                  </a:moveTo>
                  <a:lnTo>
                    <a:pt x="3861943" y="950214"/>
                  </a:lnTo>
                  <a:lnTo>
                    <a:pt x="38619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>
            <a:grpSpLocks noChangeAspect="1"/>
          </p:cNvGrpSpPr>
          <p:nvPr/>
        </p:nvGrpSpPr>
        <p:grpSpPr>
          <a:xfrm>
            <a:off x="11571313" y="7335298"/>
            <a:ext cx="3861883" cy="950252"/>
            <a:chOff x="0" y="0"/>
            <a:chExt cx="3861892" cy="95025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861943" cy="950214"/>
            </a:xfrm>
            <a:custGeom>
              <a:avLst/>
              <a:gdLst/>
              <a:ahLst/>
              <a:cxnLst/>
              <a:rect l="l" t="t" r="r" b="b"/>
              <a:pathLst>
                <a:path w="3861943" h="950214">
                  <a:moveTo>
                    <a:pt x="0" y="950214"/>
                  </a:moveTo>
                  <a:lnTo>
                    <a:pt x="3861943" y="950214"/>
                  </a:lnTo>
                  <a:lnTo>
                    <a:pt x="38619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4191362" y="3813496"/>
            <a:ext cx="1751182" cy="887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FFFFF4"/>
                </a:solidFill>
                <a:latin typeface="Baloo Thambi"/>
                <a:ea typeface="Baloo Thambi"/>
                <a:cs typeface="Baloo Thambi"/>
                <a:sym typeface="Baloo Thambi"/>
              </a:rPr>
              <a:t>MVC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18140" y="3731538"/>
            <a:ext cx="2368229" cy="844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4"/>
                </a:solidFill>
                <a:latin typeface="Baloo Thambi"/>
                <a:ea typeface="Baloo Thambi"/>
                <a:cs typeface="Baloo Thambi"/>
                <a:sym typeface="Baloo Thambi"/>
              </a:rPr>
              <a:t>GitHub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37892" y="6771942"/>
            <a:ext cx="1439809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4"/>
                </a:solidFill>
                <a:latin typeface="Baloo Thambi"/>
                <a:ea typeface="Baloo Thambi"/>
                <a:cs typeface="Baloo Thambi"/>
                <a:sym typeface="Baloo Thambi"/>
              </a:rPr>
              <a:t>.NET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7892" y="6791830"/>
            <a:ext cx="4189314" cy="83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>
                <a:solidFill>
                  <a:srgbClr val="FFFFF4"/>
                </a:solidFill>
                <a:latin typeface="Baloo Thambi"/>
                <a:ea typeface="Baloo Thambi"/>
                <a:cs typeface="Baloo Thambi"/>
                <a:sym typeface="Baloo Thambi"/>
              </a:rPr>
              <a:t>VS COMMUINTY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74308" y="8085334"/>
            <a:ext cx="7034260" cy="689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5"/>
              </a:lnSpc>
            </a:pPr>
            <a:r>
              <a:rPr lang="en-US" sz="3968">
                <a:solidFill>
                  <a:srgbClr val="FFFFF4"/>
                </a:solidFill>
                <a:latin typeface="Itim"/>
                <a:ea typeface="Itim"/>
                <a:cs typeface="Itim"/>
                <a:sym typeface="Itim"/>
              </a:rPr>
              <a:t>Used for Developing the website.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837493" y="1568015"/>
            <a:ext cx="4705226" cy="852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1"/>
              </a:lnSpc>
            </a:pPr>
            <a:r>
              <a:rPr lang="en-US" sz="4643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Technology Used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97032" y="5007740"/>
            <a:ext cx="8077276" cy="1278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07"/>
              </a:lnSpc>
            </a:pPr>
            <a:r>
              <a:rPr lang="en-US" sz="3647">
                <a:solidFill>
                  <a:srgbClr val="FFFFF4"/>
                </a:solidFill>
                <a:latin typeface="Itim"/>
                <a:ea typeface="Itim"/>
                <a:cs typeface="Itim"/>
                <a:sym typeface="Itim"/>
              </a:rPr>
              <a:t>separate concerns organize our ASP.NET Core project more effectively.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893389" y="5056982"/>
            <a:ext cx="7240133" cy="1229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3568" spc="39">
                <a:solidFill>
                  <a:srgbClr val="FFFFF4"/>
                </a:solidFill>
                <a:latin typeface="Itim"/>
                <a:ea typeface="Itim"/>
                <a:cs typeface="Itim"/>
                <a:sym typeface="Itim"/>
              </a:rPr>
              <a:t>manage our ASP.NET Core MVC project efficiently.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97032" y="8089830"/>
            <a:ext cx="5764986" cy="755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16"/>
              </a:lnSpc>
            </a:pPr>
            <a:r>
              <a:rPr lang="en-US" sz="4368">
                <a:solidFill>
                  <a:srgbClr val="FFFFF4"/>
                </a:solidFill>
                <a:latin typeface="Itim"/>
                <a:ea typeface="Itim"/>
                <a:cs typeface="Itim"/>
                <a:sym typeface="Itim"/>
              </a:rPr>
              <a:t>Back-End Framework.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60688" y="656406"/>
            <a:ext cx="8117205" cy="3035827"/>
          </a:xfrm>
          <a:custGeom>
            <a:avLst/>
            <a:gdLst/>
            <a:ahLst/>
            <a:cxnLst/>
            <a:rect l="l" t="t" r="r" b="b"/>
            <a:pathLst>
              <a:path w="8117205" h="3035827">
                <a:moveTo>
                  <a:pt x="0" y="0"/>
                </a:moveTo>
                <a:lnTo>
                  <a:pt x="8117205" y="0"/>
                </a:lnTo>
                <a:lnTo>
                  <a:pt x="8117205" y="3035827"/>
                </a:lnTo>
                <a:lnTo>
                  <a:pt x="0" y="3035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953792" y="1517266"/>
            <a:ext cx="5660822" cy="1460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31"/>
              </a:lnSpc>
            </a:pPr>
            <a:r>
              <a:rPr lang="en-US" sz="8022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28800" y="4076700"/>
            <a:ext cx="15016153" cy="6000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20"/>
              </a:lnSpc>
            </a:pPr>
            <a:r>
              <a:rPr lang="en-US" sz="427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-</a:t>
            </a:r>
            <a:r>
              <a:rPr lang="en-US" sz="427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427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Efficient Inventory Management </a:t>
            </a:r>
            <a:r>
              <a:rPr lang="en-US" sz="427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– Track stock in real-time and reduce errors. </a:t>
            </a:r>
          </a:p>
          <a:p>
            <a:pPr algn="l">
              <a:lnSpc>
                <a:spcPts val="5920"/>
              </a:lnSpc>
            </a:pPr>
            <a:r>
              <a:rPr lang="en-US" sz="427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-</a:t>
            </a:r>
            <a:r>
              <a:rPr lang="en-US" sz="427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427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Automation of Operations </a:t>
            </a:r>
            <a:r>
              <a:rPr lang="en-US" sz="427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– Streamline incoming, outgoing, and stock updates..</a:t>
            </a:r>
          </a:p>
          <a:p>
            <a:pPr algn="l">
              <a:lnSpc>
                <a:spcPts val="5920"/>
              </a:lnSpc>
            </a:pPr>
            <a:r>
              <a:rPr lang="en-US" sz="427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427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-</a:t>
            </a:r>
            <a:r>
              <a:rPr lang="en-US" sz="427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427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Data-Driven Decisions </a:t>
            </a:r>
            <a:r>
              <a:rPr lang="en-US" sz="427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–Provide reports to help plan purchases and sales.</a:t>
            </a:r>
          </a:p>
          <a:p>
            <a:pPr algn="l">
              <a:lnSpc>
                <a:spcPts val="5920"/>
              </a:lnSpc>
            </a:pPr>
            <a:r>
              <a:rPr lang="en-US" sz="427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-</a:t>
            </a:r>
            <a:r>
              <a:rPr lang="en-US" sz="427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 </a:t>
            </a:r>
            <a:r>
              <a:rPr lang="en-US" sz="427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User-Friendly &amp; Secure System </a:t>
            </a:r>
            <a:r>
              <a:rPr lang="en-US" sz="427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– Easy for staff to use with controlled access.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08364" y="602942"/>
            <a:ext cx="4673479" cy="1470746"/>
            <a:chOff x="0" y="0"/>
            <a:chExt cx="4673486" cy="14707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1601" cy="1470660"/>
            </a:xfrm>
            <a:custGeom>
              <a:avLst/>
              <a:gdLst/>
              <a:ahLst/>
              <a:cxnLst/>
              <a:rect l="l" t="t" r="r" b="b"/>
              <a:pathLst>
                <a:path w="4681601" h="1470660">
                  <a:moveTo>
                    <a:pt x="4416298" y="39116"/>
                  </a:moveTo>
                  <a:cubicBezTo>
                    <a:pt x="4431411" y="48514"/>
                    <a:pt x="4444492" y="56007"/>
                    <a:pt x="4457700" y="65532"/>
                  </a:cubicBezTo>
                  <a:cubicBezTo>
                    <a:pt x="4491609" y="93726"/>
                    <a:pt x="4527296" y="118237"/>
                    <a:pt x="4563110" y="142748"/>
                  </a:cubicBezTo>
                  <a:cubicBezTo>
                    <a:pt x="4606417" y="169164"/>
                    <a:pt x="4610227" y="208661"/>
                    <a:pt x="4608322" y="255651"/>
                  </a:cubicBezTo>
                  <a:cubicBezTo>
                    <a:pt x="4548124" y="231140"/>
                    <a:pt x="4493514" y="199136"/>
                    <a:pt x="4442714" y="161544"/>
                  </a:cubicBezTo>
                  <a:cubicBezTo>
                    <a:pt x="4418203" y="140843"/>
                    <a:pt x="4422013" y="108839"/>
                    <a:pt x="4416298" y="82423"/>
                  </a:cubicBezTo>
                  <a:cubicBezTo>
                    <a:pt x="4414393" y="67310"/>
                    <a:pt x="4414393" y="54229"/>
                    <a:pt x="4416298" y="39116"/>
                  </a:cubicBezTo>
                  <a:close/>
                  <a:moveTo>
                    <a:pt x="4433189" y="191643"/>
                  </a:moveTo>
                  <a:cubicBezTo>
                    <a:pt x="4461383" y="210439"/>
                    <a:pt x="4482084" y="225552"/>
                    <a:pt x="4502785" y="238760"/>
                  </a:cubicBezTo>
                  <a:lnTo>
                    <a:pt x="4551680" y="270764"/>
                  </a:lnTo>
                  <a:cubicBezTo>
                    <a:pt x="4613783" y="310261"/>
                    <a:pt x="4615688" y="310261"/>
                    <a:pt x="4608195" y="396875"/>
                  </a:cubicBezTo>
                  <a:lnTo>
                    <a:pt x="4457700" y="313944"/>
                  </a:lnTo>
                  <a:cubicBezTo>
                    <a:pt x="4450207" y="308356"/>
                    <a:pt x="4444492" y="302641"/>
                    <a:pt x="4442587" y="293243"/>
                  </a:cubicBezTo>
                  <a:cubicBezTo>
                    <a:pt x="4438777" y="263144"/>
                    <a:pt x="4436999" y="233045"/>
                    <a:pt x="4433189" y="191643"/>
                  </a:cubicBezTo>
                  <a:close/>
                  <a:moveTo>
                    <a:pt x="4451985" y="323469"/>
                  </a:moveTo>
                  <a:lnTo>
                    <a:pt x="4612005" y="417576"/>
                  </a:lnTo>
                  <a:cubicBezTo>
                    <a:pt x="4613910" y="458978"/>
                    <a:pt x="4615815" y="502285"/>
                    <a:pt x="4619498" y="549402"/>
                  </a:cubicBezTo>
                  <a:lnTo>
                    <a:pt x="4451985" y="481584"/>
                  </a:lnTo>
                  <a:lnTo>
                    <a:pt x="4451985" y="323342"/>
                  </a:lnTo>
                  <a:close/>
                  <a:moveTo>
                    <a:pt x="4453890" y="511683"/>
                  </a:moveTo>
                  <a:lnTo>
                    <a:pt x="4623308" y="592582"/>
                  </a:lnTo>
                  <a:lnTo>
                    <a:pt x="4623308" y="716788"/>
                  </a:lnTo>
                  <a:cubicBezTo>
                    <a:pt x="4612005" y="714883"/>
                    <a:pt x="4600702" y="711200"/>
                    <a:pt x="4589399" y="707390"/>
                  </a:cubicBezTo>
                  <a:cubicBezTo>
                    <a:pt x="4559300" y="694182"/>
                    <a:pt x="4530978" y="677291"/>
                    <a:pt x="4499102" y="665988"/>
                  </a:cubicBezTo>
                  <a:cubicBezTo>
                    <a:pt x="4467225" y="654685"/>
                    <a:pt x="4451985" y="637794"/>
                    <a:pt x="4453890" y="603885"/>
                  </a:cubicBezTo>
                  <a:cubicBezTo>
                    <a:pt x="4455795" y="575691"/>
                    <a:pt x="4453890" y="547370"/>
                    <a:pt x="4453890" y="511683"/>
                  </a:cubicBezTo>
                  <a:close/>
                  <a:moveTo>
                    <a:pt x="4457700" y="669798"/>
                  </a:moveTo>
                  <a:cubicBezTo>
                    <a:pt x="4478401" y="677291"/>
                    <a:pt x="4491609" y="683006"/>
                    <a:pt x="4504817" y="690499"/>
                  </a:cubicBezTo>
                  <a:cubicBezTo>
                    <a:pt x="4527422" y="703707"/>
                    <a:pt x="4550028" y="716915"/>
                    <a:pt x="4572634" y="726313"/>
                  </a:cubicBezTo>
                  <a:cubicBezTo>
                    <a:pt x="4621530" y="741426"/>
                    <a:pt x="4638547" y="773430"/>
                    <a:pt x="4636643" y="820420"/>
                  </a:cubicBezTo>
                  <a:cubicBezTo>
                    <a:pt x="4636643" y="841121"/>
                    <a:pt x="4638547" y="861822"/>
                    <a:pt x="4640452" y="888238"/>
                  </a:cubicBezTo>
                  <a:lnTo>
                    <a:pt x="4469130" y="792226"/>
                  </a:lnTo>
                  <a:cubicBezTo>
                    <a:pt x="4465320" y="756412"/>
                    <a:pt x="4461637" y="718820"/>
                    <a:pt x="4457826" y="669925"/>
                  </a:cubicBezTo>
                  <a:close/>
                  <a:moveTo>
                    <a:pt x="4469003" y="826008"/>
                  </a:moveTo>
                  <a:cubicBezTo>
                    <a:pt x="4525518" y="854202"/>
                    <a:pt x="4576318" y="878713"/>
                    <a:pt x="4625213" y="906907"/>
                  </a:cubicBezTo>
                  <a:cubicBezTo>
                    <a:pt x="4634611" y="912495"/>
                    <a:pt x="4640326" y="923798"/>
                    <a:pt x="4642103" y="935101"/>
                  </a:cubicBezTo>
                  <a:cubicBezTo>
                    <a:pt x="4645913" y="969010"/>
                    <a:pt x="4647692" y="1004697"/>
                    <a:pt x="4649596" y="1038606"/>
                  </a:cubicBezTo>
                  <a:lnTo>
                    <a:pt x="4640199" y="1046099"/>
                  </a:lnTo>
                  <a:lnTo>
                    <a:pt x="4468876" y="948182"/>
                  </a:lnTo>
                  <a:lnTo>
                    <a:pt x="4468876" y="826008"/>
                  </a:lnTo>
                  <a:close/>
                  <a:moveTo>
                    <a:pt x="4465193" y="967232"/>
                  </a:moveTo>
                  <a:cubicBezTo>
                    <a:pt x="4521708" y="1003046"/>
                    <a:pt x="4578096" y="1035050"/>
                    <a:pt x="4632706" y="1068832"/>
                  </a:cubicBezTo>
                  <a:cubicBezTo>
                    <a:pt x="4640199" y="1072642"/>
                    <a:pt x="4645914" y="1080135"/>
                    <a:pt x="4647819" y="1089533"/>
                  </a:cubicBezTo>
                  <a:cubicBezTo>
                    <a:pt x="4647819" y="1117727"/>
                    <a:pt x="4644009" y="1146048"/>
                    <a:pt x="4642231" y="1178052"/>
                  </a:cubicBezTo>
                  <a:lnTo>
                    <a:pt x="4446397" y="1031113"/>
                  </a:lnTo>
                  <a:lnTo>
                    <a:pt x="4465193" y="967105"/>
                  </a:lnTo>
                  <a:close/>
                  <a:moveTo>
                    <a:pt x="4209161" y="34036"/>
                  </a:moveTo>
                  <a:cubicBezTo>
                    <a:pt x="4261358" y="34036"/>
                    <a:pt x="4314444" y="35306"/>
                    <a:pt x="4369308" y="35306"/>
                  </a:cubicBezTo>
                  <a:cubicBezTo>
                    <a:pt x="4380611" y="78613"/>
                    <a:pt x="4388104" y="123825"/>
                    <a:pt x="4395724" y="172720"/>
                  </a:cubicBezTo>
                  <a:cubicBezTo>
                    <a:pt x="4408932" y="306324"/>
                    <a:pt x="4416425" y="441960"/>
                    <a:pt x="4414520" y="577469"/>
                  </a:cubicBezTo>
                  <a:cubicBezTo>
                    <a:pt x="4414520" y="648970"/>
                    <a:pt x="4423918" y="722376"/>
                    <a:pt x="4425823" y="794004"/>
                  </a:cubicBezTo>
                  <a:cubicBezTo>
                    <a:pt x="4427728" y="848614"/>
                    <a:pt x="4425823" y="905129"/>
                    <a:pt x="4422013" y="959612"/>
                  </a:cubicBezTo>
                  <a:cubicBezTo>
                    <a:pt x="4418203" y="1006729"/>
                    <a:pt x="4414520" y="1008507"/>
                    <a:pt x="4367403" y="1012317"/>
                  </a:cubicBezTo>
                  <a:cubicBezTo>
                    <a:pt x="4290187" y="1016127"/>
                    <a:pt x="4213098" y="1019810"/>
                    <a:pt x="4137787" y="1027430"/>
                  </a:cubicBezTo>
                  <a:cubicBezTo>
                    <a:pt x="3985260" y="1042543"/>
                    <a:pt x="3829050" y="1057529"/>
                    <a:pt x="3676523" y="1078230"/>
                  </a:cubicBezTo>
                  <a:cubicBezTo>
                    <a:pt x="3495802" y="1100836"/>
                    <a:pt x="3311271" y="1115822"/>
                    <a:pt x="3128772" y="1119632"/>
                  </a:cubicBezTo>
                  <a:cubicBezTo>
                    <a:pt x="2773045" y="1129030"/>
                    <a:pt x="2419096" y="1142238"/>
                    <a:pt x="2063242" y="1153541"/>
                  </a:cubicBezTo>
                  <a:cubicBezTo>
                    <a:pt x="1869313" y="1159129"/>
                    <a:pt x="1675511" y="1168654"/>
                    <a:pt x="1481582" y="1172337"/>
                  </a:cubicBezTo>
                  <a:cubicBezTo>
                    <a:pt x="1144651" y="1179830"/>
                    <a:pt x="809498" y="1185545"/>
                    <a:pt x="474472" y="1193038"/>
                  </a:cubicBezTo>
                  <a:cubicBezTo>
                    <a:pt x="342646" y="1194943"/>
                    <a:pt x="209042" y="1206246"/>
                    <a:pt x="77216" y="1211834"/>
                  </a:cubicBezTo>
                  <a:lnTo>
                    <a:pt x="54610" y="1211834"/>
                  </a:lnTo>
                  <a:cubicBezTo>
                    <a:pt x="52705" y="1206246"/>
                    <a:pt x="50800" y="1198626"/>
                    <a:pt x="50800" y="1193038"/>
                  </a:cubicBezTo>
                  <a:cubicBezTo>
                    <a:pt x="45212" y="1074420"/>
                    <a:pt x="45212" y="955802"/>
                    <a:pt x="52705" y="837311"/>
                  </a:cubicBezTo>
                  <a:cubicBezTo>
                    <a:pt x="64008" y="707390"/>
                    <a:pt x="69596" y="579374"/>
                    <a:pt x="77216" y="449580"/>
                  </a:cubicBezTo>
                  <a:cubicBezTo>
                    <a:pt x="81026" y="378079"/>
                    <a:pt x="82804" y="308356"/>
                    <a:pt x="84709" y="236855"/>
                  </a:cubicBezTo>
                  <a:cubicBezTo>
                    <a:pt x="86614" y="186055"/>
                    <a:pt x="88519" y="180340"/>
                    <a:pt x="141224" y="172847"/>
                  </a:cubicBezTo>
                  <a:cubicBezTo>
                    <a:pt x="244729" y="155956"/>
                    <a:pt x="350139" y="142748"/>
                    <a:pt x="453771" y="131445"/>
                  </a:cubicBezTo>
                  <a:cubicBezTo>
                    <a:pt x="602234" y="115951"/>
                    <a:pt x="751205" y="112395"/>
                    <a:pt x="900430" y="112395"/>
                  </a:cubicBezTo>
                  <a:cubicBezTo>
                    <a:pt x="1028827" y="112395"/>
                    <a:pt x="1157478" y="115062"/>
                    <a:pt x="1286002" y="115062"/>
                  </a:cubicBezTo>
                  <a:cubicBezTo>
                    <a:pt x="1316736" y="115062"/>
                    <a:pt x="1347343" y="114935"/>
                    <a:pt x="1378077" y="114554"/>
                  </a:cubicBezTo>
                  <a:cubicBezTo>
                    <a:pt x="1739519" y="108966"/>
                    <a:pt x="2099056" y="97663"/>
                    <a:pt x="2460498" y="91948"/>
                  </a:cubicBezTo>
                  <a:cubicBezTo>
                    <a:pt x="2540508" y="91059"/>
                    <a:pt x="2620010" y="91059"/>
                    <a:pt x="2699512" y="91059"/>
                  </a:cubicBezTo>
                  <a:cubicBezTo>
                    <a:pt x="2779014" y="91059"/>
                    <a:pt x="2858643" y="91059"/>
                    <a:pt x="2938526" y="90170"/>
                  </a:cubicBezTo>
                  <a:cubicBezTo>
                    <a:pt x="3141853" y="88265"/>
                    <a:pt x="3345180" y="86360"/>
                    <a:pt x="3548507" y="76962"/>
                  </a:cubicBezTo>
                  <a:cubicBezTo>
                    <a:pt x="3729228" y="69469"/>
                    <a:pt x="3911854" y="48768"/>
                    <a:pt x="4092575" y="37465"/>
                  </a:cubicBezTo>
                  <a:cubicBezTo>
                    <a:pt x="4131310" y="35052"/>
                    <a:pt x="4170045" y="34290"/>
                    <a:pt x="4209161" y="34290"/>
                  </a:cubicBezTo>
                  <a:close/>
                  <a:moveTo>
                    <a:pt x="4382262" y="1046226"/>
                  </a:moveTo>
                  <a:cubicBezTo>
                    <a:pt x="4415282" y="1046226"/>
                    <a:pt x="4442714" y="1060831"/>
                    <a:pt x="4469003" y="1085723"/>
                  </a:cubicBezTo>
                  <a:cubicBezTo>
                    <a:pt x="4504817" y="1115822"/>
                    <a:pt x="4542409" y="1145921"/>
                    <a:pt x="4581906" y="1174242"/>
                  </a:cubicBezTo>
                  <a:lnTo>
                    <a:pt x="4610100" y="1196848"/>
                  </a:lnTo>
                  <a:cubicBezTo>
                    <a:pt x="4604512" y="1202436"/>
                    <a:pt x="4600702" y="1208151"/>
                    <a:pt x="4596892" y="1208151"/>
                  </a:cubicBezTo>
                  <a:cubicBezTo>
                    <a:pt x="4594352" y="1208024"/>
                    <a:pt x="4591685" y="1208024"/>
                    <a:pt x="4589145" y="1208024"/>
                  </a:cubicBezTo>
                  <a:cubicBezTo>
                    <a:pt x="4531995" y="1208024"/>
                    <a:pt x="4479671" y="1227582"/>
                    <a:pt x="4425569" y="1240155"/>
                  </a:cubicBezTo>
                  <a:cubicBezTo>
                    <a:pt x="4420743" y="1241933"/>
                    <a:pt x="4415663" y="1242695"/>
                    <a:pt x="4410583" y="1242695"/>
                  </a:cubicBezTo>
                  <a:cubicBezTo>
                    <a:pt x="4394073" y="1242695"/>
                    <a:pt x="4377690" y="1233805"/>
                    <a:pt x="4369054" y="1219327"/>
                  </a:cubicBezTo>
                  <a:cubicBezTo>
                    <a:pt x="4333240" y="1172210"/>
                    <a:pt x="4295648" y="1129030"/>
                    <a:pt x="4257929" y="1083818"/>
                  </a:cubicBezTo>
                  <a:cubicBezTo>
                    <a:pt x="4254119" y="1076325"/>
                    <a:pt x="4248531" y="1068705"/>
                    <a:pt x="4244721" y="1061212"/>
                  </a:cubicBezTo>
                  <a:cubicBezTo>
                    <a:pt x="4256024" y="1059307"/>
                    <a:pt x="4265422" y="1057402"/>
                    <a:pt x="4276725" y="1055624"/>
                  </a:cubicBezTo>
                  <a:cubicBezTo>
                    <a:pt x="4301236" y="1055624"/>
                    <a:pt x="4327525" y="1053719"/>
                    <a:pt x="4352036" y="1050036"/>
                  </a:cubicBezTo>
                  <a:cubicBezTo>
                    <a:pt x="4362577" y="1047496"/>
                    <a:pt x="4372483" y="1046353"/>
                    <a:pt x="4382008" y="1046353"/>
                  </a:cubicBezTo>
                  <a:close/>
                  <a:moveTo>
                    <a:pt x="4199890" y="1059307"/>
                  </a:moveTo>
                  <a:cubicBezTo>
                    <a:pt x="4209288" y="1061212"/>
                    <a:pt x="4218686" y="1064895"/>
                    <a:pt x="4226306" y="1072515"/>
                  </a:cubicBezTo>
                  <a:cubicBezTo>
                    <a:pt x="4273423" y="1129030"/>
                    <a:pt x="4320413" y="1185418"/>
                    <a:pt x="4373118" y="1249426"/>
                  </a:cubicBezTo>
                  <a:lnTo>
                    <a:pt x="4147185" y="1279525"/>
                  </a:lnTo>
                  <a:lnTo>
                    <a:pt x="4019169" y="1068705"/>
                  </a:lnTo>
                  <a:cubicBezTo>
                    <a:pt x="4083177" y="1064895"/>
                    <a:pt x="4141470" y="1061212"/>
                    <a:pt x="4199890" y="1059307"/>
                  </a:cubicBezTo>
                  <a:close/>
                  <a:moveTo>
                    <a:pt x="3996563" y="1072515"/>
                  </a:moveTo>
                  <a:lnTo>
                    <a:pt x="4122674" y="1283335"/>
                  </a:lnTo>
                  <a:lnTo>
                    <a:pt x="3874135" y="1317244"/>
                  </a:lnTo>
                  <a:lnTo>
                    <a:pt x="3751834" y="1102614"/>
                  </a:lnTo>
                  <a:lnTo>
                    <a:pt x="3996563" y="1072515"/>
                  </a:lnTo>
                  <a:close/>
                  <a:moveTo>
                    <a:pt x="3731133" y="1108329"/>
                  </a:moveTo>
                  <a:lnTo>
                    <a:pt x="3845941" y="1319149"/>
                  </a:lnTo>
                  <a:cubicBezTo>
                    <a:pt x="3800729" y="1321054"/>
                    <a:pt x="3761232" y="1324737"/>
                    <a:pt x="3721735" y="1324737"/>
                  </a:cubicBezTo>
                  <a:cubicBezTo>
                    <a:pt x="3714242" y="1322832"/>
                    <a:pt x="3706622" y="1319149"/>
                    <a:pt x="3701034" y="1311529"/>
                  </a:cubicBezTo>
                  <a:cubicBezTo>
                    <a:pt x="3665220" y="1251331"/>
                    <a:pt x="3631438" y="1191006"/>
                    <a:pt x="3593719" y="1125220"/>
                  </a:cubicBezTo>
                  <a:lnTo>
                    <a:pt x="3731133" y="1108329"/>
                  </a:lnTo>
                  <a:close/>
                  <a:moveTo>
                    <a:pt x="3574923" y="1125220"/>
                  </a:moveTo>
                  <a:lnTo>
                    <a:pt x="3674745" y="1326642"/>
                  </a:lnTo>
                  <a:lnTo>
                    <a:pt x="3512820" y="1334135"/>
                  </a:lnTo>
                  <a:lnTo>
                    <a:pt x="3411220" y="1142111"/>
                  </a:lnTo>
                  <a:lnTo>
                    <a:pt x="3575050" y="1125220"/>
                  </a:lnTo>
                  <a:close/>
                  <a:moveTo>
                    <a:pt x="3379089" y="1144016"/>
                  </a:moveTo>
                  <a:cubicBezTo>
                    <a:pt x="3405505" y="1208024"/>
                    <a:pt x="3429889" y="1268222"/>
                    <a:pt x="3458210" y="1334135"/>
                  </a:cubicBezTo>
                  <a:lnTo>
                    <a:pt x="3236087" y="1347343"/>
                  </a:lnTo>
                  <a:lnTo>
                    <a:pt x="3130677" y="1153414"/>
                  </a:lnTo>
                  <a:lnTo>
                    <a:pt x="3379216" y="1144016"/>
                  </a:lnTo>
                  <a:close/>
                  <a:moveTo>
                    <a:pt x="3049905" y="1150747"/>
                  </a:moveTo>
                  <a:cubicBezTo>
                    <a:pt x="3066161" y="1150747"/>
                    <a:pt x="3082290" y="1151001"/>
                    <a:pt x="3098673" y="1151636"/>
                  </a:cubicBezTo>
                  <a:cubicBezTo>
                    <a:pt x="3108071" y="1153541"/>
                    <a:pt x="3115564" y="1159129"/>
                    <a:pt x="3121279" y="1168527"/>
                  </a:cubicBezTo>
                  <a:cubicBezTo>
                    <a:pt x="3149473" y="1225042"/>
                    <a:pt x="3175889" y="1285240"/>
                    <a:pt x="3205988" y="1349248"/>
                  </a:cubicBezTo>
                  <a:lnTo>
                    <a:pt x="3042158" y="1360551"/>
                  </a:lnTo>
                  <a:lnTo>
                    <a:pt x="2946146" y="1151636"/>
                  </a:lnTo>
                  <a:cubicBezTo>
                    <a:pt x="2983738" y="1151636"/>
                    <a:pt x="3017266" y="1150747"/>
                    <a:pt x="3049905" y="1150747"/>
                  </a:cubicBezTo>
                  <a:close/>
                  <a:moveTo>
                    <a:pt x="2761742" y="1164717"/>
                  </a:moveTo>
                  <a:lnTo>
                    <a:pt x="2842641" y="1368044"/>
                  </a:lnTo>
                  <a:lnTo>
                    <a:pt x="2644902" y="1368044"/>
                  </a:lnTo>
                  <a:lnTo>
                    <a:pt x="2573401" y="1164717"/>
                  </a:lnTo>
                  <a:close/>
                  <a:moveTo>
                    <a:pt x="2919857" y="1155319"/>
                  </a:moveTo>
                  <a:cubicBezTo>
                    <a:pt x="2929255" y="1155319"/>
                    <a:pt x="2936748" y="1160907"/>
                    <a:pt x="2940558" y="1168527"/>
                  </a:cubicBezTo>
                  <a:cubicBezTo>
                    <a:pt x="2970657" y="1230630"/>
                    <a:pt x="2998978" y="1292733"/>
                    <a:pt x="3029077" y="1360551"/>
                  </a:cubicBezTo>
                  <a:lnTo>
                    <a:pt x="2865247" y="1368044"/>
                  </a:lnTo>
                  <a:cubicBezTo>
                    <a:pt x="2838831" y="1298448"/>
                    <a:pt x="2812542" y="1232535"/>
                    <a:pt x="2782443" y="1159129"/>
                  </a:cubicBezTo>
                  <a:cubicBezTo>
                    <a:pt x="2829560" y="1159129"/>
                    <a:pt x="2874645" y="1155319"/>
                    <a:pt x="2919857" y="1155319"/>
                  </a:cubicBezTo>
                  <a:close/>
                  <a:moveTo>
                    <a:pt x="2541270" y="1168527"/>
                  </a:moveTo>
                  <a:lnTo>
                    <a:pt x="2624074" y="1371854"/>
                  </a:lnTo>
                  <a:lnTo>
                    <a:pt x="2443353" y="1379347"/>
                  </a:lnTo>
                  <a:lnTo>
                    <a:pt x="2332228" y="1172337"/>
                  </a:lnTo>
                  <a:cubicBezTo>
                    <a:pt x="2369820" y="1170432"/>
                    <a:pt x="2405634" y="1168527"/>
                    <a:pt x="2437638" y="1168527"/>
                  </a:cubicBezTo>
                  <a:close/>
                  <a:moveTo>
                    <a:pt x="2315337" y="1174115"/>
                  </a:moveTo>
                  <a:cubicBezTo>
                    <a:pt x="2343531" y="1243711"/>
                    <a:pt x="2369947" y="1309624"/>
                    <a:pt x="2400046" y="1381125"/>
                  </a:cubicBezTo>
                  <a:cubicBezTo>
                    <a:pt x="2386838" y="1383030"/>
                    <a:pt x="2371852" y="1384935"/>
                    <a:pt x="2358644" y="1386713"/>
                  </a:cubicBezTo>
                  <a:cubicBezTo>
                    <a:pt x="2321052" y="1388618"/>
                    <a:pt x="2283333" y="1390523"/>
                    <a:pt x="2245741" y="1394206"/>
                  </a:cubicBezTo>
                  <a:cubicBezTo>
                    <a:pt x="2242820" y="1394841"/>
                    <a:pt x="2239899" y="1395222"/>
                    <a:pt x="2237105" y="1395222"/>
                  </a:cubicBezTo>
                  <a:cubicBezTo>
                    <a:pt x="2223262" y="1395222"/>
                    <a:pt x="2210562" y="1387856"/>
                    <a:pt x="2204339" y="1375410"/>
                  </a:cubicBezTo>
                  <a:cubicBezTo>
                    <a:pt x="2174240" y="1313307"/>
                    <a:pt x="2146046" y="1251204"/>
                    <a:pt x="2112137" y="1183386"/>
                  </a:cubicBezTo>
                  <a:lnTo>
                    <a:pt x="2315464" y="1173988"/>
                  </a:lnTo>
                  <a:close/>
                  <a:moveTo>
                    <a:pt x="1782064" y="1195070"/>
                  </a:moveTo>
                  <a:cubicBezTo>
                    <a:pt x="1803400" y="1195070"/>
                    <a:pt x="1824609" y="1196086"/>
                    <a:pt x="1842770" y="1198499"/>
                  </a:cubicBezTo>
                  <a:cubicBezTo>
                    <a:pt x="1863471" y="1264412"/>
                    <a:pt x="1886077" y="1334008"/>
                    <a:pt x="1908683" y="1405509"/>
                  </a:cubicBezTo>
                  <a:lnTo>
                    <a:pt x="1746885" y="1405509"/>
                  </a:lnTo>
                  <a:cubicBezTo>
                    <a:pt x="1722374" y="1339596"/>
                    <a:pt x="1696085" y="1271905"/>
                    <a:pt x="1671574" y="1205992"/>
                  </a:cubicBezTo>
                  <a:cubicBezTo>
                    <a:pt x="1692021" y="1199642"/>
                    <a:pt x="1737360" y="1194943"/>
                    <a:pt x="1782064" y="1194943"/>
                  </a:cubicBezTo>
                  <a:close/>
                  <a:moveTo>
                    <a:pt x="2014347" y="1188339"/>
                  </a:moveTo>
                  <a:cubicBezTo>
                    <a:pt x="2038731" y="1188339"/>
                    <a:pt x="2064258" y="1189228"/>
                    <a:pt x="2093087" y="1189228"/>
                  </a:cubicBezTo>
                  <a:lnTo>
                    <a:pt x="2172208" y="1398143"/>
                  </a:lnTo>
                  <a:lnTo>
                    <a:pt x="1942592" y="1407541"/>
                  </a:lnTo>
                  <a:lnTo>
                    <a:pt x="1867281" y="1198626"/>
                  </a:lnTo>
                  <a:cubicBezTo>
                    <a:pt x="1890395" y="1190498"/>
                    <a:pt x="1913509" y="1189482"/>
                    <a:pt x="1936115" y="1189482"/>
                  </a:cubicBezTo>
                  <a:cubicBezTo>
                    <a:pt x="1943608" y="1189482"/>
                    <a:pt x="1950974" y="1189609"/>
                    <a:pt x="1958340" y="1189609"/>
                  </a:cubicBezTo>
                  <a:cubicBezTo>
                    <a:pt x="1965071" y="1189609"/>
                    <a:pt x="1971675" y="1189482"/>
                    <a:pt x="1978279" y="1189228"/>
                  </a:cubicBezTo>
                  <a:cubicBezTo>
                    <a:pt x="1990217" y="1188593"/>
                    <a:pt x="2002155" y="1188339"/>
                    <a:pt x="2014347" y="1188339"/>
                  </a:cubicBezTo>
                  <a:close/>
                  <a:moveTo>
                    <a:pt x="959993" y="1226947"/>
                  </a:moveTo>
                  <a:lnTo>
                    <a:pt x="1035304" y="1415161"/>
                  </a:lnTo>
                  <a:cubicBezTo>
                    <a:pt x="1016508" y="1415796"/>
                    <a:pt x="997712" y="1416050"/>
                    <a:pt x="978916" y="1416050"/>
                  </a:cubicBezTo>
                  <a:cubicBezTo>
                    <a:pt x="941578" y="1416050"/>
                    <a:pt x="904748" y="1415161"/>
                    <a:pt x="869569" y="1415161"/>
                  </a:cubicBezTo>
                  <a:lnTo>
                    <a:pt x="766191" y="1226947"/>
                  </a:lnTo>
                  <a:close/>
                  <a:moveTo>
                    <a:pt x="1623441" y="1202436"/>
                  </a:moveTo>
                  <a:cubicBezTo>
                    <a:pt x="1651000" y="1202436"/>
                    <a:pt x="1652016" y="1203960"/>
                    <a:pt x="1662176" y="1234440"/>
                  </a:cubicBezTo>
                  <a:cubicBezTo>
                    <a:pt x="1680972" y="1290955"/>
                    <a:pt x="1696085" y="1345565"/>
                    <a:pt x="1714881" y="1405763"/>
                  </a:cubicBezTo>
                  <a:cubicBezTo>
                    <a:pt x="1705483" y="1409573"/>
                    <a:pt x="1694180" y="1411351"/>
                    <a:pt x="1684782" y="1413256"/>
                  </a:cubicBezTo>
                  <a:cubicBezTo>
                    <a:pt x="1639570" y="1415161"/>
                    <a:pt x="1592580" y="1415161"/>
                    <a:pt x="1545463" y="1417066"/>
                  </a:cubicBezTo>
                  <a:cubicBezTo>
                    <a:pt x="1542923" y="1417320"/>
                    <a:pt x="1540510" y="1417447"/>
                    <a:pt x="1538097" y="1417447"/>
                  </a:cubicBezTo>
                  <a:cubicBezTo>
                    <a:pt x="1524254" y="1417447"/>
                    <a:pt x="1512316" y="1412367"/>
                    <a:pt x="1505966" y="1396365"/>
                  </a:cubicBezTo>
                  <a:cubicBezTo>
                    <a:pt x="1481455" y="1334262"/>
                    <a:pt x="1457071" y="1274064"/>
                    <a:pt x="1430655" y="1206246"/>
                  </a:cubicBezTo>
                  <a:cubicBezTo>
                    <a:pt x="1464564" y="1206246"/>
                    <a:pt x="1492758" y="1204341"/>
                    <a:pt x="1522857" y="1204341"/>
                  </a:cubicBezTo>
                  <a:cubicBezTo>
                    <a:pt x="1552956" y="1204341"/>
                    <a:pt x="1583055" y="1204341"/>
                    <a:pt x="1613154" y="1202436"/>
                  </a:cubicBezTo>
                  <a:cubicBezTo>
                    <a:pt x="1616964" y="1202436"/>
                    <a:pt x="1620266" y="1202436"/>
                    <a:pt x="1623314" y="1202436"/>
                  </a:cubicBezTo>
                  <a:close/>
                  <a:moveTo>
                    <a:pt x="1406144" y="1208151"/>
                  </a:moveTo>
                  <a:cubicBezTo>
                    <a:pt x="1430655" y="1275969"/>
                    <a:pt x="1455039" y="1343660"/>
                    <a:pt x="1483360" y="1420876"/>
                  </a:cubicBezTo>
                  <a:lnTo>
                    <a:pt x="1298956" y="1420876"/>
                  </a:lnTo>
                  <a:cubicBezTo>
                    <a:pt x="1274445" y="1354963"/>
                    <a:pt x="1250061" y="1287272"/>
                    <a:pt x="1221740" y="1213866"/>
                  </a:cubicBezTo>
                  <a:cubicBezTo>
                    <a:pt x="1283843" y="1208278"/>
                    <a:pt x="1342263" y="1210056"/>
                    <a:pt x="1406271" y="1208278"/>
                  </a:cubicBezTo>
                  <a:close/>
                  <a:moveTo>
                    <a:pt x="1208532" y="1217549"/>
                  </a:moveTo>
                  <a:lnTo>
                    <a:pt x="1265047" y="1420876"/>
                  </a:lnTo>
                  <a:cubicBezTo>
                    <a:pt x="1255395" y="1422273"/>
                    <a:pt x="1245997" y="1422781"/>
                    <a:pt x="1236599" y="1422781"/>
                  </a:cubicBezTo>
                  <a:cubicBezTo>
                    <a:pt x="1214120" y="1422781"/>
                    <a:pt x="1192403" y="1419987"/>
                    <a:pt x="1171194" y="1419987"/>
                  </a:cubicBezTo>
                  <a:cubicBezTo>
                    <a:pt x="1164717" y="1419987"/>
                    <a:pt x="1158367" y="1420241"/>
                    <a:pt x="1152144" y="1420876"/>
                  </a:cubicBezTo>
                  <a:cubicBezTo>
                    <a:pt x="1146683" y="1421384"/>
                    <a:pt x="1141476" y="1421765"/>
                    <a:pt x="1136523" y="1421765"/>
                  </a:cubicBezTo>
                  <a:cubicBezTo>
                    <a:pt x="1091692" y="1421765"/>
                    <a:pt x="1065784" y="1398778"/>
                    <a:pt x="1050417" y="1351280"/>
                  </a:cubicBezTo>
                  <a:cubicBezTo>
                    <a:pt x="1033526" y="1306068"/>
                    <a:pt x="1012825" y="1262761"/>
                    <a:pt x="990219" y="1219454"/>
                  </a:cubicBezTo>
                  <a:lnTo>
                    <a:pt x="1208532" y="1217549"/>
                  </a:lnTo>
                  <a:close/>
                  <a:moveTo>
                    <a:pt x="737870" y="1228852"/>
                  </a:moveTo>
                  <a:lnTo>
                    <a:pt x="848995" y="1413383"/>
                  </a:lnTo>
                  <a:lnTo>
                    <a:pt x="660781" y="1422781"/>
                  </a:lnTo>
                  <a:cubicBezTo>
                    <a:pt x="624967" y="1360678"/>
                    <a:pt x="591185" y="1300480"/>
                    <a:pt x="551561" y="1230757"/>
                  </a:cubicBezTo>
                  <a:lnTo>
                    <a:pt x="551561" y="1228852"/>
                  </a:lnTo>
                  <a:close/>
                  <a:moveTo>
                    <a:pt x="502539" y="1234440"/>
                  </a:moveTo>
                  <a:cubicBezTo>
                    <a:pt x="513842" y="1236345"/>
                    <a:pt x="523240" y="1243838"/>
                    <a:pt x="528955" y="1253236"/>
                  </a:cubicBezTo>
                  <a:cubicBezTo>
                    <a:pt x="559054" y="1305941"/>
                    <a:pt x="587248" y="1360551"/>
                    <a:pt x="619252" y="1420749"/>
                  </a:cubicBezTo>
                  <a:lnTo>
                    <a:pt x="242824" y="1445260"/>
                  </a:lnTo>
                  <a:lnTo>
                    <a:pt x="65913" y="1257046"/>
                  </a:lnTo>
                  <a:cubicBezTo>
                    <a:pt x="128143" y="1251966"/>
                    <a:pt x="182880" y="1245489"/>
                    <a:pt x="236728" y="1245489"/>
                  </a:cubicBezTo>
                  <a:cubicBezTo>
                    <a:pt x="243205" y="1245489"/>
                    <a:pt x="249555" y="1245616"/>
                    <a:pt x="256032" y="1245743"/>
                  </a:cubicBezTo>
                  <a:lnTo>
                    <a:pt x="333248" y="1375664"/>
                  </a:lnTo>
                  <a:cubicBezTo>
                    <a:pt x="338836" y="1386967"/>
                    <a:pt x="344551" y="1396365"/>
                    <a:pt x="352044" y="1405763"/>
                  </a:cubicBezTo>
                  <a:cubicBezTo>
                    <a:pt x="358775" y="1413764"/>
                    <a:pt x="365506" y="1420876"/>
                    <a:pt x="374269" y="1420876"/>
                  </a:cubicBezTo>
                  <a:cubicBezTo>
                    <a:pt x="377825" y="1420876"/>
                    <a:pt x="381635" y="1419733"/>
                    <a:pt x="385953" y="1417066"/>
                  </a:cubicBezTo>
                  <a:cubicBezTo>
                    <a:pt x="401066" y="1407668"/>
                    <a:pt x="395351" y="1394460"/>
                    <a:pt x="387858" y="1381252"/>
                  </a:cubicBezTo>
                  <a:cubicBezTo>
                    <a:pt x="372745" y="1354836"/>
                    <a:pt x="357759" y="1328547"/>
                    <a:pt x="340741" y="1304036"/>
                  </a:cubicBezTo>
                  <a:cubicBezTo>
                    <a:pt x="327533" y="1285240"/>
                    <a:pt x="316230" y="1268222"/>
                    <a:pt x="297434" y="1241933"/>
                  </a:cubicBezTo>
                  <a:cubicBezTo>
                    <a:pt x="370840" y="1238123"/>
                    <a:pt x="436753" y="1236345"/>
                    <a:pt x="502666" y="1234440"/>
                  </a:cubicBezTo>
                  <a:close/>
                  <a:moveTo>
                    <a:pt x="4332732" y="0"/>
                  </a:moveTo>
                  <a:cubicBezTo>
                    <a:pt x="4324858" y="0"/>
                    <a:pt x="4316984" y="508"/>
                    <a:pt x="4308983" y="1397"/>
                  </a:cubicBezTo>
                  <a:cubicBezTo>
                    <a:pt x="4209161" y="5207"/>
                    <a:pt x="4107561" y="8890"/>
                    <a:pt x="4007739" y="14605"/>
                  </a:cubicBezTo>
                  <a:cubicBezTo>
                    <a:pt x="3979545" y="16510"/>
                    <a:pt x="3951224" y="20193"/>
                    <a:pt x="3923030" y="22098"/>
                  </a:cubicBezTo>
                  <a:cubicBezTo>
                    <a:pt x="3633089" y="33401"/>
                    <a:pt x="3343275" y="44704"/>
                    <a:pt x="3053334" y="52197"/>
                  </a:cubicBezTo>
                  <a:cubicBezTo>
                    <a:pt x="2825496" y="57785"/>
                    <a:pt x="2595880" y="57785"/>
                    <a:pt x="2368169" y="61595"/>
                  </a:cubicBezTo>
                  <a:cubicBezTo>
                    <a:pt x="2223262" y="65405"/>
                    <a:pt x="2080133" y="74803"/>
                    <a:pt x="1935226" y="76708"/>
                  </a:cubicBezTo>
                  <a:cubicBezTo>
                    <a:pt x="1647190" y="80518"/>
                    <a:pt x="1361059" y="84201"/>
                    <a:pt x="1073023" y="84201"/>
                  </a:cubicBezTo>
                  <a:cubicBezTo>
                    <a:pt x="1042416" y="84201"/>
                    <a:pt x="1011682" y="84201"/>
                    <a:pt x="981075" y="84201"/>
                  </a:cubicBezTo>
                  <a:cubicBezTo>
                    <a:pt x="797179" y="84201"/>
                    <a:pt x="613156" y="85598"/>
                    <a:pt x="429260" y="104902"/>
                  </a:cubicBezTo>
                  <a:cubicBezTo>
                    <a:pt x="320040" y="116205"/>
                    <a:pt x="212725" y="135001"/>
                    <a:pt x="103632" y="148209"/>
                  </a:cubicBezTo>
                  <a:cubicBezTo>
                    <a:pt x="79121" y="150114"/>
                    <a:pt x="58420" y="168910"/>
                    <a:pt x="54737" y="193421"/>
                  </a:cubicBezTo>
                  <a:cubicBezTo>
                    <a:pt x="52832" y="204724"/>
                    <a:pt x="50927" y="217932"/>
                    <a:pt x="50927" y="229235"/>
                  </a:cubicBezTo>
                  <a:cubicBezTo>
                    <a:pt x="47117" y="304546"/>
                    <a:pt x="45339" y="379857"/>
                    <a:pt x="41529" y="455168"/>
                  </a:cubicBezTo>
                  <a:cubicBezTo>
                    <a:pt x="35941" y="579374"/>
                    <a:pt x="30226" y="703707"/>
                    <a:pt x="22733" y="826008"/>
                  </a:cubicBezTo>
                  <a:cubicBezTo>
                    <a:pt x="18923" y="854202"/>
                    <a:pt x="13335" y="882523"/>
                    <a:pt x="5842" y="908812"/>
                  </a:cubicBezTo>
                  <a:lnTo>
                    <a:pt x="0" y="1230630"/>
                  </a:lnTo>
                  <a:lnTo>
                    <a:pt x="0" y="1230630"/>
                  </a:lnTo>
                  <a:cubicBezTo>
                    <a:pt x="13208" y="1241933"/>
                    <a:pt x="26416" y="1253236"/>
                    <a:pt x="37592" y="1266444"/>
                  </a:cubicBezTo>
                  <a:cubicBezTo>
                    <a:pt x="80899" y="1319149"/>
                    <a:pt x="120396" y="1369949"/>
                    <a:pt x="161798" y="1422654"/>
                  </a:cubicBezTo>
                  <a:cubicBezTo>
                    <a:pt x="183388" y="1452499"/>
                    <a:pt x="219583" y="1470660"/>
                    <a:pt x="257556" y="1470660"/>
                  </a:cubicBezTo>
                  <a:cubicBezTo>
                    <a:pt x="262636" y="1470660"/>
                    <a:pt x="267716" y="1470279"/>
                    <a:pt x="272923" y="1469644"/>
                  </a:cubicBezTo>
                  <a:cubicBezTo>
                    <a:pt x="353822" y="1464056"/>
                    <a:pt x="434848" y="1462151"/>
                    <a:pt x="515747" y="1460246"/>
                  </a:cubicBezTo>
                  <a:cubicBezTo>
                    <a:pt x="659130" y="1457579"/>
                    <a:pt x="802386" y="1450086"/>
                    <a:pt x="945769" y="1450086"/>
                  </a:cubicBezTo>
                  <a:cubicBezTo>
                    <a:pt x="1003808" y="1450086"/>
                    <a:pt x="1061974" y="1451356"/>
                    <a:pt x="1120013" y="1454531"/>
                  </a:cubicBezTo>
                  <a:cubicBezTo>
                    <a:pt x="1177925" y="1457325"/>
                    <a:pt x="1236726" y="1458976"/>
                    <a:pt x="1295146" y="1458976"/>
                  </a:cubicBezTo>
                  <a:cubicBezTo>
                    <a:pt x="1316482" y="1458976"/>
                    <a:pt x="1337818" y="1458722"/>
                    <a:pt x="1359027" y="1458214"/>
                  </a:cubicBezTo>
                  <a:cubicBezTo>
                    <a:pt x="1575562" y="1452626"/>
                    <a:pt x="1790065" y="1445006"/>
                    <a:pt x="2004695" y="1437513"/>
                  </a:cubicBezTo>
                  <a:cubicBezTo>
                    <a:pt x="2068703" y="1435608"/>
                    <a:pt x="2132711" y="1430020"/>
                    <a:pt x="2194814" y="1426210"/>
                  </a:cubicBezTo>
                  <a:cubicBezTo>
                    <a:pt x="2305939" y="1418717"/>
                    <a:pt x="2415032" y="1407414"/>
                    <a:pt x="2524252" y="1403604"/>
                  </a:cubicBezTo>
                  <a:cubicBezTo>
                    <a:pt x="2714371" y="1396111"/>
                    <a:pt x="2902585" y="1392301"/>
                    <a:pt x="3092704" y="1384808"/>
                  </a:cubicBezTo>
                  <a:cubicBezTo>
                    <a:pt x="3218815" y="1379220"/>
                    <a:pt x="3346831" y="1364107"/>
                    <a:pt x="3474847" y="1360297"/>
                  </a:cubicBezTo>
                  <a:cubicBezTo>
                    <a:pt x="3674364" y="1358392"/>
                    <a:pt x="3872103" y="1345184"/>
                    <a:pt x="4069715" y="1322705"/>
                  </a:cubicBezTo>
                  <a:cubicBezTo>
                    <a:pt x="4244721" y="1300099"/>
                    <a:pt x="4417949" y="1277493"/>
                    <a:pt x="4591177" y="1241806"/>
                  </a:cubicBezTo>
                  <a:cubicBezTo>
                    <a:pt x="4651375" y="1230503"/>
                    <a:pt x="4666488" y="1211707"/>
                    <a:pt x="4670298" y="1151509"/>
                  </a:cubicBezTo>
                  <a:lnTo>
                    <a:pt x="4670298" y="1121537"/>
                  </a:lnTo>
                  <a:cubicBezTo>
                    <a:pt x="4681601" y="950214"/>
                    <a:pt x="4658995" y="778891"/>
                    <a:pt x="4649597" y="607568"/>
                  </a:cubicBezTo>
                  <a:cubicBezTo>
                    <a:pt x="4644009" y="522859"/>
                    <a:pt x="4628896" y="438150"/>
                    <a:pt x="4642104" y="351536"/>
                  </a:cubicBezTo>
                  <a:cubicBezTo>
                    <a:pt x="4644009" y="327025"/>
                    <a:pt x="4642104" y="300736"/>
                    <a:pt x="4636516" y="276225"/>
                  </a:cubicBezTo>
                  <a:cubicBezTo>
                    <a:pt x="4630928" y="249809"/>
                    <a:pt x="4629023" y="221615"/>
                    <a:pt x="4630928" y="195326"/>
                  </a:cubicBezTo>
                  <a:cubicBezTo>
                    <a:pt x="4634738" y="172720"/>
                    <a:pt x="4623435" y="148209"/>
                    <a:pt x="4602734" y="137033"/>
                  </a:cubicBezTo>
                  <a:cubicBezTo>
                    <a:pt x="4550029" y="101219"/>
                    <a:pt x="4495419" y="67437"/>
                    <a:pt x="4440809" y="31623"/>
                  </a:cubicBezTo>
                  <a:cubicBezTo>
                    <a:pt x="4407916" y="11176"/>
                    <a:pt x="4371213" y="0"/>
                    <a:pt x="433273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3180504" y="4613433"/>
            <a:ext cx="4709141" cy="1481966"/>
          </a:xfrm>
          <a:custGeom>
            <a:avLst/>
            <a:gdLst/>
            <a:ahLst/>
            <a:cxnLst/>
            <a:rect l="l" t="t" r="r" b="b"/>
            <a:pathLst>
              <a:path w="4709141" h="1481966">
                <a:moveTo>
                  <a:pt x="0" y="0"/>
                </a:moveTo>
                <a:lnTo>
                  <a:pt x="4709141" y="0"/>
                </a:lnTo>
                <a:lnTo>
                  <a:pt x="4709141" y="1481966"/>
                </a:lnTo>
                <a:lnTo>
                  <a:pt x="0" y="1481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33400" y="6362700"/>
            <a:ext cx="3721103" cy="3441697"/>
          </a:xfrm>
          <a:custGeom>
            <a:avLst/>
            <a:gdLst/>
            <a:ahLst/>
            <a:cxnLst/>
            <a:rect l="l" t="t" r="r" b="b"/>
            <a:pathLst>
              <a:path w="3721103" h="3441697">
                <a:moveTo>
                  <a:pt x="0" y="0"/>
                </a:moveTo>
                <a:lnTo>
                  <a:pt x="3721103" y="0"/>
                </a:lnTo>
                <a:lnTo>
                  <a:pt x="3721103" y="3441697"/>
                </a:lnTo>
                <a:lnTo>
                  <a:pt x="0" y="3441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425635" y="5528795"/>
            <a:ext cx="3730228" cy="3452155"/>
            <a:chOff x="0" y="0"/>
            <a:chExt cx="3730231" cy="34521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30244" cy="3452114"/>
            </a:xfrm>
            <a:custGeom>
              <a:avLst/>
              <a:gdLst/>
              <a:ahLst/>
              <a:cxnLst/>
              <a:rect l="l" t="t" r="r" b="b"/>
              <a:pathLst>
                <a:path w="3730244" h="3452114">
                  <a:moveTo>
                    <a:pt x="0" y="3452114"/>
                  </a:moveTo>
                  <a:lnTo>
                    <a:pt x="3730244" y="3452114"/>
                  </a:lnTo>
                  <a:lnTo>
                    <a:pt x="37302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08364" y="595360"/>
            <a:ext cx="4681728" cy="1486452"/>
            <a:chOff x="0" y="0"/>
            <a:chExt cx="4681728" cy="14864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81728" cy="1486408"/>
            </a:xfrm>
            <a:custGeom>
              <a:avLst/>
              <a:gdLst/>
              <a:ahLst/>
              <a:cxnLst/>
              <a:rect l="l" t="t" r="r" b="b"/>
              <a:pathLst>
                <a:path w="4681728" h="1486408">
                  <a:moveTo>
                    <a:pt x="0" y="1486408"/>
                  </a:moveTo>
                  <a:lnTo>
                    <a:pt x="4681728" y="1486408"/>
                  </a:lnTo>
                  <a:lnTo>
                    <a:pt x="46817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6025722" y="5380968"/>
            <a:ext cx="4717456" cy="1497797"/>
            <a:chOff x="0" y="0"/>
            <a:chExt cx="4717453" cy="14977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717415" cy="1497838"/>
            </a:xfrm>
            <a:custGeom>
              <a:avLst/>
              <a:gdLst/>
              <a:ahLst/>
              <a:cxnLst/>
              <a:rect l="l" t="t" r="r" b="b"/>
              <a:pathLst>
                <a:path w="4717415" h="1497838">
                  <a:moveTo>
                    <a:pt x="0" y="1497838"/>
                  </a:moveTo>
                  <a:lnTo>
                    <a:pt x="4717415" y="1497838"/>
                  </a:lnTo>
                  <a:lnTo>
                    <a:pt x="47174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85288" y="2370725"/>
            <a:ext cx="15369112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5468" lvl="1" indent="-347734" algn="l">
              <a:lnSpc>
                <a:spcPts val="4200"/>
              </a:lnSpc>
              <a:buFont typeface="Arial"/>
              <a:buChar char="•"/>
            </a:pPr>
            <a:r>
              <a:rPr lang="en-US" sz="3221" dirty="0">
                <a:solidFill>
                  <a:schemeClr val="accent6"/>
                </a:solidFill>
                <a:latin typeface="Baloo Thambi"/>
                <a:ea typeface="Baloo Thambi"/>
                <a:cs typeface="Baloo Thambi"/>
                <a:sym typeface="Baloo Thambi"/>
              </a:rPr>
              <a:t>Warehouse Managers </a:t>
            </a:r>
            <a:r>
              <a:rPr lang="en-US" sz="3221" dirty="0">
                <a:solidFill>
                  <a:srgbClr val="FFFFF4"/>
                </a:solidFill>
                <a:latin typeface="Baloo Thambi"/>
                <a:ea typeface="Baloo Thambi"/>
                <a:cs typeface="Baloo Thambi"/>
                <a:sym typeface="Baloo Thambi"/>
              </a:rPr>
              <a:t>– Need full control over stock and reporting.</a:t>
            </a:r>
          </a:p>
          <a:p>
            <a:pPr marL="695468" lvl="1" indent="-347734" algn="l">
              <a:lnSpc>
                <a:spcPts val="4200"/>
              </a:lnSpc>
              <a:buFont typeface="Arial"/>
              <a:buChar char="•"/>
            </a:pPr>
            <a:r>
              <a:rPr lang="en-US" sz="3221" dirty="0">
                <a:solidFill>
                  <a:schemeClr val="accent6"/>
                </a:solidFill>
                <a:latin typeface="Baloo Thambi"/>
                <a:ea typeface="Baloo Thambi"/>
                <a:cs typeface="Baloo Thambi"/>
                <a:sym typeface="Baloo Thambi"/>
              </a:rPr>
              <a:t>Store Staff / Inventory Clerks </a:t>
            </a:r>
            <a:r>
              <a:rPr lang="en-US" sz="3221" dirty="0">
                <a:solidFill>
                  <a:srgbClr val="FFFFF4"/>
                </a:solidFill>
                <a:latin typeface="Baloo Thambi"/>
                <a:ea typeface="Baloo Thambi"/>
                <a:cs typeface="Baloo Thambi"/>
                <a:sym typeface="Baloo Thambi"/>
              </a:rPr>
              <a:t>– Handle daily stock operations efficiently.</a:t>
            </a:r>
          </a:p>
          <a:p>
            <a:pPr marL="695468" lvl="1" indent="-347734" algn="l">
              <a:lnSpc>
                <a:spcPts val="4200"/>
              </a:lnSpc>
              <a:buFont typeface="Arial"/>
              <a:buChar char="•"/>
            </a:pPr>
            <a:r>
              <a:rPr lang="en-US" sz="3221" dirty="0">
                <a:solidFill>
                  <a:schemeClr val="accent6"/>
                </a:solidFill>
                <a:latin typeface="Baloo Thambi"/>
                <a:ea typeface="Baloo Thambi"/>
                <a:cs typeface="Baloo Thambi"/>
                <a:sym typeface="Baloo Thambi"/>
              </a:rPr>
              <a:t>Business Owners </a:t>
            </a:r>
            <a:r>
              <a:rPr lang="en-US" sz="3221" dirty="0">
                <a:solidFill>
                  <a:srgbClr val="FFFFF4"/>
                </a:solidFill>
                <a:latin typeface="Baloo Thambi"/>
                <a:ea typeface="Baloo Thambi"/>
                <a:cs typeface="Baloo Thambi"/>
                <a:sym typeface="Baloo Thambi"/>
              </a:rPr>
              <a:t>– Want insights into inventory trends and decision-making.</a:t>
            </a:r>
          </a:p>
          <a:p>
            <a:pPr marL="695468" lvl="1" indent="-347734" algn="l">
              <a:lnSpc>
                <a:spcPts val="4200"/>
              </a:lnSpc>
              <a:buFont typeface="Arial"/>
              <a:buChar char="•"/>
            </a:pPr>
            <a:r>
              <a:rPr lang="en-US" sz="3221" dirty="0">
                <a:solidFill>
                  <a:schemeClr val="accent6"/>
                </a:solidFill>
                <a:latin typeface="Baloo Thambi"/>
                <a:ea typeface="Baloo Thambi"/>
                <a:cs typeface="Baloo Thambi"/>
                <a:sym typeface="Baloo Thambi"/>
              </a:rPr>
              <a:t>Suppliers / Partners </a:t>
            </a:r>
            <a:r>
              <a:rPr lang="en-US" sz="3221" dirty="0">
                <a:solidFill>
                  <a:srgbClr val="FFFFF4"/>
                </a:solidFill>
                <a:latin typeface="Baloo Thambi"/>
                <a:ea typeface="Baloo Thambi"/>
                <a:cs typeface="Baloo Thambi"/>
                <a:sym typeface="Baloo Thambi"/>
              </a:rPr>
              <a:t>– Track orders and deliveries through the system.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7550" y="924192"/>
            <a:ext cx="3934292" cy="744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Target Audience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40908" y="4933766"/>
            <a:ext cx="4086958" cy="53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1"/>
              </a:lnSpc>
            </a:pPr>
            <a:r>
              <a:rPr lang="en-US" sz="2958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Platform Roles Content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294121" y="5903376"/>
            <a:ext cx="14262259" cy="4762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28339" lvl="1" indent="-364169">
              <a:lnSpc>
                <a:spcPts val="8251"/>
              </a:lnSpc>
              <a:buFont typeface="Arial"/>
              <a:buChar char="•"/>
            </a:pPr>
            <a:r>
              <a:rPr lang="en-US" sz="3373" dirty="0">
                <a:solidFill>
                  <a:schemeClr val="accent6"/>
                </a:solidFill>
                <a:latin typeface="Baloo Thambi"/>
                <a:ea typeface="Baloo Thambi"/>
                <a:cs typeface="Baloo Thambi"/>
                <a:sym typeface="Baloo Thambi"/>
              </a:rPr>
              <a:t>Admin:</a:t>
            </a:r>
            <a:r>
              <a:rPr lang="en-US" sz="3373" dirty="0">
                <a:solidFill>
                  <a:schemeClr val="bg1"/>
                </a:solidFill>
                <a:latin typeface="Baloo Thambi"/>
                <a:ea typeface="Baloo Thambi"/>
                <a:cs typeface="Baloo Thambi"/>
                <a:sym typeface="Baloo Thambi"/>
              </a:rPr>
              <a:t> Manages users, products, warehouses.</a:t>
            </a:r>
          </a:p>
          <a:p>
            <a:pPr marL="771573" lvl="1" indent="-385786">
              <a:lnSpc>
                <a:spcPts val="5003"/>
              </a:lnSpc>
              <a:buFont typeface="Arial"/>
              <a:buChar char="•"/>
            </a:pPr>
            <a:r>
              <a:rPr lang="en-US" sz="3573" dirty="0">
                <a:solidFill>
                  <a:schemeClr val="accent6"/>
                </a:solidFill>
                <a:latin typeface="Baloo Thambi"/>
                <a:ea typeface="Baloo Thambi"/>
                <a:cs typeface="Baloo Thambi"/>
                <a:sym typeface="Baloo Thambi"/>
              </a:rPr>
              <a:t>Stock Manager: </a:t>
            </a:r>
            <a:r>
              <a:rPr lang="en-US" sz="3573" dirty="0">
                <a:solidFill>
                  <a:schemeClr val="bg1"/>
                </a:solidFill>
                <a:latin typeface="Baloo Thambi"/>
                <a:ea typeface="Baloo Thambi"/>
                <a:cs typeface="Baloo Thambi"/>
                <a:sym typeface="Baloo Thambi"/>
              </a:rPr>
              <a:t>POSTS JOB OFFERS AND REVIEWS APPLICANTS.</a:t>
            </a:r>
          </a:p>
          <a:p>
            <a:pPr marL="728339" lvl="1" indent="-364169">
              <a:lnSpc>
                <a:spcPts val="8251"/>
              </a:lnSpc>
              <a:buFont typeface="Arial"/>
              <a:buChar char="•"/>
            </a:pPr>
            <a:r>
              <a:rPr lang="en-US" sz="3373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Customer: </a:t>
            </a:r>
            <a:r>
              <a:rPr lang="en-US" sz="3373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MONITORS AND MANAGES PLATFORM DATA.</a:t>
            </a:r>
          </a:p>
          <a:p>
            <a:pPr marL="728339" lvl="1" indent="-364169">
              <a:lnSpc>
                <a:spcPts val="8251"/>
              </a:lnSpc>
              <a:buFont typeface="Arial"/>
              <a:buChar char="•"/>
            </a:pPr>
            <a:r>
              <a:rPr lang="en-US" sz="3373" dirty="0">
                <a:solidFill>
                  <a:schemeClr val="accent6"/>
                </a:solidFill>
                <a:latin typeface="Baloo Thambi"/>
                <a:cs typeface="Baloo Thambi"/>
              </a:rPr>
              <a:t>Supplier</a:t>
            </a:r>
            <a:r>
              <a:rPr lang="en-US" sz="3373" dirty="0">
                <a:solidFill>
                  <a:schemeClr val="bg1"/>
                </a:solidFill>
                <a:latin typeface="Baloo Thambi"/>
                <a:cs typeface="Baloo Thambi"/>
              </a:rPr>
              <a:t>: Receives purchase orders.</a:t>
            </a:r>
          </a:p>
          <a:p>
            <a:pPr marL="728339" lvl="1" indent="-364169" algn="ctr">
              <a:lnSpc>
                <a:spcPts val="8251"/>
              </a:lnSpc>
              <a:buFont typeface="Arial"/>
              <a:buChar char="•"/>
            </a:pPr>
            <a:endParaRPr lang="en-US" sz="3373" dirty="0">
              <a:solidFill>
                <a:schemeClr val="bg1"/>
              </a:solidFill>
              <a:latin typeface="Baloo Thambi"/>
              <a:cs typeface="Baloo Thambi"/>
              <a:sym typeface="Baloo Thambi"/>
            </a:endParaRP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4254503" y="1971950"/>
            <a:ext cx="3730228" cy="3452155"/>
            <a:chOff x="0" y="0"/>
            <a:chExt cx="3730231" cy="345215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730244" cy="3452114"/>
            </a:xfrm>
            <a:custGeom>
              <a:avLst/>
              <a:gdLst/>
              <a:ahLst/>
              <a:cxnLst/>
              <a:rect l="l" t="t" r="r" b="b"/>
              <a:pathLst>
                <a:path w="3730244" h="3452114">
                  <a:moveTo>
                    <a:pt x="0" y="3452114"/>
                  </a:moveTo>
                  <a:lnTo>
                    <a:pt x="3730244" y="3452114"/>
                  </a:lnTo>
                  <a:lnTo>
                    <a:pt x="37302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33367" y="1225944"/>
            <a:ext cx="6621266" cy="2188931"/>
          </a:xfrm>
          <a:custGeom>
            <a:avLst/>
            <a:gdLst/>
            <a:ahLst/>
            <a:cxnLst/>
            <a:rect l="l" t="t" r="r" b="b"/>
            <a:pathLst>
              <a:path w="6621266" h="2188931">
                <a:moveTo>
                  <a:pt x="0" y="0"/>
                </a:moveTo>
                <a:lnTo>
                  <a:pt x="6621266" y="0"/>
                </a:lnTo>
                <a:lnTo>
                  <a:pt x="6621266" y="2188930"/>
                </a:lnTo>
                <a:lnTo>
                  <a:pt x="0" y="2188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 rot="-43920">
            <a:off x="6204006" y="1678814"/>
            <a:ext cx="5713800" cy="83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3"/>
              </a:lnSpc>
            </a:pPr>
            <a:r>
              <a:rPr lang="en-US" sz="4524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PLATFORM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19400" y="3862819"/>
            <a:ext cx="15946970" cy="5745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6125" lvl="1" indent="-433063" algn="l">
              <a:lnSpc>
                <a:spcPts val="5572"/>
              </a:lnSpc>
              <a:buFont typeface="Arial"/>
              <a:buChar char="•"/>
            </a:pPr>
            <a:r>
              <a:rPr lang="fr-FR" sz="4011" dirty="0">
                <a:solidFill>
                  <a:schemeClr val="accent6"/>
                </a:solidFill>
                <a:latin typeface="Baloo Thambi"/>
                <a:ea typeface="Baloo Thambi"/>
                <a:cs typeface="Baloo Thambi"/>
                <a:sym typeface="Baloo Thambi"/>
              </a:rPr>
              <a:t>User Management: </a:t>
            </a:r>
            <a:r>
              <a:rPr lang="fr-FR" sz="4011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Admin control roules &amp; permissions.</a:t>
            </a:r>
          </a:p>
          <a:p>
            <a:pPr marL="866125" lvl="1" indent="-433063">
              <a:lnSpc>
                <a:spcPts val="5572"/>
              </a:lnSpc>
              <a:buFont typeface="Arial"/>
              <a:buChar char="•"/>
            </a:pPr>
            <a:r>
              <a:rPr lang="fr-FR" sz="4011" dirty="0">
                <a:solidFill>
                  <a:schemeClr val="accent6"/>
                </a:solidFill>
                <a:latin typeface="Baloo Thambi"/>
                <a:ea typeface="Baloo Thambi"/>
                <a:cs typeface="Baloo Thambi"/>
                <a:sym typeface="Baloo Thambi"/>
              </a:rPr>
              <a:t>Product Management: </a:t>
            </a:r>
            <a:r>
              <a:rPr lang="fr-FR" sz="4011" dirty="0" err="1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Add</a:t>
            </a:r>
            <a:r>
              <a:rPr lang="fr-FR" sz="4011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, update, </a:t>
            </a:r>
            <a:r>
              <a:rPr lang="fr-FR" sz="4011" dirty="0" err="1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categorize</a:t>
            </a:r>
            <a:r>
              <a:rPr lang="fr-FR" sz="4011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 </a:t>
            </a:r>
            <a:r>
              <a:rPr lang="fr-FR" sz="4011" dirty="0" err="1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products</a:t>
            </a:r>
            <a:r>
              <a:rPr lang="fr-FR" sz="4011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.</a:t>
            </a:r>
          </a:p>
          <a:p>
            <a:pPr marL="866125" lvl="1" indent="-433063">
              <a:lnSpc>
                <a:spcPts val="5572"/>
              </a:lnSpc>
              <a:buFont typeface="Arial"/>
              <a:buChar char="•"/>
            </a:pPr>
            <a:r>
              <a:rPr lang="fr-FR" sz="4011" dirty="0">
                <a:solidFill>
                  <a:schemeClr val="accent6"/>
                </a:solidFill>
                <a:latin typeface="Baloo Thambi"/>
                <a:ea typeface="Baloo Thambi"/>
                <a:cs typeface="Baloo Thambi"/>
                <a:sym typeface="Baloo Thambi"/>
              </a:rPr>
              <a:t>Inventory </a:t>
            </a:r>
            <a:r>
              <a:rPr lang="fr-FR" sz="4011" dirty="0" err="1">
                <a:solidFill>
                  <a:schemeClr val="accent6"/>
                </a:solidFill>
                <a:latin typeface="Baloo Thambi"/>
                <a:ea typeface="Baloo Thambi"/>
                <a:cs typeface="Baloo Thambi"/>
                <a:sym typeface="Baloo Thambi"/>
              </a:rPr>
              <a:t>Tracking</a:t>
            </a:r>
            <a:r>
              <a:rPr lang="fr-FR" sz="4011" dirty="0">
                <a:solidFill>
                  <a:schemeClr val="accent6"/>
                </a:solidFill>
                <a:latin typeface="Baloo Thambi"/>
                <a:ea typeface="Baloo Thambi"/>
                <a:cs typeface="Baloo Thambi"/>
                <a:sym typeface="Baloo Thambi"/>
              </a:rPr>
              <a:t>: </a:t>
            </a:r>
            <a:r>
              <a:rPr lang="en-US" sz="4011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Monitor stock levels in real time.</a:t>
            </a:r>
          </a:p>
          <a:p>
            <a:pPr marL="866125" lvl="1" indent="-433063">
              <a:lnSpc>
                <a:spcPts val="5572"/>
              </a:lnSpc>
              <a:buFont typeface="Arial"/>
              <a:buChar char="•"/>
            </a:pPr>
            <a:r>
              <a:rPr lang="fr-FR" sz="4011" dirty="0" err="1">
                <a:solidFill>
                  <a:schemeClr val="accent6"/>
                </a:solidFill>
                <a:latin typeface="Baloo Thambi"/>
                <a:ea typeface="Baloo Thambi"/>
                <a:cs typeface="Baloo Thambi"/>
                <a:sym typeface="Baloo Thambi"/>
              </a:rPr>
              <a:t>Order</a:t>
            </a:r>
            <a:r>
              <a:rPr lang="fr-FR" sz="4011" dirty="0">
                <a:solidFill>
                  <a:schemeClr val="accent6"/>
                </a:solidFill>
                <a:latin typeface="Baloo Thambi"/>
                <a:ea typeface="Baloo Thambi"/>
                <a:cs typeface="Baloo Thambi"/>
                <a:sym typeface="Baloo Thambi"/>
              </a:rPr>
              <a:t> Management: </a:t>
            </a:r>
            <a:r>
              <a:rPr lang="en-US" sz="4011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Create, process, and track orders</a:t>
            </a:r>
            <a:r>
              <a:rPr lang="fr-FR" sz="4011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.</a:t>
            </a:r>
          </a:p>
          <a:p>
            <a:pPr marL="866125" lvl="1" indent="-433063">
              <a:lnSpc>
                <a:spcPts val="5572"/>
              </a:lnSpc>
              <a:buFont typeface="Arial"/>
              <a:buChar char="•"/>
            </a:pPr>
            <a:r>
              <a:rPr lang="fr-FR" sz="4010" dirty="0">
                <a:solidFill>
                  <a:schemeClr val="accent6"/>
                </a:solidFill>
                <a:latin typeface="Baloo Thambi"/>
                <a:ea typeface="Baloo Thambi"/>
                <a:cs typeface="Baloo Thambi"/>
                <a:sym typeface="Baloo Thambi"/>
              </a:rPr>
              <a:t>Supplier </a:t>
            </a:r>
            <a:r>
              <a:rPr lang="fr-FR" sz="4010" dirty="0" err="1">
                <a:solidFill>
                  <a:schemeClr val="accent6"/>
                </a:solidFill>
                <a:latin typeface="Baloo Thambi"/>
                <a:ea typeface="Baloo Thambi"/>
                <a:cs typeface="Baloo Thambi"/>
                <a:sym typeface="Baloo Thambi"/>
              </a:rPr>
              <a:t>Integration</a:t>
            </a:r>
            <a:r>
              <a:rPr lang="fr-FR" sz="4010" dirty="0">
                <a:solidFill>
                  <a:schemeClr val="accent6"/>
                </a:solidFill>
                <a:latin typeface="Baloo Thambi"/>
                <a:ea typeface="Baloo Thambi"/>
                <a:cs typeface="Baloo Thambi"/>
                <a:sym typeface="Baloo Thambi"/>
              </a:rPr>
              <a:t>: </a:t>
            </a:r>
            <a:r>
              <a:rPr lang="fr-FR" sz="4010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Manage </a:t>
            </a:r>
            <a:r>
              <a:rPr lang="fr-FR" sz="4010" dirty="0" err="1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purchase</a:t>
            </a:r>
            <a:r>
              <a:rPr lang="fr-FR" sz="4010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 </a:t>
            </a:r>
            <a:r>
              <a:rPr lang="fr-FR" sz="4010" dirty="0" err="1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orders</a:t>
            </a:r>
            <a:r>
              <a:rPr lang="fr-FR" sz="4010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 &amp; </a:t>
            </a:r>
            <a:r>
              <a:rPr lang="fr-FR" sz="4010" dirty="0" err="1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deliveries</a:t>
            </a:r>
            <a:r>
              <a:rPr lang="fr-FR" sz="4010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.</a:t>
            </a:r>
          </a:p>
          <a:p>
            <a:pPr marL="866125" lvl="1" indent="-433063">
              <a:lnSpc>
                <a:spcPts val="5572"/>
              </a:lnSpc>
              <a:buFont typeface="Arial"/>
              <a:buChar char="•"/>
            </a:pPr>
            <a:r>
              <a:rPr lang="fr-FR" sz="4010" dirty="0">
                <a:solidFill>
                  <a:schemeClr val="accent6"/>
                </a:solidFill>
                <a:latin typeface="Baloo Thambi"/>
                <a:ea typeface="Baloo Thambi"/>
                <a:cs typeface="Baloo Thambi"/>
                <a:sym typeface="Baloo Thambi"/>
              </a:rPr>
              <a:t>Reports &amp; Analytics: </a:t>
            </a:r>
            <a:r>
              <a:rPr lang="en-US" sz="4010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View inventory &amp; sales &amp; activity insights</a:t>
            </a:r>
            <a:r>
              <a:rPr lang="fr-FR" sz="4010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.</a:t>
            </a:r>
          </a:p>
          <a:p>
            <a:pPr marL="866125" lvl="1" indent="-433063">
              <a:lnSpc>
                <a:spcPts val="5572"/>
              </a:lnSpc>
              <a:buFont typeface="Arial"/>
              <a:buChar char="•"/>
            </a:pPr>
            <a:r>
              <a:rPr lang="fr-FR" sz="4010" dirty="0">
                <a:solidFill>
                  <a:schemeClr val="accent6"/>
                </a:solidFill>
                <a:latin typeface="Baloo Thambi"/>
                <a:ea typeface="Baloo Thambi"/>
                <a:cs typeface="Baloo Thambi"/>
                <a:sym typeface="Baloo Thambi"/>
              </a:rPr>
              <a:t>Notifications : </a:t>
            </a:r>
            <a:r>
              <a:rPr lang="en-US" sz="4010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Alerts for low stock and order updates</a:t>
            </a:r>
            <a:r>
              <a:rPr lang="fr-FR" sz="4010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.</a:t>
            </a:r>
          </a:p>
          <a:p>
            <a:pPr marL="866125" lvl="1" indent="-433063">
              <a:lnSpc>
                <a:spcPts val="5572"/>
              </a:lnSpc>
              <a:buFont typeface="Arial"/>
              <a:buChar char="•"/>
            </a:pPr>
            <a:endParaRPr lang="fr-FR" sz="4010" dirty="0">
              <a:solidFill>
                <a:srgbClr val="FFFFFF"/>
              </a:solidFill>
              <a:latin typeface="Baloo Thambi"/>
              <a:ea typeface="Baloo Thambi"/>
              <a:cs typeface="Baloo Thambi"/>
              <a:sym typeface="Baloo Thambi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228600" y="6735401"/>
            <a:ext cx="3721103" cy="3441697"/>
          </a:xfrm>
          <a:custGeom>
            <a:avLst/>
            <a:gdLst/>
            <a:ahLst/>
            <a:cxnLst/>
            <a:rect l="l" t="t" r="r" b="b"/>
            <a:pathLst>
              <a:path w="3721103" h="3441697">
                <a:moveTo>
                  <a:pt x="0" y="0"/>
                </a:moveTo>
                <a:lnTo>
                  <a:pt x="3721103" y="0"/>
                </a:lnTo>
                <a:lnTo>
                  <a:pt x="3721103" y="3441697"/>
                </a:lnTo>
                <a:lnTo>
                  <a:pt x="0" y="3441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-762000" y="6773126"/>
            <a:ext cx="3730241" cy="3452117"/>
            <a:chOff x="-533400" y="258026"/>
            <a:chExt cx="3730244" cy="3452114"/>
          </a:xfrm>
        </p:grpSpPr>
        <p:sp>
          <p:nvSpPr>
            <p:cNvPr id="7" name="Freeform 7"/>
            <p:cNvSpPr/>
            <p:nvPr/>
          </p:nvSpPr>
          <p:spPr>
            <a:xfrm>
              <a:off x="-533400" y="258026"/>
              <a:ext cx="3730244" cy="3452114"/>
            </a:xfrm>
            <a:custGeom>
              <a:avLst/>
              <a:gdLst/>
              <a:ahLst/>
              <a:cxnLst/>
              <a:rect l="l" t="t" r="r" b="b"/>
              <a:pathLst>
                <a:path w="3730244" h="3452114">
                  <a:moveTo>
                    <a:pt x="0" y="3452114"/>
                  </a:moveTo>
                  <a:lnTo>
                    <a:pt x="3730244" y="3452114"/>
                  </a:lnTo>
                  <a:lnTo>
                    <a:pt x="37302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498043"/>
            <a:ext cx="2490788" cy="1441056"/>
            <a:chOff x="0" y="0"/>
            <a:chExt cx="2490788" cy="1441056"/>
          </a:xfrm>
        </p:grpSpPr>
        <p:sp>
          <p:nvSpPr>
            <p:cNvPr id="3" name="Freeform 3"/>
            <p:cNvSpPr/>
            <p:nvPr/>
          </p:nvSpPr>
          <p:spPr>
            <a:xfrm>
              <a:off x="63373" y="63500"/>
              <a:ext cx="2360676" cy="1313688"/>
            </a:xfrm>
            <a:custGeom>
              <a:avLst/>
              <a:gdLst/>
              <a:ahLst/>
              <a:cxnLst/>
              <a:rect l="l" t="t" r="r" b="b"/>
              <a:pathLst>
                <a:path w="2360676" h="1313688">
                  <a:moveTo>
                    <a:pt x="794004" y="695198"/>
                  </a:moveTo>
                  <a:cubicBezTo>
                    <a:pt x="798322" y="695706"/>
                    <a:pt x="802767" y="696214"/>
                    <a:pt x="807085" y="696849"/>
                  </a:cubicBezTo>
                  <a:cubicBezTo>
                    <a:pt x="801624" y="698627"/>
                    <a:pt x="796163" y="700532"/>
                    <a:pt x="790702" y="702437"/>
                  </a:cubicBezTo>
                  <a:cubicBezTo>
                    <a:pt x="792099" y="700278"/>
                    <a:pt x="793115" y="697865"/>
                    <a:pt x="794004" y="695198"/>
                  </a:cubicBezTo>
                  <a:close/>
                  <a:moveTo>
                    <a:pt x="689610" y="717042"/>
                  </a:moveTo>
                  <a:cubicBezTo>
                    <a:pt x="693928" y="717423"/>
                    <a:pt x="698119" y="717804"/>
                    <a:pt x="702183" y="718312"/>
                  </a:cubicBezTo>
                  <a:cubicBezTo>
                    <a:pt x="713613" y="719455"/>
                    <a:pt x="724535" y="720598"/>
                    <a:pt x="736092" y="720598"/>
                  </a:cubicBezTo>
                  <a:cubicBezTo>
                    <a:pt x="737362" y="720598"/>
                    <a:pt x="738505" y="720598"/>
                    <a:pt x="739648" y="720598"/>
                  </a:cubicBezTo>
                  <a:cubicBezTo>
                    <a:pt x="724408" y="726186"/>
                    <a:pt x="709422" y="731774"/>
                    <a:pt x="694690" y="737489"/>
                  </a:cubicBezTo>
                  <a:cubicBezTo>
                    <a:pt x="694690" y="737108"/>
                    <a:pt x="694690" y="736854"/>
                    <a:pt x="694690" y="736473"/>
                  </a:cubicBezTo>
                  <a:cubicBezTo>
                    <a:pt x="694817" y="729615"/>
                    <a:pt x="693039" y="722884"/>
                    <a:pt x="689737" y="717169"/>
                  </a:cubicBezTo>
                  <a:close/>
                  <a:moveTo>
                    <a:pt x="532257" y="774065"/>
                  </a:moveTo>
                  <a:cubicBezTo>
                    <a:pt x="543306" y="774065"/>
                    <a:pt x="554482" y="774573"/>
                    <a:pt x="565785" y="775081"/>
                  </a:cubicBezTo>
                  <a:cubicBezTo>
                    <a:pt x="571881" y="775335"/>
                    <a:pt x="578231" y="775970"/>
                    <a:pt x="584581" y="776478"/>
                  </a:cubicBezTo>
                  <a:cubicBezTo>
                    <a:pt x="588899" y="776859"/>
                    <a:pt x="593090" y="777240"/>
                    <a:pt x="597408" y="777494"/>
                  </a:cubicBezTo>
                  <a:cubicBezTo>
                    <a:pt x="573913" y="787908"/>
                    <a:pt x="551053" y="798449"/>
                    <a:pt x="528828" y="809244"/>
                  </a:cubicBezTo>
                  <a:cubicBezTo>
                    <a:pt x="529590" y="807339"/>
                    <a:pt x="530225" y="805434"/>
                    <a:pt x="530606" y="803402"/>
                  </a:cubicBezTo>
                  <a:cubicBezTo>
                    <a:pt x="532765" y="793496"/>
                    <a:pt x="530479" y="783590"/>
                    <a:pt x="524383" y="776224"/>
                  </a:cubicBezTo>
                  <a:cubicBezTo>
                    <a:pt x="523875" y="775589"/>
                    <a:pt x="523240" y="774827"/>
                    <a:pt x="522732" y="774192"/>
                  </a:cubicBezTo>
                  <a:cubicBezTo>
                    <a:pt x="525907" y="774065"/>
                    <a:pt x="529082" y="774065"/>
                    <a:pt x="532384" y="774065"/>
                  </a:cubicBezTo>
                  <a:close/>
                  <a:moveTo>
                    <a:pt x="443484" y="831723"/>
                  </a:moveTo>
                  <a:cubicBezTo>
                    <a:pt x="443992" y="831850"/>
                    <a:pt x="444373" y="831850"/>
                    <a:pt x="444881" y="831977"/>
                  </a:cubicBezTo>
                  <a:cubicBezTo>
                    <a:pt x="454406" y="833374"/>
                    <a:pt x="464185" y="834771"/>
                    <a:pt x="474345" y="834771"/>
                  </a:cubicBezTo>
                  <a:cubicBezTo>
                    <a:pt x="475869" y="834771"/>
                    <a:pt x="477266" y="834771"/>
                    <a:pt x="478663" y="834644"/>
                  </a:cubicBezTo>
                  <a:cubicBezTo>
                    <a:pt x="472948" y="837692"/>
                    <a:pt x="467233" y="840740"/>
                    <a:pt x="461518" y="843788"/>
                  </a:cubicBezTo>
                  <a:cubicBezTo>
                    <a:pt x="455803" y="839343"/>
                    <a:pt x="449707" y="835406"/>
                    <a:pt x="443357" y="831723"/>
                  </a:cubicBezTo>
                  <a:close/>
                  <a:moveTo>
                    <a:pt x="316611" y="895477"/>
                  </a:moveTo>
                  <a:cubicBezTo>
                    <a:pt x="323469" y="896112"/>
                    <a:pt x="330327" y="896874"/>
                    <a:pt x="337185" y="897763"/>
                  </a:cubicBezTo>
                  <a:cubicBezTo>
                    <a:pt x="345059" y="898652"/>
                    <a:pt x="352806" y="899795"/>
                    <a:pt x="360553" y="900938"/>
                  </a:cubicBezTo>
                  <a:cubicBezTo>
                    <a:pt x="361696" y="901065"/>
                    <a:pt x="362966" y="901319"/>
                    <a:pt x="364109" y="901446"/>
                  </a:cubicBezTo>
                  <a:cubicBezTo>
                    <a:pt x="358267" y="905129"/>
                    <a:pt x="352679" y="908939"/>
                    <a:pt x="347091" y="912622"/>
                  </a:cubicBezTo>
                  <a:cubicBezTo>
                    <a:pt x="337566" y="905129"/>
                    <a:pt x="327279" y="899541"/>
                    <a:pt x="316611" y="895477"/>
                  </a:cubicBezTo>
                  <a:close/>
                  <a:moveTo>
                    <a:pt x="149733" y="960628"/>
                  </a:moveTo>
                  <a:cubicBezTo>
                    <a:pt x="152273" y="961263"/>
                    <a:pt x="154813" y="961771"/>
                    <a:pt x="157480" y="961898"/>
                  </a:cubicBezTo>
                  <a:cubicBezTo>
                    <a:pt x="172212" y="962660"/>
                    <a:pt x="187833" y="963930"/>
                    <a:pt x="205232" y="965835"/>
                  </a:cubicBezTo>
                  <a:cubicBezTo>
                    <a:pt x="196723" y="967105"/>
                    <a:pt x="188468" y="968375"/>
                    <a:pt x="180594" y="969772"/>
                  </a:cubicBezTo>
                  <a:cubicBezTo>
                    <a:pt x="172085" y="971169"/>
                    <a:pt x="163703" y="972566"/>
                    <a:pt x="155956" y="973582"/>
                  </a:cubicBezTo>
                  <a:cubicBezTo>
                    <a:pt x="148463" y="974598"/>
                    <a:pt x="141097" y="975741"/>
                    <a:pt x="133858" y="976884"/>
                  </a:cubicBezTo>
                  <a:cubicBezTo>
                    <a:pt x="138938" y="971423"/>
                    <a:pt x="144272" y="965962"/>
                    <a:pt x="149606" y="960628"/>
                  </a:cubicBezTo>
                  <a:close/>
                  <a:moveTo>
                    <a:pt x="1700911" y="1057148"/>
                  </a:moveTo>
                  <a:cubicBezTo>
                    <a:pt x="1683639" y="1063244"/>
                    <a:pt x="1666494" y="1069721"/>
                    <a:pt x="1649476" y="1076452"/>
                  </a:cubicBezTo>
                  <a:cubicBezTo>
                    <a:pt x="1646682" y="1074801"/>
                    <a:pt x="1643634" y="1073277"/>
                    <a:pt x="1640205" y="1072007"/>
                  </a:cubicBezTo>
                  <a:cubicBezTo>
                    <a:pt x="1632585" y="1069340"/>
                    <a:pt x="1625346" y="1069086"/>
                    <a:pt x="1620012" y="1069086"/>
                  </a:cubicBezTo>
                  <a:lnTo>
                    <a:pt x="1615567" y="1069213"/>
                  </a:lnTo>
                  <a:cubicBezTo>
                    <a:pt x="1611757" y="1069213"/>
                    <a:pt x="1608074" y="1070229"/>
                    <a:pt x="1604899" y="1071880"/>
                  </a:cubicBezTo>
                  <a:cubicBezTo>
                    <a:pt x="1604264" y="1070229"/>
                    <a:pt x="1603502" y="1068705"/>
                    <a:pt x="1602740" y="1067308"/>
                  </a:cubicBezTo>
                  <a:cubicBezTo>
                    <a:pt x="1602740" y="1067181"/>
                    <a:pt x="1602613" y="1067054"/>
                    <a:pt x="1602613" y="1067054"/>
                  </a:cubicBezTo>
                  <a:cubicBezTo>
                    <a:pt x="1633982" y="1064260"/>
                    <a:pt x="1667129" y="1061085"/>
                    <a:pt x="1700911" y="1057148"/>
                  </a:cubicBezTo>
                  <a:close/>
                  <a:moveTo>
                    <a:pt x="1477391" y="1078865"/>
                  </a:moveTo>
                  <a:cubicBezTo>
                    <a:pt x="1481455" y="1099947"/>
                    <a:pt x="1486535" y="1126109"/>
                    <a:pt x="1499743" y="1146302"/>
                  </a:cubicBezTo>
                  <a:cubicBezTo>
                    <a:pt x="1491869" y="1150239"/>
                    <a:pt x="1483868" y="1154303"/>
                    <a:pt x="1475867" y="1158240"/>
                  </a:cubicBezTo>
                  <a:cubicBezTo>
                    <a:pt x="1473708" y="1151255"/>
                    <a:pt x="1471168" y="1144397"/>
                    <a:pt x="1468628" y="1137539"/>
                  </a:cubicBezTo>
                  <a:lnTo>
                    <a:pt x="1467104" y="1133221"/>
                  </a:lnTo>
                  <a:cubicBezTo>
                    <a:pt x="1461389" y="1117727"/>
                    <a:pt x="1456690" y="1100963"/>
                    <a:pt x="1452880" y="1081405"/>
                  </a:cubicBezTo>
                  <a:cubicBezTo>
                    <a:pt x="1461008" y="1080516"/>
                    <a:pt x="1469136" y="1079627"/>
                    <a:pt x="1477391" y="1078738"/>
                  </a:cubicBezTo>
                  <a:close/>
                  <a:moveTo>
                    <a:pt x="1899412" y="0"/>
                  </a:moveTo>
                  <a:cubicBezTo>
                    <a:pt x="1836293" y="2159"/>
                    <a:pt x="1782191" y="60960"/>
                    <a:pt x="1738503" y="175006"/>
                  </a:cubicBezTo>
                  <a:cubicBezTo>
                    <a:pt x="1727962" y="202311"/>
                    <a:pt x="1716151" y="238633"/>
                    <a:pt x="1710563" y="274955"/>
                  </a:cubicBezTo>
                  <a:cubicBezTo>
                    <a:pt x="1700784" y="267208"/>
                    <a:pt x="1662176" y="236728"/>
                    <a:pt x="1662176" y="236728"/>
                  </a:cubicBezTo>
                  <a:cubicBezTo>
                    <a:pt x="1591564" y="181102"/>
                    <a:pt x="1528826" y="141351"/>
                    <a:pt x="1434973" y="114681"/>
                  </a:cubicBezTo>
                  <a:cubicBezTo>
                    <a:pt x="1325372" y="83566"/>
                    <a:pt x="1206500" y="67818"/>
                    <a:pt x="1081913" y="67818"/>
                  </a:cubicBezTo>
                  <a:cubicBezTo>
                    <a:pt x="950468" y="67818"/>
                    <a:pt x="813562" y="86106"/>
                    <a:pt x="686181" y="120650"/>
                  </a:cubicBezTo>
                  <a:cubicBezTo>
                    <a:pt x="494919" y="172466"/>
                    <a:pt x="304800" y="262255"/>
                    <a:pt x="121158" y="387350"/>
                  </a:cubicBezTo>
                  <a:cubicBezTo>
                    <a:pt x="77851" y="416814"/>
                    <a:pt x="37465" y="447294"/>
                    <a:pt x="0" y="478790"/>
                  </a:cubicBezTo>
                  <a:lnTo>
                    <a:pt x="127" y="478790"/>
                  </a:lnTo>
                  <a:lnTo>
                    <a:pt x="127" y="602234"/>
                  </a:lnTo>
                  <a:lnTo>
                    <a:pt x="127" y="602234"/>
                  </a:lnTo>
                  <a:cubicBezTo>
                    <a:pt x="54229" y="553466"/>
                    <a:pt x="117094" y="505206"/>
                    <a:pt x="188976" y="457200"/>
                  </a:cubicBezTo>
                  <a:cubicBezTo>
                    <a:pt x="353187" y="347472"/>
                    <a:pt x="539877" y="262763"/>
                    <a:pt x="728980" y="212344"/>
                  </a:cubicBezTo>
                  <a:cubicBezTo>
                    <a:pt x="837438" y="183388"/>
                    <a:pt x="951103" y="168783"/>
                    <a:pt x="1067054" y="168783"/>
                  </a:cubicBezTo>
                  <a:cubicBezTo>
                    <a:pt x="1212977" y="168783"/>
                    <a:pt x="1357122" y="192913"/>
                    <a:pt x="1483868" y="238760"/>
                  </a:cubicBezTo>
                  <a:cubicBezTo>
                    <a:pt x="1528953" y="255016"/>
                    <a:pt x="1572514" y="293497"/>
                    <a:pt x="1614551" y="330835"/>
                  </a:cubicBezTo>
                  <a:cubicBezTo>
                    <a:pt x="1631061" y="345440"/>
                    <a:pt x="1646555" y="359156"/>
                    <a:pt x="1662049" y="371475"/>
                  </a:cubicBezTo>
                  <a:cubicBezTo>
                    <a:pt x="1668145" y="376301"/>
                    <a:pt x="1674749" y="382016"/>
                    <a:pt x="1681861" y="387985"/>
                  </a:cubicBezTo>
                  <a:cubicBezTo>
                    <a:pt x="1719453" y="419989"/>
                    <a:pt x="1766316" y="459740"/>
                    <a:pt x="1816481" y="459740"/>
                  </a:cubicBezTo>
                  <a:cubicBezTo>
                    <a:pt x="1818640" y="459740"/>
                    <a:pt x="1820672" y="459613"/>
                    <a:pt x="1822831" y="459613"/>
                  </a:cubicBezTo>
                  <a:cubicBezTo>
                    <a:pt x="1850898" y="457581"/>
                    <a:pt x="1871091" y="436245"/>
                    <a:pt x="1870837" y="408813"/>
                  </a:cubicBezTo>
                  <a:cubicBezTo>
                    <a:pt x="1870583" y="379984"/>
                    <a:pt x="1848485" y="357124"/>
                    <a:pt x="1819529" y="355727"/>
                  </a:cubicBezTo>
                  <a:cubicBezTo>
                    <a:pt x="1819148" y="355727"/>
                    <a:pt x="1815846" y="355219"/>
                    <a:pt x="1807591" y="350139"/>
                  </a:cubicBezTo>
                  <a:cubicBezTo>
                    <a:pt x="1813052" y="263779"/>
                    <a:pt x="1839087" y="190246"/>
                    <a:pt x="1891030" y="116078"/>
                  </a:cubicBezTo>
                  <a:cubicBezTo>
                    <a:pt x="1912239" y="138811"/>
                    <a:pt x="1933702" y="160909"/>
                    <a:pt x="1954657" y="182372"/>
                  </a:cubicBezTo>
                  <a:cubicBezTo>
                    <a:pt x="2040763" y="270891"/>
                    <a:pt x="2122170" y="354457"/>
                    <a:pt x="2173097" y="469900"/>
                  </a:cubicBezTo>
                  <a:cubicBezTo>
                    <a:pt x="2223135" y="583565"/>
                    <a:pt x="2249170" y="716788"/>
                    <a:pt x="2252345" y="876681"/>
                  </a:cubicBezTo>
                  <a:cubicBezTo>
                    <a:pt x="2233930" y="875284"/>
                    <a:pt x="2215007" y="874649"/>
                    <a:pt x="2195703" y="874649"/>
                  </a:cubicBezTo>
                  <a:cubicBezTo>
                    <a:pt x="2087880" y="874649"/>
                    <a:pt x="1980184" y="896112"/>
                    <a:pt x="1876171" y="916813"/>
                  </a:cubicBezTo>
                  <a:cubicBezTo>
                    <a:pt x="1853946" y="921258"/>
                    <a:pt x="1831721" y="925576"/>
                    <a:pt x="1809623" y="929767"/>
                  </a:cubicBezTo>
                  <a:cubicBezTo>
                    <a:pt x="1727708" y="945261"/>
                    <a:pt x="1642999" y="953135"/>
                    <a:pt x="1560957" y="960755"/>
                  </a:cubicBezTo>
                  <a:cubicBezTo>
                    <a:pt x="1464056" y="969772"/>
                    <a:pt x="1364107" y="979043"/>
                    <a:pt x="1266317" y="1001014"/>
                  </a:cubicBezTo>
                  <a:cubicBezTo>
                    <a:pt x="1276223" y="962660"/>
                    <a:pt x="1295400" y="924941"/>
                    <a:pt x="1313942" y="888492"/>
                  </a:cubicBezTo>
                  <a:lnTo>
                    <a:pt x="1317244" y="882015"/>
                  </a:lnTo>
                  <a:cubicBezTo>
                    <a:pt x="1327785" y="861187"/>
                    <a:pt x="1339850" y="840232"/>
                    <a:pt x="1351407" y="819785"/>
                  </a:cubicBezTo>
                  <a:cubicBezTo>
                    <a:pt x="1376045" y="776732"/>
                    <a:pt x="1401445" y="732282"/>
                    <a:pt x="1417320" y="683768"/>
                  </a:cubicBezTo>
                  <a:cubicBezTo>
                    <a:pt x="1417574" y="683006"/>
                    <a:pt x="1417828" y="682371"/>
                    <a:pt x="1417955" y="681609"/>
                  </a:cubicBezTo>
                  <a:cubicBezTo>
                    <a:pt x="1423289" y="671068"/>
                    <a:pt x="1424305" y="658749"/>
                    <a:pt x="1421130" y="646430"/>
                  </a:cubicBezTo>
                  <a:cubicBezTo>
                    <a:pt x="1407668" y="594614"/>
                    <a:pt x="1327785" y="577215"/>
                    <a:pt x="1274953" y="565658"/>
                  </a:cubicBezTo>
                  <a:cubicBezTo>
                    <a:pt x="1266444" y="563880"/>
                    <a:pt x="1258951" y="562229"/>
                    <a:pt x="1253109" y="560705"/>
                  </a:cubicBezTo>
                  <a:cubicBezTo>
                    <a:pt x="1183259" y="542671"/>
                    <a:pt x="1103630" y="533908"/>
                    <a:pt x="1009650" y="533908"/>
                  </a:cubicBezTo>
                  <a:lnTo>
                    <a:pt x="997712" y="533908"/>
                  </a:lnTo>
                  <a:cubicBezTo>
                    <a:pt x="855726" y="534924"/>
                    <a:pt x="702945" y="562610"/>
                    <a:pt x="555752" y="613918"/>
                  </a:cubicBezTo>
                  <a:cubicBezTo>
                    <a:pt x="286385" y="707517"/>
                    <a:pt x="99822" y="828802"/>
                    <a:pt x="508" y="974725"/>
                  </a:cubicBezTo>
                  <a:cubicBezTo>
                    <a:pt x="381" y="974598"/>
                    <a:pt x="254" y="974471"/>
                    <a:pt x="127" y="974344"/>
                  </a:cubicBezTo>
                  <a:lnTo>
                    <a:pt x="127" y="1113790"/>
                  </a:lnTo>
                  <a:cubicBezTo>
                    <a:pt x="2794" y="1114298"/>
                    <a:pt x="5588" y="1114425"/>
                    <a:pt x="8382" y="1114425"/>
                  </a:cubicBezTo>
                  <a:cubicBezTo>
                    <a:pt x="27051" y="1114425"/>
                    <a:pt x="45085" y="1104392"/>
                    <a:pt x="54610" y="1088898"/>
                  </a:cubicBezTo>
                  <a:lnTo>
                    <a:pt x="55626" y="1088644"/>
                  </a:lnTo>
                  <a:cubicBezTo>
                    <a:pt x="99441" y="1079881"/>
                    <a:pt x="140716" y="1071626"/>
                    <a:pt x="183769" y="1067181"/>
                  </a:cubicBezTo>
                  <a:cubicBezTo>
                    <a:pt x="195199" y="1065911"/>
                    <a:pt x="207391" y="1065911"/>
                    <a:pt x="220345" y="1065784"/>
                  </a:cubicBezTo>
                  <a:cubicBezTo>
                    <a:pt x="252984" y="1065530"/>
                    <a:pt x="290068" y="1065403"/>
                    <a:pt x="321310" y="1044956"/>
                  </a:cubicBezTo>
                  <a:cubicBezTo>
                    <a:pt x="330200" y="1039241"/>
                    <a:pt x="336042" y="1030478"/>
                    <a:pt x="337947" y="1020445"/>
                  </a:cubicBezTo>
                  <a:cubicBezTo>
                    <a:pt x="338201" y="1019048"/>
                    <a:pt x="338328" y="1017778"/>
                    <a:pt x="338455" y="1016381"/>
                  </a:cubicBezTo>
                  <a:cubicBezTo>
                    <a:pt x="394716" y="990219"/>
                    <a:pt x="450088" y="961517"/>
                    <a:pt x="503809" y="933704"/>
                  </a:cubicBezTo>
                  <a:cubicBezTo>
                    <a:pt x="593852" y="887095"/>
                    <a:pt x="686943" y="838962"/>
                    <a:pt x="783844" y="802640"/>
                  </a:cubicBezTo>
                  <a:cubicBezTo>
                    <a:pt x="926338" y="749173"/>
                    <a:pt x="1051814" y="723265"/>
                    <a:pt x="1167511" y="723265"/>
                  </a:cubicBezTo>
                  <a:cubicBezTo>
                    <a:pt x="1211580" y="723265"/>
                    <a:pt x="1254887" y="727075"/>
                    <a:pt x="1296543" y="734822"/>
                  </a:cubicBezTo>
                  <a:cubicBezTo>
                    <a:pt x="1267841" y="780923"/>
                    <a:pt x="1241171" y="827151"/>
                    <a:pt x="1216787" y="872490"/>
                  </a:cubicBezTo>
                  <a:cubicBezTo>
                    <a:pt x="1190244" y="922020"/>
                    <a:pt x="1134999" y="1025144"/>
                    <a:pt x="1172591" y="1095248"/>
                  </a:cubicBezTo>
                  <a:cubicBezTo>
                    <a:pt x="1176147" y="1101852"/>
                    <a:pt x="1181227" y="1107059"/>
                    <a:pt x="1187450" y="1110488"/>
                  </a:cubicBezTo>
                  <a:cubicBezTo>
                    <a:pt x="1191006" y="1123823"/>
                    <a:pt x="1193673" y="1139190"/>
                    <a:pt x="1196594" y="1155065"/>
                  </a:cubicBezTo>
                  <a:cubicBezTo>
                    <a:pt x="1206246" y="1209167"/>
                    <a:pt x="1217295" y="1270508"/>
                    <a:pt x="1266444" y="1300607"/>
                  </a:cubicBezTo>
                  <a:cubicBezTo>
                    <a:pt x="1280541" y="1309243"/>
                    <a:pt x="1297559" y="1313688"/>
                    <a:pt x="1316990" y="1313688"/>
                  </a:cubicBezTo>
                  <a:cubicBezTo>
                    <a:pt x="1368425" y="1313688"/>
                    <a:pt x="1428623" y="1282827"/>
                    <a:pt x="1472438" y="1260348"/>
                  </a:cubicBezTo>
                  <a:cubicBezTo>
                    <a:pt x="1482217" y="1255268"/>
                    <a:pt x="1491107" y="1250823"/>
                    <a:pt x="1498600" y="1247267"/>
                  </a:cubicBezTo>
                  <a:lnTo>
                    <a:pt x="1518539" y="1237996"/>
                  </a:lnTo>
                  <a:cubicBezTo>
                    <a:pt x="1606423" y="1196721"/>
                    <a:pt x="1689481" y="1157732"/>
                    <a:pt x="1781556" y="1127633"/>
                  </a:cubicBezTo>
                  <a:cubicBezTo>
                    <a:pt x="1932559" y="1078103"/>
                    <a:pt x="2096008" y="1030478"/>
                    <a:pt x="2267585" y="1017016"/>
                  </a:cubicBezTo>
                  <a:cubicBezTo>
                    <a:pt x="2284222" y="1015746"/>
                    <a:pt x="2297811" y="1006729"/>
                    <a:pt x="2305177" y="993394"/>
                  </a:cubicBezTo>
                  <a:cubicBezTo>
                    <a:pt x="2305685" y="993394"/>
                    <a:pt x="2306828" y="993394"/>
                    <a:pt x="2306828" y="993394"/>
                  </a:cubicBezTo>
                  <a:cubicBezTo>
                    <a:pt x="2322195" y="993394"/>
                    <a:pt x="2336927" y="987171"/>
                    <a:pt x="2347468" y="976503"/>
                  </a:cubicBezTo>
                  <a:cubicBezTo>
                    <a:pt x="2353691" y="970153"/>
                    <a:pt x="2358263" y="962406"/>
                    <a:pt x="2360676" y="953897"/>
                  </a:cubicBezTo>
                  <a:lnTo>
                    <a:pt x="2360676" y="953897"/>
                  </a:lnTo>
                  <a:lnTo>
                    <a:pt x="2360676" y="878459"/>
                  </a:lnTo>
                  <a:lnTo>
                    <a:pt x="2360676" y="878459"/>
                  </a:lnTo>
                  <a:cubicBezTo>
                    <a:pt x="2350897" y="694817"/>
                    <a:pt x="2317750" y="546481"/>
                    <a:pt x="2257679" y="415417"/>
                  </a:cubicBezTo>
                  <a:cubicBezTo>
                    <a:pt x="2188083" y="263906"/>
                    <a:pt x="2073148" y="164719"/>
                    <a:pt x="1951482" y="59563"/>
                  </a:cubicBezTo>
                  <a:lnTo>
                    <a:pt x="1940560" y="50038"/>
                  </a:lnTo>
                  <a:cubicBezTo>
                    <a:pt x="1943989" y="41275"/>
                    <a:pt x="1943989" y="31369"/>
                    <a:pt x="1940052" y="22479"/>
                  </a:cubicBezTo>
                  <a:cubicBezTo>
                    <a:pt x="1934210" y="9271"/>
                    <a:pt x="1921002" y="508"/>
                    <a:pt x="1906397" y="0"/>
                  </a:cubicBezTo>
                  <a:lnTo>
                    <a:pt x="1905635" y="0"/>
                  </a:lnTo>
                  <a:close/>
                </a:path>
              </a:pathLst>
            </a:custGeom>
            <a:solidFill>
              <a:srgbClr val="FFF5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3500"/>
              <a:ext cx="2363851" cy="1314069"/>
            </a:xfrm>
            <a:custGeom>
              <a:avLst/>
              <a:gdLst/>
              <a:ahLst/>
              <a:cxnLst/>
              <a:rect l="l" t="t" r="r" b="b"/>
              <a:pathLst>
                <a:path w="2363851" h="1314069">
                  <a:moveTo>
                    <a:pt x="0" y="0"/>
                  </a:moveTo>
                  <a:lnTo>
                    <a:pt x="0" y="1314069"/>
                  </a:lnTo>
                  <a:lnTo>
                    <a:pt x="2363851" y="1314069"/>
                  </a:lnTo>
                  <a:lnTo>
                    <a:pt x="236385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2744403" y="250878"/>
            <a:ext cx="5865796" cy="1944492"/>
          </a:xfrm>
          <a:custGeom>
            <a:avLst/>
            <a:gdLst/>
            <a:ahLst/>
            <a:cxnLst/>
            <a:rect l="l" t="t" r="r" b="b"/>
            <a:pathLst>
              <a:path w="5865796" h="1944492">
                <a:moveTo>
                  <a:pt x="0" y="0"/>
                </a:moveTo>
                <a:lnTo>
                  <a:pt x="5865796" y="0"/>
                </a:lnTo>
                <a:lnTo>
                  <a:pt x="5865796" y="1944492"/>
                </a:lnTo>
                <a:lnTo>
                  <a:pt x="0" y="1944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52400" y="2228040"/>
            <a:ext cx="17754600" cy="7182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389"/>
              </a:lnSpc>
            </a:pPr>
            <a:r>
              <a:rPr lang="en-US" sz="3135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Database </a:t>
            </a:r>
            <a:r>
              <a:rPr lang="en-US" sz="3135" dirty="0" err="1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Desin</a:t>
            </a:r>
            <a:r>
              <a:rPr lang="en-US" sz="3135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 Using The Entity Framework:</a:t>
            </a:r>
          </a:p>
          <a:p>
            <a:pPr marL="800556" lvl="1" indent="-514350" algn="just">
              <a:lnSpc>
                <a:spcPts val="3475"/>
              </a:lnSpc>
              <a:buFont typeface="+mj-lt"/>
              <a:buAutoNum type="arabicParenR"/>
            </a:pPr>
            <a:r>
              <a:rPr lang="en-US" sz="2651" b="1" spc="10" dirty="0">
                <a:solidFill>
                  <a:schemeClr val="accent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ORM (object-Relational Mapping): </a:t>
            </a:r>
            <a:r>
              <a:rPr lang="en-US" sz="2651" spc="1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Used Entity Framework to connect the application with the database without manually writing most SQL </a:t>
            </a:r>
            <a:r>
              <a:rPr lang="en-US" sz="2651" spc="1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queriesCreated</a:t>
            </a:r>
            <a:r>
              <a:rPr lang="en-US" sz="2651" spc="1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model classes (entities) that represent database tables such as: Users, Products, Categories, Warehouses, </a:t>
            </a:r>
            <a:r>
              <a:rPr lang="en-US" sz="2651" spc="1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StockMovements</a:t>
            </a:r>
            <a:r>
              <a:rPr lang="en-US" sz="2651" spc="1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 Orders, </a:t>
            </a:r>
            <a:r>
              <a:rPr lang="en-US" sz="2651" spc="1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OrderItems</a:t>
            </a:r>
            <a:r>
              <a:rPr lang="en-US" sz="2651" spc="1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 Suppliers, Deliveries.</a:t>
            </a:r>
          </a:p>
          <a:p>
            <a:pPr marL="800556" lvl="1" indent="-514350" algn="just">
              <a:lnSpc>
                <a:spcPts val="3475"/>
              </a:lnSpc>
              <a:buFont typeface="+mj-lt"/>
              <a:buAutoNum type="arabicParenR"/>
            </a:pPr>
            <a:r>
              <a:rPr lang="en-US" sz="2651" b="1" spc="10" dirty="0">
                <a:solidFill>
                  <a:schemeClr val="accent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Table Relationships: </a:t>
            </a:r>
          </a:p>
          <a:p>
            <a:pPr lvl="2"/>
            <a:r>
              <a:rPr lang="en-US" sz="2800" dirty="0">
                <a:solidFill>
                  <a:schemeClr val="bg1"/>
                </a:solidFill>
              </a:rPr>
              <a:t>Defined clear relationships between entities, for example: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Users ↔ Roles</a:t>
            </a:r>
            <a:r>
              <a:rPr lang="en-US" sz="2800" dirty="0">
                <a:solidFill>
                  <a:schemeClr val="bg1"/>
                </a:solidFill>
              </a:rPr>
              <a:t> → </a:t>
            </a:r>
            <a:r>
              <a:rPr lang="en-US" sz="2800" i="1" dirty="0">
                <a:solidFill>
                  <a:schemeClr val="bg1"/>
                </a:solidFill>
              </a:rPr>
              <a:t>Many-to-One                                     </a:t>
            </a:r>
            <a:r>
              <a:rPr lang="en-US" sz="2800" b="1" dirty="0">
                <a:solidFill>
                  <a:schemeClr val="bg1"/>
                </a:solidFill>
              </a:rPr>
              <a:t>Products ↔ Categories</a:t>
            </a:r>
            <a:r>
              <a:rPr lang="en-US" sz="2800" dirty="0">
                <a:solidFill>
                  <a:schemeClr val="bg1"/>
                </a:solidFill>
              </a:rPr>
              <a:t> → </a:t>
            </a:r>
            <a:r>
              <a:rPr lang="en-US" sz="2800" i="1" dirty="0">
                <a:solidFill>
                  <a:schemeClr val="bg1"/>
                </a:solidFill>
              </a:rPr>
              <a:t>Many-to-One</a:t>
            </a:r>
            <a:endParaRPr lang="en-US" sz="2800" dirty="0">
              <a:solidFill>
                <a:schemeClr val="bg1"/>
              </a:solidFill>
            </a:endParaRPr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Orders ↔ Users (Customers)</a:t>
            </a:r>
            <a:r>
              <a:rPr lang="en-US" sz="2800" dirty="0">
                <a:solidFill>
                  <a:schemeClr val="bg1"/>
                </a:solidFill>
              </a:rPr>
              <a:t> → </a:t>
            </a:r>
            <a:r>
              <a:rPr lang="en-US" sz="2800" i="1" dirty="0">
                <a:solidFill>
                  <a:schemeClr val="bg1"/>
                </a:solidFill>
              </a:rPr>
              <a:t>Many-to-One            </a:t>
            </a:r>
            <a:r>
              <a:rPr lang="en-US" sz="2800" b="1" dirty="0">
                <a:solidFill>
                  <a:schemeClr val="bg1"/>
                </a:solidFill>
              </a:rPr>
              <a:t>Orders ↔ </a:t>
            </a:r>
            <a:r>
              <a:rPr lang="en-US" sz="2800" b="1" dirty="0" err="1">
                <a:solidFill>
                  <a:schemeClr val="bg1"/>
                </a:solidFill>
              </a:rPr>
              <a:t>OrderItems</a:t>
            </a:r>
            <a:r>
              <a:rPr lang="en-US" sz="2800" dirty="0">
                <a:solidFill>
                  <a:schemeClr val="bg1"/>
                </a:solidFill>
              </a:rPr>
              <a:t> → </a:t>
            </a:r>
            <a:r>
              <a:rPr lang="en-US" sz="2800" i="1" dirty="0">
                <a:solidFill>
                  <a:schemeClr val="bg1"/>
                </a:solidFill>
              </a:rPr>
              <a:t>One-to-Many</a:t>
            </a:r>
            <a:endParaRPr lang="en-US" sz="2800" dirty="0">
              <a:solidFill>
                <a:schemeClr val="bg1"/>
              </a:solidFill>
            </a:endParaRPr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Suppliers ↔ Products</a:t>
            </a:r>
            <a:r>
              <a:rPr lang="en-US" sz="2800" dirty="0">
                <a:solidFill>
                  <a:schemeClr val="bg1"/>
                </a:solidFill>
              </a:rPr>
              <a:t> → </a:t>
            </a:r>
            <a:r>
              <a:rPr lang="en-US" sz="2800" i="1" dirty="0">
                <a:solidFill>
                  <a:schemeClr val="bg1"/>
                </a:solidFill>
              </a:rPr>
              <a:t>Many-to-Many                      </a:t>
            </a:r>
            <a:r>
              <a:rPr lang="en-US" sz="2800" b="1" dirty="0">
                <a:solidFill>
                  <a:schemeClr val="bg1"/>
                </a:solidFill>
              </a:rPr>
              <a:t>Orders ↔ Deliveries</a:t>
            </a:r>
            <a:r>
              <a:rPr lang="en-US" sz="2800" dirty="0">
                <a:solidFill>
                  <a:schemeClr val="bg1"/>
                </a:solidFill>
              </a:rPr>
              <a:t> → </a:t>
            </a:r>
            <a:r>
              <a:rPr lang="en-US" sz="2800" i="1" dirty="0">
                <a:solidFill>
                  <a:schemeClr val="bg1"/>
                </a:solidFill>
              </a:rPr>
              <a:t>One-to-One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Products ↔ Warehouses</a:t>
            </a:r>
            <a:r>
              <a:rPr lang="en-US" sz="2800" dirty="0">
                <a:solidFill>
                  <a:schemeClr val="bg1"/>
                </a:solidFill>
              </a:rPr>
              <a:t> → </a:t>
            </a:r>
            <a:r>
              <a:rPr lang="en-US" sz="2800" i="1" dirty="0">
                <a:solidFill>
                  <a:schemeClr val="bg1"/>
                </a:solidFill>
              </a:rPr>
              <a:t>Many-to-Many</a:t>
            </a:r>
            <a:r>
              <a:rPr lang="en-US" sz="2800" dirty="0">
                <a:solidFill>
                  <a:schemeClr val="bg1"/>
                </a:solidFill>
              </a:rPr>
              <a:t> through </a:t>
            </a:r>
            <a:r>
              <a:rPr lang="en-US" sz="2800" b="1" dirty="0" err="1">
                <a:solidFill>
                  <a:schemeClr val="bg1"/>
                </a:solidFill>
              </a:rPr>
              <a:t>StockMovements</a:t>
            </a:r>
            <a:endParaRPr lang="en-US" sz="2800" dirty="0">
              <a:solidFill>
                <a:schemeClr val="bg1"/>
              </a:solidFill>
            </a:endParaRPr>
          </a:p>
          <a:p>
            <a:pPr marL="800556" lvl="1" indent="-514350" algn="just">
              <a:lnSpc>
                <a:spcPts val="3475"/>
              </a:lnSpc>
              <a:buFont typeface="+mj-lt"/>
              <a:buAutoNum type="arabicParenR"/>
            </a:pPr>
            <a:r>
              <a:rPr lang="en-US" sz="2651" b="1" spc="10" dirty="0">
                <a:solidFill>
                  <a:schemeClr val="accent6"/>
                </a:solidFill>
                <a:latin typeface="Canva Sans Bold"/>
                <a:sym typeface="Baloo Thambi"/>
              </a:rPr>
              <a:t>SQL Server as a Database:</a:t>
            </a:r>
          </a:p>
          <a:p>
            <a:pPr marL="572411" lvl="1" indent="-286205" algn="just">
              <a:lnSpc>
                <a:spcPts val="3475"/>
              </a:lnSpc>
              <a:buFont typeface="Arial"/>
              <a:buChar char="•"/>
            </a:pPr>
            <a:r>
              <a:rPr lang="en-US" sz="2651" b="1" spc="63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Chosen for its high performance, reliable transaction handling, and scalability.</a:t>
            </a:r>
          </a:p>
          <a:p>
            <a:pPr marL="572411" lvl="1" indent="-286205" algn="just">
              <a:lnSpc>
                <a:spcPts val="3475"/>
              </a:lnSpc>
              <a:buFont typeface="Arial"/>
              <a:buChar char="•"/>
            </a:pPr>
            <a:r>
              <a:rPr lang="en-US" sz="2651" b="1" spc="63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Supports complex queries needed for stock analytics, inventory status, order history, and warehouse reporting.</a:t>
            </a:r>
          </a:p>
          <a:p>
            <a:pPr marL="572411" lvl="1" indent="-286205" algn="just">
              <a:lnSpc>
                <a:spcPts val="3475"/>
              </a:lnSpc>
              <a:buFont typeface="Arial"/>
              <a:buChar char="•"/>
            </a:pPr>
            <a:r>
              <a:rPr lang="en-US" sz="2651" b="1" spc="63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Works efficiently with Entity Framework for migrations, seeding, and schema updates</a:t>
            </a:r>
            <a:r>
              <a:rPr lang="en-US" sz="2651" spc="6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 rot="9960">
            <a:off x="2918627" y="534152"/>
            <a:ext cx="5313359" cy="88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9"/>
              </a:lnSpc>
            </a:pPr>
            <a:r>
              <a:rPr lang="en-US" sz="4863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DATABASE DESIGN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5666756" y="742855"/>
            <a:ext cx="7132425" cy="2244576"/>
            <a:chOff x="0" y="0"/>
            <a:chExt cx="7132422" cy="22445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45020" cy="2244598"/>
            </a:xfrm>
            <a:custGeom>
              <a:avLst/>
              <a:gdLst/>
              <a:ahLst/>
              <a:cxnLst/>
              <a:rect l="l" t="t" r="r" b="b"/>
              <a:pathLst>
                <a:path w="7145020" h="2244598">
                  <a:moveTo>
                    <a:pt x="6739890" y="59690"/>
                  </a:moveTo>
                  <a:cubicBezTo>
                    <a:pt x="6762877" y="74041"/>
                    <a:pt x="6782943" y="85598"/>
                    <a:pt x="6803136" y="99949"/>
                  </a:cubicBezTo>
                  <a:cubicBezTo>
                    <a:pt x="6854825" y="143002"/>
                    <a:pt x="6909435" y="180340"/>
                    <a:pt x="6964045" y="217678"/>
                  </a:cubicBezTo>
                  <a:cubicBezTo>
                    <a:pt x="7030085" y="257937"/>
                    <a:pt x="7035926" y="318262"/>
                    <a:pt x="7033006" y="390017"/>
                  </a:cubicBezTo>
                  <a:cubicBezTo>
                    <a:pt x="6941058" y="352679"/>
                    <a:pt x="6857746" y="303784"/>
                    <a:pt x="6780149" y="246380"/>
                  </a:cubicBezTo>
                  <a:cubicBezTo>
                    <a:pt x="6742811" y="214757"/>
                    <a:pt x="6748526" y="165989"/>
                    <a:pt x="6739890" y="125730"/>
                  </a:cubicBezTo>
                  <a:cubicBezTo>
                    <a:pt x="6736969" y="102743"/>
                    <a:pt x="6736969" y="82677"/>
                    <a:pt x="6739890" y="59690"/>
                  </a:cubicBezTo>
                  <a:close/>
                  <a:moveTo>
                    <a:pt x="6765798" y="292354"/>
                  </a:moveTo>
                  <a:cubicBezTo>
                    <a:pt x="6808851" y="321056"/>
                    <a:pt x="6840474" y="344043"/>
                    <a:pt x="6872097" y="364236"/>
                  </a:cubicBezTo>
                  <a:lnTo>
                    <a:pt x="6946773" y="413131"/>
                  </a:lnTo>
                  <a:cubicBezTo>
                    <a:pt x="7041642" y="473456"/>
                    <a:pt x="7044436" y="473456"/>
                    <a:pt x="7033006" y="605663"/>
                  </a:cubicBezTo>
                  <a:lnTo>
                    <a:pt x="6803136" y="479298"/>
                  </a:lnTo>
                  <a:cubicBezTo>
                    <a:pt x="6791706" y="470662"/>
                    <a:pt x="6783070" y="462026"/>
                    <a:pt x="6780149" y="447675"/>
                  </a:cubicBezTo>
                  <a:cubicBezTo>
                    <a:pt x="6774434" y="401701"/>
                    <a:pt x="6771513" y="355727"/>
                    <a:pt x="6765798" y="292481"/>
                  </a:cubicBezTo>
                  <a:close/>
                  <a:moveTo>
                    <a:pt x="6794500" y="493395"/>
                  </a:moveTo>
                  <a:lnTo>
                    <a:pt x="7038721" y="637032"/>
                  </a:lnTo>
                  <a:cubicBezTo>
                    <a:pt x="7041642" y="700278"/>
                    <a:pt x="7044436" y="766318"/>
                    <a:pt x="7050151" y="838073"/>
                  </a:cubicBezTo>
                  <a:lnTo>
                    <a:pt x="6794500" y="734822"/>
                  </a:lnTo>
                  <a:lnTo>
                    <a:pt x="6794500" y="493522"/>
                  </a:lnTo>
                  <a:close/>
                  <a:moveTo>
                    <a:pt x="6797421" y="780669"/>
                  </a:moveTo>
                  <a:lnTo>
                    <a:pt x="7055993" y="904240"/>
                  </a:lnTo>
                  <a:lnTo>
                    <a:pt x="7055993" y="1093851"/>
                  </a:lnTo>
                  <a:cubicBezTo>
                    <a:pt x="7038721" y="1090930"/>
                    <a:pt x="7021575" y="1085215"/>
                    <a:pt x="7004303" y="1079500"/>
                  </a:cubicBezTo>
                  <a:cubicBezTo>
                    <a:pt x="6958330" y="1059434"/>
                    <a:pt x="6915276" y="1033526"/>
                    <a:pt x="6866382" y="1016254"/>
                  </a:cubicBezTo>
                  <a:cubicBezTo>
                    <a:pt x="6817487" y="998982"/>
                    <a:pt x="6794500" y="973201"/>
                    <a:pt x="6797421" y="921385"/>
                  </a:cubicBezTo>
                  <a:cubicBezTo>
                    <a:pt x="6800342" y="878332"/>
                    <a:pt x="6797421" y="835152"/>
                    <a:pt x="6797421" y="780669"/>
                  </a:cubicBezTo>
                  <a:close/>
                  <a:moveTo>
                    <a:pt x="6803136" y="1021969"/>
                  </a:moveTo>
                  <a:cubicBezTo>
                    <a:pt x="6834759" y="1033399"/>
                    <a:pt x="6854825" y="1042035"/>
                    <a:pt x="6875018" y="1053592"/>
                  </a:cubicBezTo>
                  <a:cubicBezTo>
                    <a:pt x="6909435" y="1073658"/>
                    <a:pt x="6943978" y="1093851"/>
                    <a:pt x="6978396" y="1108202"/>
                  </a:cubicBezTo>
                  <a:cubicBezTo>
                    <a:pt x="7053072" y="1131189"/>
                    <a:pt x="7078980" y="1180084"/>
                    <a:pt x="7076059" y="1251839"/>
                  </a:cubicBezTo>
                  <a:cubicBezTo>
                    <a:pt x="7076059" y="1283462"/>
                    <a:pt x="7078980" y="1315085"/>
                    <a:pt x="7081774" y="1355217"/>
                  </a:cubicBezTo>
                  <a:lnTo>
                    <a:pt x="6820281" y="1208786"/>
                  </a:lnTo>
                  <a:cubicBezTo>
                    <a:pt x="6814566" y="1154176"/>
                    <a:pt x="6808851" y="1096772"/>
                    <a:pt x="6803010" y="1022096"/>
                  </a:cubicBezTo>
                  <a:close/>
                  <a:moveTo>
                    <a:pt x="6820408" y="1260475"/>
                  </a:moveTo>
                  <a:cubicBezTo>
                    <a:pt x="6906640" y="1303528"/>
                    <a:pt x="6984111" y="1340866"/>
                    <a:pt x="7058914" y="1384046"/>
                  </a:cubicBezTo>
                  <a:cubicBezTo>
                    <a:pt x="7073265" y="1392682"/>
                    <a:pt x="7081901" y="1409954"/>
                    <a:pt x="7084822" y="1427099"/>
                  </a:cubicBezTo>
                  <a:cubicBezTo>
                    <a:pt x="7090537" y="1478788"/>
                    <a:pt x="7093458" y="1533398"/>
                    <a:pt x="7096252" y="1585087"/>
                  </a:cubicBezTo>
                  <a:lnTo>
                    <a:pt x="7081901" y="1596517"/>
                  </a:lnTo>
                  <a:lnTo>
                    <a:pt x="6820408" y="1447165"/>
                  </a:lnTo>
                  <a:lnTo>
                    <a:pt x="6820408" y="1260475"/>
                  </a:lnTo>
                  <a:close/>
                  <a:moveTo>
                    <a:pt x="6814693" y="1475994"/>
                  </a:moveTo>
                  <a:cubicBezTo>
                    <a:pt x="6900925" y="1530604"/>
                    <a:pt x="6987032" y="1579372"/>
                    <a:pt x="7070344" y="1631188"/>
                  </a:cubicBezTo>
                  <a:cubicBezTo>
                    <a:pt x="7081774" y="1636903"/>
                    <a:pt x="7090410" y="1648460"/>
                    <a:pt x="7093331" y="1662811"/>
                  </a:cubicBezTo>
                  <a:cubicBezTo>
                    <a:pt x="7093331" y="1705864"/>
                    <a:pt x="7087615" y="1749044"/>
                    <a:pt x="7084695" y="1797812"/>
                  </a:cubicBezTo>
                  <a:lnTo>
                    <a:pt x="6785863" y="1573784"/>
                  </a:lnTo>
                  <a:lnTo>
                    <a:pt x="6814565" y="1476121"/>
                  </a:lnTo>
                  <a:close/>
                  <a:moveTo>
                    <a:pt x="6423660" y="52070"/>
                  </a:moveTo>
                  <a:cubicBezTo>
                    <a:pt x="6503416" y="52070"/>
                    <a:pt x="6584315" y="53975"/>
                    <a:pt x="6668008" y="53975"/>
                  </a:cubicBezTo>
                  <a:cubicBezTo>
                    <a:pt x="6685280" y="120015"/>
                    <a:pt x="6696710" y="188976"/>
                    <a:pt x="6708267" y="263652"/>
                  </a:cubicBezTo>
                  <a:cubicBezTo>
                    <a:pt x="6728333" y="467614"/>
                    <a:pt x="6739889" y="674497"/>
                    <a:pt x="6736969" y="881380"/>
                  </a:cubicBezTo>
                  <a:cubicBezTo>
                    <a:pt x="6736969" y="990600"/>
                    <a:pt x="6751320" y="1102614"/>
                    <a:pt x="6754240" y="1211707"/>
                  </a:cubicBezTo>
                  <a:cubicBezTo>
                    <a:pt x="6757161" y="1295019"/>
                    <a:pt x="6754240" y="1381252"/>
                    <a:pt x="6748525" y="1464564"/>
                  </a:cubicBezTo>
                  <a:cubicBezTo>
                    <a:pt x="6742810" y="1536446"/>
                    <a:pt x="6737095" y="1539240"/>
                    <a:pt x="6665213" y="1544955"/>
                  </a:cubicBezTo>
                  <a:cubicBezTo>
                    <a:pt x="6547484" y="1550670"/>
                    <a:pt x="6429628" y="1556385"/>
                    <a:pt x="6314693" y="1567942"/>
                  </a:cubicBezTo>
                  <a:cubicBezTo>
                    <a:pt x="6082029" y="1590929"/>
                    <a:pt x="5843523" y="1613916"/>
                    <a:pt x="5610859" y="1645539"/>
                  </a:cubicBezTo>
                  <a:cubicBezTo>
                    <a:pt x="5335015" y="1679956"/>
                    <a:pt x="5053456" y="1702943"/>
                    <a:pt x="4774818" y="1708785"/>
                  </a:cubicBezTo>
                  <a:cubicBezTo>
                    <a:pt x="4231893" y="1723136"/>
                    <a:pt x="3691762" y="1743202"/>
                    <a:pt x="3148710" y="1760474"/>
                  </a:cubicBezTo>
                  <a:cubicBezTo>
                    <a:pt x="2852800" y="1769110"/>
                    <a:pt x="2556890" y="1783461"/>
                    <a:pt x="2260980" y="1789176"/>
                  </a:cubicBezTo>
                  <a:cubicBezTo>
                    <a:pt x="1746757" y="1800606"/>
                    <a:pt x="1235328" y="1809242"/>
                    <a:pt x="724026" y="1820799"/>
                  </a:cubicBezTo>
                  <a:cubicBezTo>
                    <a:pt x="522985" y="1823720"/>
                    <a:pt x="318896" y="1840865"/>
                    <a:pt x="117855" y="1849501"/>
                  </a:cubicBezTo>
                  <a:lnTo>
                    <a:pt x="83312" y="1849501"/>
                  </a:lnTo>
                  <a:cubicBezTo>
                    <a:pt x="80391" y="1840865"/>
                    <a:pt x="77597" y="1829435"/>
                    <a:pt x="77597" y="1820799"/>
                  </a:cubicBezTo>
                  <a:cubicBezTo>
                    <a:pt x="68961" y="1639824"/>
                    <a:pt x="68961" y="1458849"/>
                    <a:pt x="80518" y="1277874"/>
                  </a:cubicBezTo>
                  <a:cubicBezTo>
                    <a:pt x="97663" y="1079500"/>
                    <a:pt x="106299" y="884174"/>
                    <a:pt x="117729" y="685927"/>
                  </a:cubicBezTo>
                  <a:cubicBezTo>
                    <a:pt x="123444" y="576707"/>
                    <a:pt x="126365" y="470408"/>
                    <a:pt x="129159" y="361315"/>
                  </a:cubicBezTo>
                  <a:cubicBezTo>
                    <a:pt x="132080" y="283718"/>
                    <a:pt x="134874" y="275082"/>
                    <a:pt x="215392" y="263652"/>
                  </a:cubicBezTo>
                  <a:cubicBezTo>
                    <a:pt x="373380" y="237744"/>
                    <a:pt x="534289" y="217678"/>
                    <a:pt x="692277" y="200406"/>
                  </a:cubicBezTo>
                  <a:cubicBezTo>
                    <a:pt x="918972" y="176784"/>
                    <a:pt x="1146302" y="171323"/>
                    <a:pt x="1373886" y="171323"/>
                  </a:cubicBezTo>
                  <a:cubicBezTo>
                    <a:pt x="1569847" y="171323"/>
                    <a:pt x="1766062" y="175387"/>
                    <a:pt x="1962404" y="175387"/>
                  </a:cubicBezTo>
                  <a:cubicBezTo>
                    <a:pt x="2009267" y="175387"/>
                    <a:pt x="2056003" y="175133"/>
                    <a:pt x="2102866" y="174625"/>
                  </a:cubicBezTo>
                  <a:cubicBezTo>
                    <a:pt x="2654427" y="165989"/>
                    <a:pt x="3203194" y="148717"/>
                    <a:pt x="3754755" y="140208"/>
                  </a:cubicBezTo>
                  <a:cubicBezTo>
                    <a:pt x="3876802" y="138811"/>
                    <a:pt x="3998214" y="138811"/>
                    <a:pt x="4119626" y="138811"/>
                  </a:cubicBezTo>
                  <a:cubicBezTo>
                    <a:pt x="4241038" y="138811"/>
                    <a:pt x="4362450" y="138811"/>
                    <a:pt x="4484497" y="137414"/>
                  </a:cubicBezTo>
                  <a:cubicBezTo>
                    <a:pt x="4794758" y="134493"/>
                    <a:pt x="5105019" y="131699"/>
                    <a:pt x="5415280" y="117348"/>
                  </a:cubicBezTo>
                  <a:cubicBezTo>
                    <a:pt x="5691124" y="105918"/>
                    <a:pt x="5969762" y="74295"/>
                    <a:pt x="6245606" y="57023"/>
                  </a:cubicBezTo>
                  <a:cubicBezTo>
                    <a:pt x="6304661" y="53340"/>
                    <a:pt x="6363843" y="52324"/>
                    <a:pt x="6423533" y="52324"/>
                  </a:cubicBezTo>
                  <a:close/>
                  <a:moveTo>
                    <a:pt x="6687820" y="1596771"/>
                  </a:moveTo>
                  <a:cubicBezTo>
                    <a:pt x="6738238" y="1596771"/>
                    <a:pt x="6780149" y="1619123"/>
                    <a:pt x="6820281" y="1657096"/>
                  </a:cubicBezTo>
                  <a:cubicBezTo>
                    <a:pt x="6874890" y="1703070"/>
                    <a:pt x="6932295" y="1749044"/>
                    <a:pt x="6992620" y="1792097"/>
                  </a:cubicBezTo>
                  <a:lnTo>
                    <a:pt x="7035673" y="1826514"/>
                  </a:lnTo>
                  <a:cubicBezTo>
                    <a:pt x="7027037" y="1835150"/>
                    <a:pt x="7021322" y="1843786"/>
                    <a:pt x="7015607" y="1843786"/>
                  </a:cubicBezTo>
                  <a:cubicBezTo>
                    <a:pt x="7011670" y="1843659"/>
                    <a:pt x="7007733" y="1843659"/>
                    <a:pt x="7003796" y="1843659"/>
                  </a:cubicBezTo>
                  <a:cubicBezTo>
                    <a:pt x="6916547" y="1843659"/>
                    <a:pt x="6836664" y="1873377"/>
                    <a:pt x="6754114" y="1892681"/>
                  </a:cubicBezTo>
                  <a:cubicBezTo>
                    <a:pt x="6746748" y="1895348"/>
                    <a:pt x="6739001" y="1896618"/>
                    <a:pt x="6731254" y="1896618"/>
                  </a:cubicBezTo>
                  <a:cubicBezTo>
                    <a:pt x="6706108" y="1896618"/>
                    <a:pt x="6681089" y="1883029"/>
                    <a:pt x="6667881" y="1861058"/>
                  </a:cubicBezTo>
                  <a:cubicBezTo>
                    <a:pt x="6613272" y="1789176"/>
                    <a:pt x="6555867" y="1723136"/>
                    <a:pt x="6498336" y="1654175"/>
                  </a:cubicBezTo>
                  <a:cubicBezTo>
                    <a:pt x="6492621" y="1642745"/>
                    <a:pt x="6483985" y="1631188"/>
                    <a:pt x="6478270" y="1619758"/>
                  </a:cubicBezTo>
                  <a:cubicBezTo>
                    <a:pt x="6495542" y="1616837"/>
                    <a:pt x="6509893" y="1614043"/>
                    <a:pt x="6527165" y="1611122"/>
                  </a:cubicBezTo>
                  <a:cubicBezTo>
                    <a:pt x="6564503" y="1611122"/>
                    <a:pt x="6604762" y="1608201"/>
                    <a:pt x="6642100" y="1602486"/>
                  </a:cubicBezTo>
                  <a:cubicBezTo>
                    <a:pt x="6658102" y="1598676"/>
                    <a:pt x="6673342" y="1596771"/>
                    <a:pt x="6687820" y="1596771"/>
                  </a:cubicBezTo>
                  <a:close/>
                  <a:moveTo>
                    <a:pt x="6409436" y="1616837"/>
                  </a:moveTo>
                  <a:cubicBezTo>
                    <a:pt x="6423787" y="1619758"/>
                    <a:pt x="6438138" y="1625473"/>
                    <a:pt x="6449695" y="1636903"/>
                  </a:cubicBezTo>
                  <a:cubicBezTo>
                    <a:pt x="6521576" y="1723136"/>
                    <a:pt x="6593332" y="1809242"/>
                    <a:pt x="6673723" y="1906905"/>
                  </a:cubicBezTo>
                  <a:lnTo>
                    <a:pt x="6328918" y="1952879"/>
                  </a:lnTo>
                  <a:lnTo>
                    <a:pt x="6133592" y="1631061"/>
                  </a:lnTo>
                  <a:cubicBezTo>
                    <a:pt x="6231255" y="1625346"/>
                    <a:pt x="6320282" y="1619631"/>
                    <a:pt x="6409436" y="1616710"/>
                  </a:cubicBezTo>
                  <a:close/>
                  <a:moveTo>
                    <a:pt x="6099175" y="1636903"/>
                  </a:moveTo>
                  <a:lnTo>
                    <a:pt x="6291707" y="1958721"/>
                  </a:lnTo>
                  <a:lnTo>
                    <a:pt x="5912485" y="2010410"/>
                  </a:lnTo>
                  <a:lnTo>
                    <a:pt x="5725795" y="1682877"/>
                  </a:lnTo>
                  <a:lnTo>
                    <a:pt x="6099302" y="1636903"/>
                  </a:lnTo>
                  <a:close/>
                  <a:moveTo>
                    <a:pt x="5694045" y="1691513"/>
                  </a:moveTo>
                  <a:lnTo>
                    <a:pt x="5869305" y="2013331"/>
                  </a:lnTo>
                  <a:cubicBezTo>
                    <a:pt x="5800344" y="2016252"/>
                    <a:pt x="5740019" y="2021967"/>
                    <a:pt x="5679694" y="2021967"/>
                  </a:cubicBezTo>
                  <a:cubicBezTo>
                    <a:pt x="5668264" y="2019046"/>
                    <a:pt x="5656707" y="2013331"/>
                    <a:pt x="5648071" y="2001901"/>
                  </a:cubicBezTo>
                  <a:cubicBezTo>
                    <a:pt x="5593461" y="1909953"/>
                    <a:pt x="5541772" y="1818005"/>
                    <a:pt x="5484368" y="1717421"/>
                  </a:cubicBezTo>
                  <a:lnTo>
                    <a:pt x="5694045" y="1691513"/>
                  </a:lnTo>
                  <a:close/>
                  <a:moveTo>
                    <a:pt x="5455539" y="1717421"/>
                  </a:moveTo>
                  <a:lnTo>
                    <a:pt x="5607812" y="2024761"/>
                  </a:lnTo>
                  <a:lnTo>
                    <a:pt x="5360796" y="2036191"/>
                  </a:lnTo>
                  <a:lnTo>
                    <a:pt x="5205602" y="1743202"/>
                  </a:lnTo>
                  <a:lnTo>
                    <a:pt x="5455538" y="1717294"/>
                  </a:lnTo>
                  <a:close/>
                  <a:moveTo>
                    <a:pt x="5156708" y="1746123"/>
                  </a:moveTo>
                  <a:cubicBezTo>
                    <a:pt x="5196967" y="1843786"/>
                    <a:pt x="5234305" y="1935734"/>
                    <a:pt x="5277358" y="2036318"/>
                  </a:cubicBezTo>
                  <a:lnTo>
                    <a:pt x="4938395" y="2056384"/>
                  </a:lnTo>
                  <a:lnTo>
                    <a:pt x="4777486" y="1760474"/>
                  </a:lnTo>
                  <a:lnTo>
                    <a:pt x="5156708" y="1746123"/>
                  </a:lnTo>
                  <a:close/>
                  <a:moveTo>
                    <a:pt x="4654296" y="1756283"/>
                  </a:moveTo>
                  <a:cubicBezTo>
                    <a:pt x="4679188" y="1756283"/>
                    <a:pt x="4703826" y="1756664"/>
                    <a:pt x="4728718" y="1757553"/>
                  </a:cubicBezTo>
                  <a:cubicBezTo>
                    <a:pt x="4743069" y="1760474"/>
                    <a:pt x="4754626" y="1768983"/>
                    <a:pt x="4763134" y="1783461"/>
                  </a:cubicBezTo>
                  <a:cubicBezTo>
                    <a:pt x="4806188" y="1869694"/>
                    <a:pt x="4846446" y="1961642"/>
                    <a:pt x="4892420" y="2059305"/>
                  </a:cubicBezTo>
                  <a:lnTo>
                    <a:pt x="4642484" y="2076577"/>
                  </a:lnTo>
                  <a:lnTo>
                    <a:pt x="4495926" y="1757680"/>
                  </a:lnTo>
                  <a:cubicBezTo>
                    <a:pt x="4553330" y="1757680"/>
                    <a:pt x="4604511" y="1756410"/>
                    <a:pt x="4654295" y="1756410"/>
                  </a:cubicBezTo>
                  <a:close/>
                  <a:moveTo>
                    <a:pt x="4214368" y="1777619"/>
                  </a:moveTo>
                  <a:lnTo>
                    <a:pt x="4337939" y="2087880"/>
                  </a:lnTo>
                  <a:lnTo>
                    <a:pt x="4036441" y="2087880"/>
                  </a:lnTo>
                  <a:lnTo>
                    <a:pt x="3927221" y="1777619"/>
                  </a:lnTo>
                  <a:close/>
                  <a:moveTo>
                    <a:pt x="4455668" y="1763268"/>
                  </a:moveTo>
                  <a:cubicBezTo>
                    <a:pt x="4455668" y="1763268"/>
                    <a:pt x="4455668" y="1763268"/>
                    <a:pt x="4455668" y="1763268"/>
                  </a:cubicBezTo>
                  <a:cubicBezTo>
                    <a:pt x="4470019" y="1763268"/>
                    <a:pt x="4481576" y="1771904"/>
                    <a:pt x="4487290" y="1783334"/>
                  </a:cubicBezTo>
                  <a:cubicBezTo>
                    <a:pt x="4533264" y="1878203"/>
                    <a:pt x="4576318" y="1972945"/>
                    <a:pt x="4622292" y="2076323"/>
                  </a:cubicBezTo>
                  <a:lnTo>
                    <a:pt x="4372356" y="2087753"/>
                  </a:lnTo>
                  <a:cubicBezTo>
                    <a:pt x="4332096" y="1981454"/>
                    <a:pt x="4291965" y="1880870"/>
                    <a:pt x="4245990" y="1768856"/>
                  </a:cubicBezTo>
                  <a:cubicBezTo>
                    <a:pt x="4317872" y="1768856"/>
                    <a:pt x="4386706" y="1763141"/>
                    <a:pt x="4455668" y="1763141"/>
                  </a:cubicBezTo>
                  <a:close/>
                  <a:moveTo>
                    <a:pt x="3878199" y="1783334"/>
                  </a:moveTo>
                  <a:lnTo>
                    <a:pt x="4004564" y="2093595"/>
                  </a:lnTo>
                  <a:lnTo>
                    <a:pt x="3728720" y="2105025"/>
                  </a:lnTo>
                  <a:lnTo>
                    <a:pt x="3559175" y="1789049"/>
                  </a:lnTo>
                  <a:cubicBezTo>
                    <a:pt x="3616578" y="1786128"/>
                    <a:pt x="3671189" y="1783334"/>
                    <a:pt x="3720084" y="1783334"/>
                  </a:cubicBezTo>
                  <a:close/>
                  <a:moveTo>
                    <a:pt x="3533394" y="1791970"/>
                  </a:moveTo>
                  <a:cubicBezTo>
                    <a:pt x="3576447" y="1898269"/>
                    <a:pt x="3616706" y="1998853"/>
                    <a:pt x="3662680" y="2107946"/>
                  </a:cubicBezTo>
                  <a:cubicBezTo>
                    <a:pt x="3642614" y="2110867"/>
                    <a:pt x="3619626" y="2113661"/>
                    <a:pt x="3599433" y="2116582"/>
                  </a:cubicBezTo>
                  <a:cubicBezTo>
                    <a:pt x="3542030" y="2119503"/>
                    <a:pt x="3484499" y="2122297"/>
                    <a:pt x="3427094" y="2128012"/>
                  </a:cubicBezTo>
                  <a:cubicBezTo>
                    <a:pt x="3422649" y="2129028"/>
                    <a:pt x="3418204" y="2129536"/>
                    <a:pt x="3413886" y="2129536"/>
                  </a:cubicBezTo>
                  <a:cubicBezTo>
                    <a:pt x="3392804" y="2129536"/>
                    <a:pt x="3373500" y="2118359"/>
                    <a:pt x="3363975" y="2099309"/>
                  </a:cubicBezTo>
                  <a:cubicBezTo>
                    <a:pt x="3318001" y="2004440"/>
                    <a:pt x="3274948" y="1909699"/>
                    <a:pt x="3223259" y="1806320"/>
                  </a:cubicBezTo>
                  <a:lnTo>
                    <a:pt x="3533520" y="1791969"/>
                  </a:lnTo>
                  <a:close/>
                  <a:moveTo>
                    <a:pt x="2719578" y="1823974"/>
                  </a:moveTo>
                  <a:cubicBezTo>
                    <a:pt x="2752090" y="1823974"/>
                    <a:pt x="2784475" y="1825625"/>
                    <a:pt x="2812288" y="1829308"/>
                  </a:cubicBezTo>
                  <a:cubicBezTo>
                    <a:pt x="2843911" y="1929892"/>
                    <a:pt x="2878328" y="2036191"/>
                    <a:pt x="2912872" y="2145284"/>
                  </a:cubicBezTo>
                  <a:lnTo>
                    <a:pt x="2666111" y="2145284"/>
                  </a:lnTo>
                  <a:cubicBezTo>
                    <a:pt x="2628773" y="2044700"/>
                    <a:pt x="2588514" y="1941322"/>
                    <a:pt x="2551176" y="1840738"/>
                  </a:cubicBezTo>
                  <a:cubicBezTo>
                    <a:pt x="2582291" y="1830959"/>
                    <a:pt x="2651633" y="1823974"/>
                    <a:pt x="2719832" y="1823974"/>
                  </a:cubicBezTo>
                  <a:close/>
                  <a:moveTo>
                    <a:pt x="3074162" y="1813687"/>
                  </a:moveTo>
                  <a:cubicBezTo>
                    <a:pt x="3111372" y="1813687"/>
                    <a:pt x="3150362" y="1814957"/>
                    <a:pt x="3194431" y="1814957"/>
                  </a:cubicBezTo>
                  <a:lnTo>
                    <a:pt x="3315081" y="2133854"/>
                  </a:lnTo>
                  <a:lnTo>
                    <a:pt x="2964561" y="2148205"/>
                  </a:lnTo>
                  <a:lnTo>
                    <a:pt x="2849625" y="1829308"/>
                  </a:lnTo>
                  <a:cubicBezTo>
                    <a:pt x="2884805" y="1816989"/>
                    <a:pt x="2920111" y="1815465"/>
                    <a:pt x="2954655" y="1815465"/>
                  </a:cubicBezTo>
                  <a:cubicBezTo>
                    <a:pt x="2966084" y="1815465"/>
                    <a:pt x="2977387" y="1815592"/>
                    <a:pt x="2988564" y="1815592"/>
                  </a:cubicBezTo>
                  <a:cubicBezTo>
                    <a:pt x="2998850" y="1815592"/>
                    <a:pt x="3009011" y="1815465"/>
                    <a:pt x="3019043" y="1814957"/>
                  </a:cubicBezTo>
                  <a:cubicBezTo>
                    <a:pt x="3037204" y="1813941"/>
                    <a:pt x="3055492" y="1813687"/>
                    <a:pt x="3074034" y="1813687"/>
                  </a:cubicBezTo>
                  <a:close/>
                  <a:moveTo>
                    <a:pt x="1464945" y="1872361"/>
                  </a:moveTo>
                  <a:lnTo>
                    <a:pt x="1579880" y="2159635"/>
                  </a:lnTo>
                  <a:cubicBezTo>
                    <a:pt x="1551178" y="2160651"/>
                    <a:pt x="1522476" y="2160905"/>
                    <a:pt x="1493901" y="2160905"/>
                  </a:cubicBezTo>
                  <a:cubicBezTo>
                    <a:pt x="1436878" y="2160905"/>
                    <a:pt x="1380744" y="2159635"/>
                    <a:pt x="1327023" y="2159635"/>
                  </a:cubicBezTo>
                  <a:lnTo>
                    <a:pt x="1169289" y="1872488"/>
                  </a:lnTo>
                  <a:close/>
                  <a:moveTo>
                    <a:pt x="2477389" y="1835023"/>
                  </a:moveTo>
                  <a:cubicBezTo>
                    <a:pt x="2519426" y="1835023"/>
                    <a:pt x="2520950" y="1837309"/>
                    <a:pt x="2536444" y="1883918"/>
                  </a:cubicBezTo>
                  <a:cubicBezTo>
                    <a:pt x="2565146" y="1970151"/>
                    <a:pt x="2588133" y="2053463"/>
                    <a:pt x="2616835" y="2145411"/>
                  </a:cubicBezTo>
                  <a:cubicBezTo>
                    <a:pt x="2602484" y="2151126"/>
                    <a:pt x="2585212" y="2154047"/>
                    <a:pt x="2570861" y="2156841"/>
                  </a:cubicBezTo>
                  <a:cubicBezTo>
                    <a:pt x="2501900" y="2159762"/>
                    <a:pt x="2430145" y="2159762"/>
                    <a:pt x="2358263" y="2162556"/>
                  </a:cubicBezTo>
                  <a:cubicBezTo>
                    <a:pt x="2354453" y="2162937"/>
                    <a:pt x="2350643" y="2163191"/>
                    <a:pt x="2346960" y="2163191"/>
                  </a:cubicBezTo>
                  <a:cubicBezTo>
                    <a:pt x="2325878" y="2163191"/>
                    <a:pt x="2307717" y="2155444"/>
                    <a:pt x="2297938" y="2130933"/>
                  </a:cubicBezTo>
                  <a:cubicBezTo>
                    <a:pt x="2260600" y="2036064"/>
                    <a:pt x="2223262" y="1944243"/>
                    <a:pt x="2183003" y="1840738"/>
                  </a:cubicBezTo>
                  <a:cubicBezTo>
                    <a:pt x="2234692" y="1840738"/>
                    <a:pt x="2277872" y="1837817"/>
                    <a:pt x="2323719" y="1837817"/>
                  </a:cubicBezTo>
                  <a:cubicBezTo>
                    <a:pt x="2369566" y="1837817"/>
                    <a:pt x="2415667" y="1837817"/>
                    <a:pt x="2461641" y="1834896"/>
                  </a:cubicBezTo>
                  <a:cubicBezTo>
                    <a:pt x="2467356" y="1834896"/>
                    <a:pt x="2472563" y="1834896"/>
                    <a:pt x="2477262" y="1834896"/>
                  </a:cubicBezTo>
                  <a:close/>
                  <a:moveTo>
                    <a:pt x="2145792" y="1843659"/>
                  </a:moveTo>
                  <a:cubicBezTo>
                    <a:pt x="2183130" y="1947037"/>
                    <a:pt x="2220468" y="2050542"/>
                    <a:pt x="2263521" y="2168271"/>
                  </a:cubicBezTo>
                  <a:lnTo>
                    <a:pt x="1982343" y="2168271"/>
                  </a:lnTo>
                  <a:cubicBezTo>
                    <a:pt x="1945005" y="2067687"/>
                    <a:pt x="1907667" y="1964309"/>
                    <a:pt x="1864614" y="1852294"/>
                  </a:cubicBezTo>
                  <a:cubicBezTo>
                    <a:pt x="1959483" y="1843659"/>
                    <a:pt x="2048510" y="1846580"/>
                    <a:pt x="2146173" y="1843659"/>
                  </a:cubicBezTo>
                  <a:close/>
                  <a:moveTo>
                    <a:pt x="1844167" y="1858010"/>
                  </a:moveTo>
                  <a:lnTo>
                    <a:pt x="1930400" y="2168271"/>
                  </a:lnTo>
                  <a:cubicBezTo>
                    <a:pt x="1915795" y="2170303"/>
                    <a:pt x="1901317" y="2171065"/>
                    <a:pt x="1886966" y="2171065"/>
                  </a:cubicBezTo>
                  <a:cubicBezTo>
                    <a:pt x="1852676" y="2171065"/>
                    <a:pt x="1819402" y="2166874"/>
                    <a:pt x="1787144" y="2166874"/>
                  </a:cubicBezTo>
                  <a:cubicBezTo>
                    <a:pt x="1777365" y="2166874"/>
                    <a:pt x="1767713" y="2167255"/>
                    <a:pt x="1758061" y="2168271"/>
                  </a:cubicBezTo>
                  <a:cubicBezTo>
                    <a:pt x="1749806" y="2169160"/>
                    <a:pt x="1741805" y="2169541"/>
                    <a:pt x="1734185" y="2169541"/>
                  </a:cubicBezTo>
                  <a:cubicBezTo>
                    <a:pt x="1665732" y="2169541"/>
                    <a:pt x="1626108" y="2134362"/>
                    <a:pt x="1602867" y="2061972"/>
                  </a:cubicBezTo>
                  <a:cubicBezTo>
                    <a:pt x="1576959" y="1993011"/>
                    <a:pt x="1545463" y="1926971"/>
                    <a:pt x="1510919" y="1860931"/>
                  </a:cubicBezTo>
                  <a:lnTo>
                    <a:pt x="1844167" y="1858010"/>
                  </a:lnTo>
                  <a:close/>
                  <a:moveTo>
                    <a:pt x="1125982" y="1875282"/>
                  </a:moveTo>
                  <a:lnTo>
                    <a:pt x="1295527" y="2156841"/>
                  </a:lnTo>
                  <a:lnTo>
                    <a:pt x="1008253" y="2171192"/>
                  </a:lnTo>
                  <a:cubicBezTo>
                    <a:pt x="953643" y="2076323"/>
                    <a:pt x="901954" y="1984502"/>
                    <a:pt x="841629" y="1878203"/>
                  </a:cubicBezTo>
                  <a:lnTo>
                    <a:pt x="841629" y="1875282"/>
                  </a:lnTo>
                  <a:close/>
                  <a:moveTo>
                    <a:pt x="766826" y="1883918"/>
                  </a:moveTo>
                  <a:cubicBezTo>
                    <a:pt x="784098" y="1886839"/>
                    <a:pt x="798449" y="1898269"/>
                    <a:pt x="807085" y="1912619"/>
                  </a:cubicBezTo>
                  <a:cubicBezTo>
                    <a:pt x="853059" y="1993011"/>
                    <a:pt x="896112" y="2076322"/>
                    <a:pt x="945007" y="2168271"/>
                  </a:cubicBezTo>
                  <a:lnTo>
                    <a:pt x="370459" y="2205609"/>
                  </a:lnTo>
                  <a:lnTo>
                    <a:pt x="100584" y="1918462"/>
                  </a:lnTo>
                  <a:cubicBezTo>
                    <a:pt x="195580" y="1910715"/>
                    <a:pt x="279019" y="1900809"/>
                    <a:pt x="361315" y="1900809"/>
                  </a:cubicBezTo>
                  <a:cubicBezTo>
                    <a:pt x="371094" y="1900809"/>
                    <a:pt x="381000" y="1900936"/>
                    <a:pt x="390779" y="1901317"/>
                  </a:cubicBezTo>
                  <a:lnTo>
                    <a:pt x="508508" y="2099564"/>
                  </a:lnTo>
                  <a:cubicBezTo>
                    <a:pt x="517144" y="2116836"/>
                    <a:pt x="525780" y="2131187"/>
                    <a:pt x="537210" y="2145538"/>
                  </a:cubicBezTo>
                  <a:cubicBezTo>
                    <a:pt x="547497" y="2157857"/>
                    <a:pt x="557657" y="2168652"/>
                    <a:pt x="570992" y="2168652"/>
                  </a:cubicBezTo>
                  <a:cubicBezTo>
                    <a:pt x="576326" y="2168652"/>
                    <a:pt x="582295" y="2166874"/>
                    <a:pt x="588899" y="2162810"/>
                  </a:cubicBezTo>
                  <a:cubicBezTo>
                    <a:pt x="611886" y="2148459"/>
                    <a:pt x="603250" y="2128393"/>
                    <a:pt x="591820" y="2108200"/>
                  </a:cubicBezTo>
                  <a:cubicBezTo>
                    <a:pt x="568833" y="2067941"/>
                    <a:pt x="545846" y="2027809"/>
                    <a:pt x="519938" y="1990471"/>
                  </a:cubicBezTo>
                  <a:cubicBezTo>
                    <a:pt x="499872" y="1961769"/>
                    <a:pt x="482600" y="1935861"/>
                    <a:pt x="453898" y="1895602"/>
                  </a:cubicBezTo>
                  <a:cubicBezTo>
                    <a:pt x="565912" y="1889887"/>
                    <a:pt x="666496" y="1886966"/>
                    <a:pt x="767080" y="1884172"/>
                  </a:cubicBezTo>
                  <a:close/>
                  <a:moveTo>
                    <a:pt x="6612382" y="0"/>
                  </a:moveTo>
                  <a:cubicBezTo>
                    <a:pt x="6600317" y="0"/>
                    <a:pt x="6588251" y="762"/>
                    <a:pt x="6576060" y="2159"/>
                  </a:cubicBezTo>
                  <a:cubicBezTo>
                    <a:pt x="6423787" y="7874"/>
                    <a:pt x="6268720" y="13589"/>
                    <a:pt x="6116447" y="22225"/>
                  </a:cubicBezTo>
                  <a:cubicBezTo>
                    <a:pt x="6073394" y="25146"/>
                    <a:pt x="6030214" y="30861"/>
                    <a:pt x="5987161" y="33655"/>
                  </a:cubicBezTo>
                  <a:cubicBezTo>
                    <a:pt x="5544693" y="50927"/>
                    <a:pt x="5102352" y="68072"/>
                    <a:pt x="4659884" y="79629"/>
                  </a:cubicBezTo>
                  <a:cubicBezTo>
                    <a:pt x="4312285" y="88265"/>
                    <a:pt x="3961765" y="88265"/>
                    <a:pt x="3614166" y="93980"/>
                  </a:cubicBezTo>
                  <a:cubicBezTo>
                    <a:pt x="3392932" y="99695"/>
                    <a:pt x="3174619" y="114046"/>
                    <a:pt x="2953385" y="116967"/>
                  </a:cubicBezTo>
                  <a:cubicBezTo>
                    <a:pt x="2513838" y="122682"/>
                    <a:pt x="2077085" y="128397"/>
                    <a:pt x="1637538" y="128397"/>
                  </a:cubicBezTo>
                  <a:cubicBezTo>
                    <a:pt x="1590802" y="128397"/>
                    <a:pt x="1543939" y="128397"/>
                    <a:pt x="1497203" y="128397"/>
                  </a:cubicBezTo>
                  <a:cubicBezTo>
                    <a:pt x="1216533" y="128397"/>
                    <a:pt x="935736" y="130556"/>
                    <a:pt x="655066" y="160020"/>
                  </a:cubicBezTo>
                  <a:cubicBezTo>
                    <a:pt x="488442" y="177292"/>
                    <a:pt x="324739" y="205994"/>
                    <a:pt x="158115" y="226060"/>
                  </a:cubicBezTo>
                  <a:cubicBezTo>
                    <a:pt x="120777" y="228981"/>
                    <a:pt x="89154" y="257683"/>
                    <a:pt x="83439" y="295021"/>
                  </a:cubicBezTo>
                  <a:cubicBezTo>
                    <a:pt x="80518" y="312293"/>
                    <a:pt x="77724" y="332359"/>
                    <a:pt x="77724" y="349631"/>
                  </a:cubicBezTo>
                  <a:cubicBezTo>
                    <a:pt x="72009" y="464566"/>
                    <a:pt x="69088" y="579501"/>
                    <a:pt x="63373" y="694436"/>
                  </a:cubicBezTo>
                  <a:cubicBezTo>
                    <a:pt x="54610" y="884174"/>
                    <a:pt x="45974" y="1073785"/>
                    <a:pt x="34417" y="1260475"/>
                  </a:cubicBezTo>
                  <a:cubicBezTo>
                    <a:pt x="28702" y="1303528"/>
                    <a:pt x="20066" y="1346708"/>
                    <a:pt x="8509" y="1386840"/>
                  </a:cubicBezTo>
                  <a:lnTo>
                    <a:pt x="0" y="1878203"/>
                  </a:lnTo>
                  <a:lnTo>
                    <a:pt x="0" y="1878203"/>
                  </a:lnTo>
                  <a:cubicBezTo>
                    <a:pt x="20066" y="1895475"/>
                    <a:pt x="40259" y="1912620"/>
                    <a:pt x="57404" y="1932813"/>
                  </a:cubicBezTo>
                  <a:cubicBezTo>
                    <a:pt x="123444" y="2013204"/>
                    <a:pt x="183769" y="2090801"/>
                    <a:pt x="247015" y="2171319"/>
                  </a:cubicBezTo>
                  <a:cubicBezTo>
                    <a:pt x="279908" y="2216912"/>
                    <a:pt x="335280" y="2244598"/>
                    <a:pt x="393192" y="2244598"/>
                  </a:cubicBezTo>
                  <a:cubicBezTo>
                    <a:pt x="400939" y="2244598"/>
                    <a:pt x="408686" y="2244090"/>
                    <a:pt x="416560" y="2243074"/>
                  </a:cubicBezTo>
                  <a:cubicBezTo>
                    <a:pt x="540131" y="2234438"/>
                    <a:pt x="663575" y="2231644"/>
                    <a:pt x="787146" y="2228723"/>
                  </a:cubicBezTo>
                  <a:cubicBezTo>
                    <a:pt x="1005967" y="2224659"/>
                    <a:pt x="1224661" y="2213229"/>
                    <a:pt x="1443482" y="2213229"/>
                  </a:cubicBezTo>
                  <a:cubicBezTo>
                    <a:pt x="1532128" y="2213229"/>
                    <a:pt x="1620774" y="2215134"/>
                    <a:pt x="1709420" y="2220087"/>
                  </a:cubicBezTo>
                  <a:cubicBezTo>
                    <a:pt x="1797812" y="2224278"/>
                    <a:pt x="1887601" y="2226945"/>
                    <a:pt x="1976755" y="2226945"/>
                  </a:cubicBezTo>
                  <a:cubicBezTo>
                    <a:pt x="2009394" y="2226945"/>
                    <a:pt x="2041906" y="2226564"/>
                    <a:pt x="2074291" y="2225802"/>
                  </a:cubicBezTo>
                  <a:cubicBezTo>
                    <a:pt x="2404618" y="2217166"/>
                    <a:pt x="2732151" y="2205736"/>
                    <a:pt x="3059684" y="2194179"/>
                  </a:cubicBezTo>
                  <a:cubicBezTo>
                    <a:pt x="3157347" y="2191258"/>
                    <a:pt x="3255010" y="2182749"/>
                    <a:pt x="3349879" y="2176907"/>
                  </a:cubicBezTo>
                  <a:cubicBezTo>
                    <a:pt x="3519424" y="2165477"/>
                    <a:pt x="3686048" y="2148205"/>
                    <a:pt x="3852672" y="2142490"/>
                  </a:cubicBezTo>
                  <a:cubicBezTo>
                    <a:pt x="4142867" y="2131060"/>
                    <a:pt x="4430141" y="2125218"/>
                    <a:pt x="4720336" y="2113788"/>
                  </a:cubicBezTo>
                  <a:cubicBezTo>
                    <a:pt x="4912868" y="2105152"/>
                    <a:pt x="5108194" y="2082165"/>
                    <a:pt x="5303520" y="2076450"/>
                  </a:cubicBezTo>
                  <a:cubicBezTo>
                    <a:pt x="5608066" y="2073529"/>
                    <a:pt x="5909691" y="2053463"/>
                    <a:pt x="6211316" y="2019046"/>
                  </a:cubicBezTo>
                  <a:cubicBezTo>
                    <a:pt x="6478524" y="1984629"/>
                    <a:pt x="6742811" y="1950085"/>
                    <a:pt x="7007098" y="1895475"/>
                  </a:cubicBezTo>
                  <a:cubicBezTo>
                    <a:pt x="7099046" y="1878203"/>
                    <a:pt x="7122033" y="1849501"/>
                    <a:pt x="7127748" y="1757553"/>
                  </a:cubicBezTo>
                  <a:lnTo>
                    <a:pt x="7127748" y="1711579"/>
                  </a:lnTo>
                  <a:cubicBezTo>
                    <a:pt x="7145020" y="1450086"/>
                    <a:pt x="7110476" y="1188720"/>
                    <a:pt x="7096125" y="927227"/>
                  </a:cubicBezTo>
                  <a:cubicBezTo>
                    <a:pt x="7087489" y="797941"/>
                    <a:pt x="7064502" y="668655"/>
                    <a:pt x="7084695" y="536448"/>
                  </a:cubicBezTo>
                  <a:cubicBezTo>
                    <a:pt x="7087615" y="499110"/>
                    <a:pt x="7084695" y="458851"/>
                    <a:pt x="7076059" y="421513"/>
                  </a:cubicBezTo>
                  <a:cubicBezTo>
                    <a:pt x="7067423" y="381254"/>
                    <a:pt x="7064628" y="338201"/>
                    <a:pt x="7067423" y="297942"/>
                  </a:cubicBezTo>
                  <a:cubicBezTo>
                    <a:pt x="7073138" y="263525"/>
                    <a:pt x="7055993" y="226060"/>
                    <a:pt x="7024370" y="208915"/>
                  </a:cubicBezTo>
                  <a:cubicBezTo>
                    <a:pt x="6943978" y="154305"/>
                    <a:pt x="6860667" y="102616"/>
                    <a:pt x="6777355" y="48006"/>
                  </a:cubicBezTo>
                  <a:cubicBezTo>
                    <a:pt x="6727063" y="17145"/>
                    <a:pt x="6671056" y="0"/>
                    <a:pt x="661238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260642" y="6743700"/>
            <a:ext cx="3657600" cy="3365497"/>
          </a:xfrm>
          <a:custGeom>
            <a:avLst/>
            <a:gdLst/>
            <a:ahLst/>
            <a:cxnLst/>
            <a:rect l="l" t="t" r="r" b="b"/>
            <a:pathLst>
              <a:path w="3657600" h="3365497">
                <a:moveTo>
                  <a:pt x="0" y="0"/>
                </a:moveTo>
                <a:lnTo>
                  <a:pt x="3657600" y="0"/>
                </a:lnTo>
                <a:lnTo>
                  <a:pt x="3657600" y="3365497"/>
                </a:lnTo>
                <a:lnTo>
                  <a:pt x="0" y="3365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900397" y="7531103"/>
            <a:ext cx="2222497" cy="2425703"/>
          </a:xfrm>
          <a:custGeom>
            <a:avLst/>
            <a:gdLst/>
            <a:ahLst/>
            <a:cxnLst/>
            <a:rect l="l" t="t" r="r" b="b"/>
            <a:pathLst>
              <a:path w="2222497" h="2425703">
                <a:moveTo>
                  <a:pt x="0" y="0"/>
                </a:moveTo>
                <a:lnTo>
                  <a:pt x="2222497" y="0"/>
                </a:lnTo>
                <a:lnTo>
                  <a:pt x="2222497" y="2425703"/>
                </a:lnTo>
                <a:lnTo>
                  <a:pt x="0" y="2425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228600" y="6515100"/>
            <a:ext cx="3656076" cy="3383528"/>
            <a:chOff x="0" y="0"/>
            <a:chExt cx="3656076" cy="33835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56076" cy="3383534"/>
            </a:xfrm>
            <a:custGeom>
              <a:avLst/>
              <a:gdLst/>
              <a:ahLst/>
              <a:cxnLst/>
              <a:rect l="l" t="t" r="r" b="b"/>
              <a:pathLst>
                <a:path w="3656076" h="3383534">
                  <a:moveTo>
                    <a:pt x="0" y="0"/>
                  </a:moveTo>
                  <a:lnTo>
                    <a:pt x="0" y="3383534"/>
                  </a:lnTo>
                  <a:lnTo>
                    <a:pt x="3656076" y="3383534"/>
                  </a:lnTo>
                  <a:lnTo>
                    <a:pt x="365607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5666756" y="731253"/>
            <a:ext cx="7144979" cy="2268531"/>
            <a:chOff x="0" y="0"/>
            <a:chExt cx="7144982" cy="22685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45020" cy="2268474"/>
            </a:xfrm>
            <a:custGeom>
              <a:avLst/>
              <a:gdLst/>
              <a:ahLst/>
              <a:cxnLst/>
              <a:rect l="l" t="t" r="r" b="b"/>
              <a:pathLst>
                <a:path w="7145020" h="2268474">
                  <a:moveTo>
                    <a:pt x="0" y="2268474"/>
                  </a:moveTo>
                  <a:lnTo>
                    <a:pt x="7145020" y="2268474"/>
                  </a:lnTo>
                  <a:lnTo>
                    <a:pt x="71450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5889691" y="7523788"/>
            <a:ext cx="2242976" cy="2447687"/>
            <a:chOff x="0" y="0"/>
            <a:chExt cx="2242972" cy="24476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2947" cy="2447671"/>
            </a:xfrm>
            <a:custGeom>
              <a:avLst/>
              <a:gdLst/>
              <a:ahLst/>
              <a:cxnLst/>
              <a:rect l="l" t="t" r="r" b="b"/>
              <a:pathLst>
                <a:path w="2242947" h="2447671">
                  <a:moveTo>
                    <a:pt x="0" y="2447671"/>
                  </a:moveTo>
                  <a:lnTo>
                    <a:pt x="2242947" y="2447671"/>
                  </a:lnTo>
                  <a:lnTo>
                    <a:pt x="22429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282327" y="3347952"/>
            <a:ext cx="13170157" cy="4611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01506" lvl="1" indent="-500753" algn="l">
              <a:lnSpc>
                <a:spcPts val="6076"/>
              </a:lnSpc>
              <a:buFont typeface="Arial"/>
              <a:buChar char="•"/>
            </a:pPr>
            <a:r>
              <a:rPr lang="en-US" sz="4638" spc="97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We used EF Core to connect our models with the database Operations: Create, Read, Update, Delete (CRUD) Auto-generates tables and migrations from models .</a:t>
            </a:r>
          </a:p>
          <a:p>
            <a:pPr algn="l">
              <a:lnSpc>
                <a:spcPts val="6076"/>
              </a:lnSpc>
            </a:pPr>
            <a:endParaRPr lang="en-US" sz="4638" spc="97">
              <a:solidFill>
                <a:srgbClr val="FFFFFF"/>
              </a:solidFill>
              <a:latin typeface="Itim"/>
              <a:ea typeface="Itim"/>
              <a:cs typeface="Itim"/>
              <a:sym typeface="Itim"/>
            </a:endParaRPr>
          </a:p>
          <a:p>
            <a:pPr marL="1001506" lvl="1" indent="-500753" algn="l">
              <a:lnSpc>
                <a:spcPts val="6076"/>
              </a:lnSpc>
              <a:buFont typeface="Arial"/>
              <a:buChar char="•"/>
            </a:pPr>
            <a:r>
              <a:rPr lang="en-US" sz="4638" spc="97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Simplifies data access and manipulation</a:t>
            </a:r>
          </a:p>
        </p:txBody>
      </p:sp>
      <p:sp>
        <p:nvSpPr>
          <p:cNvPr id="13" name="TextBox 13"/>
          <p:cNvSpPr txBox="1"/>
          <p:nvPr/>
        </p:nvSpPr>
        <p:spPr>
          <a:xfrm rot="9960">
            <a:off x="5949158" y="1229468"/>
            <a:ext cx="6518224" cy="82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2"/>
              </a:lnSpc>
            </a:pPr>
            <a:r>
              <a:rPr lang="en-US" sz="4472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DATABASE INTEGRATION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9703" y="143904"/>
            <a:ext cx="4518974" cy="1422121"/>
          </a:xfrm>
          <a:custGeom>
            <a:avLst/>
            <a:gdLst/>
            <a:ahLst/>
            <a:cxnLst/>
            <a:rect l="l" t="t" r="r" b="b"/>
            <a:pathLst>
              <a:path w="4518974" h="1422121">
                <a:moveTo>
                  <a:pt x="0" y="0"/>
                </a:moveTo>
                <a:lnTo>
                  <a:pt x="4518974" y="0"/>
                </a:lnTo>
                <a:lnTo>
                  <a:pt x="4518974" y="1422120"/>
                </a:lnTo>
                <a:lnTo>
                  <a:pt x="0" y="1422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71690" y="8048013"/>
            <a:ext cx="3400230" cy="1860177"/>
          </a:xfrm>
          <a:custGeom>
            <a:avLst/>
            <a:gdLst/>
            <a:ahLst/>
            <a:cxnLst/>
            <a:rect l="l" t="t" r="r" b="b"/>
            <a:pathLst>
              <a:path w="3400230" h="1860177">
                <a:moveTo>
                  <a:pt x="0" y="0"/>
                </a:moveTo>
                <a:lnTo>
                  <a:pt x="3400230" y="0"/>
                </a:lnTo>
                <a:lnTo>
                  <a:pt x="3400230" y="1860176"/>
                </a:lnTo>
                <a:lnTo>
                  <a:pt x="0" y="1860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267" t="-4673" r="-93" b="-462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028700" y="7838895"/>
            <a:ext cx="3779609" cy="2278412"/>
            <a:chOff x="0" y="0"/>
            <a:chExt cx="4123474" cy="2485708"/>
          </a:xfrm>
        </p:grpSpPr>
        <p:sp>
          <p:nvSpPr>
            <p:cNvPr id="5" name="Freeform 5"/>
            <p:cNvSpPr/>
            <p:nvPr/>
          </p:nvSpPr>
          <p:spPr>
            <a:xfrm>
              <a:off x="-83439" y="0"/>
              <a:ext cx="4245356" cy="2485644"/>
            </a:xfrm>
            <a:custGeom>
              <a:avLst/>
              <a:gdLst/>
              <a:ahLst/>
              <a:cxnLst/>
              <a:rect l="l" t="t" r="r" b="b"/>
              <a:pathLst>
                <a:path w="4245356" h="2485644">
                  <a:moveTo>
                    <a:pt x="3720465" y="245745"/>
                  </a:moveTo>
                  <a:cubicBezTo>
                    <a:pt x="3717671" y="245745"/>
                    <a:pt x="3714115" y="246761"/>
                    <a:pt x="3709416" y="249047"/>
                  </a:cubicBezTo>
                  <a:cubicBezTo>
                    <a:pt x="3669919" y="281940"/>
                    <a:pt x="3653028" y="377190"/>
                    <a:pt x="3678682" y="417830"/>
                  </a:cubicBezTo>
                  <a:cubicBezTo>
                    <a:pt x="3693033" y="439928"/>
                    <a:pt x="3712718" y="448945"/>
                    <a:pt x="3731641" y="448945"/>
                  </a:cubicBezTo>
                  <a:cubicBezTo>
                    <a:pt x="3777742" y="448945"/>
                    <a:pt x="3819525" y="395605"/>
                    <a:pt x="3770884" y="347980"/>
                  </a:cubicBezTo>
                  <a:cubicBezTo>
                    <a:pt x="3736213" y="320294"/>
                    <a:pt x="3708781" y="333375"/>
                    <a:pt x="3724148" y="276225"/>
                  </a:cubicBezTo>
                  <a:cubicBezTo>
                    <a:pt x="3728339" y="265557"/>
                    <a:pt x="3732784" y="245745"/>
                    <a:pt x="3720465" y="245745"/>
                  </a:cubicBezTo>
                  <a:close/>
                  <a:moveTo>
                    <a:pt x="3533775" y="198755"/>
                  </a:moveTo>
                  <a:cubicBezTo>
                    <a:pt x="3430270" y="218694"/>
                    <a:pt x="3420491" y="382143"/>
                    <a:pt x="3499485" y="439293"/>
                  </a:cubicBezTo>
                  <a:cubicBezTo>
                    <a:pt x="3512312" y="449834"/>
                    <a:pt x="3528060" y="455041"/>
                    <a:pt x="3543808" y="455041"/>
                  </a:cubicBezTo>
                  <a:cubicBezTo>
                    <a:pt x="3560445" y="455041"/>
                    <a:pt x="3577209" y="449326"/>
                    <a:pt x="3590798" y="437769"/>
                  </a:cubicBezTo>
                  <a:cubicBezTo>
                    <a:pt x="3630676" y="408686"/>
                    <a:pt x="3593846" y="329565"/>
                    <a:pt x="3544697" y="329565"/>
                  </a:cubicBezTo>
                  <a:cubicBezTo>
                    <a:pt x="3538601" y="329565"/>
                    <a:pt x="3532378" y="330835"/>
                    <a:pt x="3526028" y="333375"/>
                  </a:cubicBezTo>
                  <a:cubicBezTo>
                    <a:pt x="3517265" y="334137"/>
                    <a:pt x="3510280" y="334645"/>
                    <a:pt x="3504819" y="334645"/>
                  </a:cubicBezTo>
                  <a:cubicBezTo>
                    <a:pt x="3484372" y="334645"/>
                    <a:pt x="3485641" y="327533"/>
                    <a:pt x="3494151" y="298450"/>
                  </a:cubicBezTo>
                  <a:cubicBezTo>
                    <a:pt x="3494532" y="271145"/>
                    <a:pt x="3561207" y="212979"/>
                    <a:pt x="3533775" y="198755"/>
                  </a:cubicBezTo>
                  <a:close/>
                  <a:moveTo>
                    <a:pt x="668909" y="275336"/>
                  </a:moveTo>
                  <a:cubicBezTo>
                    <a:pt x="667766" y="275336"/>
                    <a:pt x="666750" y="275336"/>
                    <a:pt x="665480" y="275463"/>
                  </a:cubicBezTo>
                  <a:cubicBezTo>
                    <a:pt x="493522" y="286766"/>
                    <a:pt x="463677" y="271780"/>
                    <a:pt x="452882" y="360553"/>
                  </a:cubicBezTo>
                  <a:cubicBezTo>
                    <a:pt x="437134" y="489839"/>
                    <a:pt x="417068" y="600583"/>
                    <a:pt x="387731" y="727075"/>
                  </a:cubicBezTo>
                  <a:cubicBezTo>
                    <a:pt x="383159" y="745109"/>
                    <a:pt x="392684" y="757936"/>
                    <a:pt x="402336" y="757936"/>
                  </a:cubicBezTo>
                  <a:cubicBezTo>
                    <a:pt x="408813" y="757936"/>
                    <a:pt x="415417" y="752221"/>
                    <a:pt x="417830" y="738632"/>
                  </a:cubicBezTo>
                  <a:cubicBezTo>
                    <a:pt x="450215" y="563245"/>
                    <a:pt x="459105" y="535432"/>
                    <a:pt x="489204" y="381508"/>
                  </a:cubicBezTo>
                  <a:cubicBezTo>
                    <a:pt x="496443" y="343916"/>
                    <a:pt x="509270" y="329311"/>
                    <a:pt x="546227" y="326390"/>
                  </a:cubicBezTo>
                  <a:cubicBezTo>
                    <a:pt x="587502" y="323088"/>
                    <a:pt x="628396" y="313944"/>
                    <a:pt x="669290" y="306197"/>
                  </a:cubicBezTo>
                  <a:cubicBezTo>
                    <a:pt x="698373" y="304800"/>
                    <a:pt x="699389" y="275463"/>
                    <a:pt x="668909" y="275463"/>
                  </a:cubicBezTo>
                  <a:close/>
                  <a:moveTo>
                    <a:pt x="651002" y="1793494"/>
                  </a:moveTo>
                  <a:cubicBezTo>
                    <a:pt x="620014" y="1793494"/>
                    <a:pt x="592963" y="1813306"/>
                    <a:pt x="591185" y="1852041"/>
                  </a:cubicBezTo>
                  <a:cubicBezTo>
                    <a:pt x="603758" y="1937258"/>
                    <a:pt x="700913" y="1871472"/>
                    <a:pt x="688975" y="1948561"/>
                  </a:cubicBezTo>
                  <a:cubicBezTo>
                    <a:pt x="691261" y="1969516"/>
                    <a:pt x="666877" y="2003425"/>
                    <a:pt x="685673" y="2018284"/>
                  </a:cubicBezTo>
                  <a:cubicBezTo>
                    <a:pt x="686308" y="2018284"/>
                    <a:pt x="686943" y="2018284"/>
                    <a:pt x="687451" y="2018284"/>
                  </a:cubicBezTo>
                  <a:cubicBezTo>
                    <a:pt x="729869" y="2018284"/>
                    <a:pt x="744347" y="1950339"/>
                    <a:pt x="745363" y="1925955"/>
                  </a:cubicBezTo>
                  <a:cubicBezTo>
                    <a:pt x="751586" y="1836801"/>
                    <a:pt x="696976" y="1793494"/>
                    <a:pt x="651129" y="1793494"/>
                  </a:cubicBezTo>
                  <a:close/>
                  <a:moveTo>
                    <a:pt x="464439" y="1774571"/>
                  </a:moveTo>
                  <a:cubicBezTo>
                    <a:pt x="454152" y="1774571"/>
                    <a:pt x="443484" y="1777111"/>
                    <a:pt x="432562" y="1782699"/>
                  </a:cubicBezTo>
                  <a:cubicBezTo>
                    <a:pt x="405638" y="1802765"/>
                    <a:pt x="410464" y="1831340"/>
                    <a:pt x="418592" y="1858264"/>
                  </a:cubicBezTo>
                  <a:cubicBezTo>
                    <a:pt x="441325" y="1910715"/>
                    <a:pt x="539623" y="1880743"/>
                    <a:pt x="501904" y="1964563"/>
                  </a:cubicBezTo>
                  <a:cubicBezTo>
                    <a:pt x="496951" y="1985899"/>
                    <a:pt x="459740" y="2004822"/>
                    <a:pt x="473710" y="2027809"/>
                  </a:cubicBezTo>
                  <a:cubicBezTo>
                    <a:pt x="478282" y="2033143"/>
                    <a:pt x="483235" y="2035048"/>
                    <a:pt x="488188" y="2035048"/>
                  </a:cubicBezTo>
                  <a:cubicBezTo>
                    <a:pt x="495935" y="2035048"/>
                    <a:pt x="503809" y="2030476"/>
                    <a:pt x="510921" y="2026412"/>
                  </a:cubicBezTo>
                  <a:cubicBezTo>
                    <a:pt x="553085" y="2002155"/>
                    <a:pt x="559054" y="1961896"/>
                    <a:pt x="557530" y="1917446"/>
                  </a:cubicBezTo>
                  <a:cubicBezTo>
                    <a:pt x="568579" y="1859661"/>
                    <a:pt x="524002" y="1774571"/>
                    <a:pt x="464439" y="1774571"/>
                  </a:cubicBezTo>
                  <a:close/>
                  <a:moveTo>
                    <a:pt x="4019677" y="1544447"/>
                  </a:moveTo>
                  <a:cubicBezTo>
                    <a:pt x="4010152" y="1545844"/>
                    <a:pt x="4005834" y="1552575"/>
                    <a:pt x="4004437" y="1560449"/>
                  </a:cubicBezTo>
                  <a:cubicBezTo>
                    <a:pt x="3992372" y="1681480"/>
                    <a:pt x="3981196" y="1802765"/>
                    <a:pt x="3967861" y="1923669"/>
                  </a:cubicBezTo>
                  <a:cubicBezTo>
                    <a:pt x="3961511" y="1980565"/>
                    <a:pt x="3959479" y="1980311"/>
                    <a:pt x="3902964" y="1989074"/>
                  </a:cubicBezTo>
                  <a:cubicBezTo>
                    <a:pt x="3877056" y="1998726"/>
                    <a:pt x="3741293" y="2013458"/>
                    <a:pt x="3768979" y="2032127"/>
                  </a:cubicBezTo>
                  <a:cubicBezTo>
                    <a:pt x="3778250" y="2038350"/>
                    <a:pt x="3796284" y="2041271"/>
                    <a:pt x="3819525" y="2041271"/>
                  </a:cubicBezTo>
                  <a:cubicBezTo>
                    <a:pt x="3856228" y="2041271"/>
                    <a:pt x="3905631" y="2033905"/>
                    <a:pt x="3953129" y="2020697"/>
                  </a:cubicBezTo>
                  <a:cubicBezTo>
                    <a:pt x="3978529" y="2013585"/>
                    <a:pt x="3991737" y="2001393"/>
                    <a:pt x="3995039" y="1977263"/>
                  </a:cubicBezTo>
                  <a:cubicBezTo>
                    <a:pt x="4011803" y="1856613"/>
                    <a:pt x="4028059" y="1735963"/>
                    <a:pt x="4043680" y="1621409"/>
                  </a:cubicBezTo>
                  <a:cubicBezTo>
                    <a:pt x="4043680" y="1544320"/>
                    <a:pt x="4052062" y="1547114"/>
                    <a:pt x="4019931" y="1544320"/>
                  </a:cubicBezTo>
                  <a:close/>
                  <a:moveTo>
                    <a:pt x="2259584" y="74803"/>
                  </a:moveTo>
                  <a:cubicBezTo>
                    <a:pt x="2858643" y="74803"/>
                    <a:pt x="3479165" y="106299"/>
                    <a:pt x="3965575" y="190119"/>
                  </a:cubicBezTo>
                  <a:cubicBezTo>
                    <a:pt x="4019042" y="199263"/>
                    <a:pt x="4019804" y="203073"/>
                    <a:pt x="4032504" y="256921"/>
                  </a:cubicBezTo>
                  <a:cubicBezTo>
                    <a:pt x="4122547" y="635889"/>
                    <a:pt x="4133469" y="1696720"/>
                    <a:pt x="4085717" y="2054352"/>
                  </a:cubicBezTo>
                  <a:cubicBezTo>
                    <a:pt x="4081653" y="2085467"/>
                    <a:pt x="4086352" y="2130933"/>
                    <a:pt x="3960622" y="2168652"/>
                  </a:cubicBezTo>
                  <a:cubicBezTo>
                    <a:pt x="3436747" y="2325624"/>
                    <a:pt x="2570988" y="2389505"/>
                    <a:pt x="1771142" y="2389505"/>
                  </a:cubicBezTo>
                  <a:cubicBezTo>
                    <a:pt x="1147826" y="2389505"/>
                    <a:pt x="564515" y="2350770"/>
                    <a:pt x="214122" y="2287143"/>
                  </a:cubicBezTo>
                  <a:cubicBezTo>
                    <a:pt x="193675" y="2283460"/>
                    <a:pt x="187833" y="2270887"/>
                    <a:pt x="186182" y="2252345"/>
                  </a:cubicBezTo>
                  <a:cubicBezTo>
                    <a:pt x="107696" y="1356614"/>
                    <a:pt x="280797" y="632079"/>
                    <a:pt x="426974" y="224155"/>
                  </a:cubicBezTo>
                  <a:cubicBezTo>
                    <a:pt x="435991" y="198882"/>
                    <a:pt x="476631" y="173228"/>
                    <a:pt x="538480" y="165481"/>
                  </a:cubicBezTo>
                  <a:cubicBezTo>
                    <a:pt x="937387" y="114808"/>
                    <a:pt x="1584960" y="74803"/>
                    <a:pt x="2259584" y="74803"/>
                  </a:cubicBezTo>
                  <a:close/>
                  <a:moveTo>
                    <a:pt x="2294509" y="0"/>
                  </a:moveTo>
                  <a:cubicBezTo>
                    <a:pt x="1480185" y="0"/>
                    <a:pt x="718185" y="53213"/>
                    <a:pt x="485775" y="84836"/>
                  </a:cubicBezTo>
                  <a:cubicBezTo>
                    <a:pt x="413004" y="94742"/>
                    <a:pt x="378841" y="115189"/>
                    <a:pt x="373507" y="131318"/>
                  </a:cubicBezTo>
                  <a:cubicBezTo>
                    <a:pt x="235585" y="496062"/>
                    <a:pt x="0" y="1276731"/>
                    <a:pt x="113411" y="2232406"/>
                  </a:cubicBezTo>
                  <a:cubicBezTo>
                    <a:pt x="124079" y="2322703"/>
                    <a:pt x="128651" y="2350262"/>
                    <a:pt x="214630" y="2368296"/>
                  </a:cubicBezTo>
                  <a:cubicBezTo>
                    <a:pt x="569976" y="2442591"/>
                    <a:pt x="1177290" y="2485644"/>
                    <a:pt x="1818005" y="2485644"/>
                  </a:cubicBezTo>
                  <a:cubicBezTo>
                    <a:pt x="2740152" y="2485644"/>
                    <a:pt x="3731387" y="2396363"/>
                    <a:pt x="4140200" y="2182114"/>
                  </a:cubicBezTo>
                  <a:cubicBezTo>
                    <a:pt x="4165600" y="2168779"/>
                    <a:pt x="4177665" y="2157349"/>
                    <a:pt x="4181348" y="2120519"/>
                  </a:cubicBezTo>
                  <a:cubicBezTo>
                    <a:pt x="4245356" y="1468755"/>
                    <a:pt x="4176776" y="545846"/>
                    <a:pt x="4107942" y="274066"/>
                  </a:cubicBezTo>
                  <a:cubicBezTo>
                    <a:pt x="4082542" y="173736"/>
                    <a:pt x="4077462" y="132842"/>
                    <a:pt x="3971036" y="113284"/>
                  </a:cubicBezTo>
                  <a:cubicBezTo>
                    <a:pt x="3507232" y="28194"/>
                    <a:pt x="2887091" y="0"/>
                    <a:pt x="229450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69703" y="136560"/>
            <a:ext cx="4526937" cy="1437303"/>
            <a:chOff x="0" y="0"/>
            <a:chExt cx="4526928" cy="14372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26915" cy="1437259"/>
            </a:xfrm>
            <a:custGeom>
              <a:avLst/>
              <a:gdLst/>
              <a:ahLst/>
              <a:cxnLst/>
              <a:rect l="l" t="t" r="r" b="b"/>
              <a:pathLst>
                <a:path w="4526915" h="1437259">
                  <a:moveTo>
                    <a:pt x="0" y="1437259"/>
                  </a:moveTo>
                  <a:lnTo>
                    <a:pt x="4526915" y="1437259"/>
                  </a:lnTo>
                  <a:lnTo>
                    <a:pt x="45269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62469" y="328498"/>
            <a:ext cx="3299269" cy="725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73"/>
              </a:lnSpc>
            </a:pPr>
            <a:r>
              <a:rPr lang="en-US" sz="3981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ERD Overview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89E2DF4-FDA6-A5C1-4B48-925DEA60BF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058" y="1723311"/>
            <a:ext cx="3032263" cy="59203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51A1CB-ED8C-0732-861E-33EFD85E18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932" y="1053884"/>
            <a:ext cx="12527964" cy="7886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5666756" y="742855"/>
            <a:ext cx="7132425" cy="2244576"/>
            <a:chOff x="0" y="0"/>
            <a:chExt cx="7132422" cy="22445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45020" cy="2244598"/>
            </a:xfrm>
            <a:custGeom>
              <a:avLst/>
              <a:gdLst/>
              <a:ahLst/>
              <a:cxnLst/>
              <a:rect l="l" t="t" r="r" b="b"/>
              <a:pathLst>
                <a:path w="7145020" h="2244598">
                  <a:moveTo>
                    <a:pt x="6739890" y="59690"/>
                  </a:moveTo>
                  <a:cubicBezTo>
                    <a:pt x="6762877" y="74041"/>
                    <a:pt x="6782943" y="85598"/>
                    <a:pt x="6803136" y="99949"/>
                  </a:cubicBezTo>
                  <a:cubicBezTo>
                    <a:pt x="6854825" y="143002"/>
                    <a:pt x="6909435" y="180340"/>
                    <a:pt x="6964045" y="217678"/>
                  </a:cubicBezTo>
                  <a:cubicBezTo>
                    <a:pt x="7030085" y="257937"/>
                    <a:pt x="7035926" y="318262"/>
                    <a:pt x="7033006" y="390017"/>
                  </a:cubicBezTo>
                  <a:cubicBezTo>
                    <a:pt x="6941058" y="352679"/>
                    <a:pt x="6857746" y="303784"/>
                    <a:pt x="6780149" y="246380"/>
                  </a:cubicBezTo>
                  <a:cubicBezTo>
                    <a:pt x="6742811" y="214757"/>
                    <a:pt x="6748526" y="165989"/>
                    <a:pt x="6739890" y="125730"/>
                  </a:cubicBezTo>
                  <a:cubicBezTo>
                    <a:pt x="6736969" y="102743"/>
                    <a:pt x="6736969" y="82677"/>
                    <a:pt x="6739890" y="59690"/>
                  </a:cubicBezTo>
                  <a:close/>
                  <a:moveTo>
                    <a:pt x="6765798" y="292354"/>
                  </a:moveTo>
                  <a:cubicBezTo>
                    <a:pt x="6808851" y="321056"/>
                    <a:pt x="6840474" y="344043"/>
                    <a:pt x="6872097" y="364236"/>
                  </a:cubicBezTo>
                  <a:lnTo>
                    <a:pt x="6946773" y="413131"/>
                  </a:lnTo>
                  <a:cubicBezTo>
                    <a:pt x="7041642" y="473456"/>
                    <a:pt x="7044436" y="473456"/>
                    <a:pt x="7033006" y="605663"/>
                  </a:cubicBezTo>
                  <a:lnTo>
                    <a:pt x="6803136" y="479298"/>
                  </a:lnTo>
                  <a:cubicBezTo>
                    <a:pt x="6791706" y="470662"/>
                    <a:pt x="6783070" y="462026"/>
                    <a:pt x="6780149" y="447675"/>
                  </a:cubicBezTo>
                  <a:cubicBezTo>
                    <a:pt x="6774434" y="401701"/>
                    <a:pt x="6771513" y="355727"/>
                    <a:pt x="6765798" y="292481"/>
                  </a:cubicBezTo>
                  <a:close/>
                  <a:moveTo>
                    <a:pt x="6794500" y="493395"/>
                  </a:moveTo>
                  <a:lnTo>
                    <a:pt x="7038721" y="637032"/>
                  </a:lnTo>
                  <a:cubicBezTo>
                    <a:pt x="7041642" y="700278"/>
                    <a:pt x="7044436" y="766318"/>
                    <a:pt x="7050151" y="838073"/>
                  </a:cubicBezTo>
                  <a:lnTo>
                    <a:pt x="6794500" y="734822"/>
                  </a:lnTo>
                  <a:lnTo>
                    <a:pt x="6794500" y="493522"/>
                  </a:lnTo>
                  <a:close/>
                  <a:moveTo>
                    <a:pt x="6797421" y="780669"/>
                  </a:moveTo>
                  <a:lnTo>
                    <a:pt x="7055993" y="904240"/>
                  </a:lnTo>
                  <a:lnTo>
                    <a:pt x="7055993" y="1093851"/>
                  </a:lnTo>
                  <a:cubicBezTo>
                    <a:pt x="7038721" y="1090930"/>
                    <a:pt x="7021575" y="1085215"/>
                    <a:pt x="7004303" y="1079500"/>
                  </a:cubicBezTo>
                  <a:cubicBezTo>
                    <a:pt x="6958330" y="1059434"/>
                    <a:pt x="6915276" y="1033526"/>
                    <a:pt x="6866382" y="1016254"/>
                  </a:cubicBezTo>
                  <a:cubicBezTo>
                    <a:pt x="6817487" y="998982"/>
                    <a:pt x="6794500" y="973201"/>
                    <a:pt x="6797421" y="921385"/>
                  </a:cubicBezTo>
                  <a:cubicBezTo>
                    <a:pt x="6800342" y="878332"/>
                    <a:pt x="6797421" y="835152"/>
                    <a:pt x="6797421" y="780669"/>
                  </a:cubicBezTo>
                  <a:close/>
                  <a:moveTo>
                    <a:pt x="6803136" y="1021969"/>
                  </a:moveTo>
                  <a:cubicBezTo>
                    <a:pt x="6834759" y="1033399"/>
                    <a:pt x="6854825" y="1042035"/>
                    <a:pt x="6875018" y="1053592"/>
                  </a:cubicBezTo>
                  <a:cubicBezTo>
                    <a:pt x="6909435" y="1073658"/>
                    <a:pt x="6943978" y="1093851"/>
                    <a:pt x="6978396" y="1108202"/>
                  </a:cubicBezTo>
                  <a:cubicBezTo>
                    <a:pt x="7053072" y="1131189"/>
                    <a:pt x="7078980" y="1180084"/>
                    <a:pt x="7076059" y="1251839"/>
                  </a:cubicBezTo>
                  <a:cubicBezTo>
                    <a:pt x="7076059" y="1283462"/>
                    <a:pt x="7078980" y="1315085"/>
                    <a:pt x="7081774" y="1355217"/>
                  </a:cubicBezTo>
                  <a:lnTo>
                    <a:pt x="6820281" y="1208786"/>
                  </a:lnTo>
                  <a:cubicBezTo>
                    <a:pt x="6814566" y="1154176"/>
                    <a:pt x="6808851" y="1096772"/>
                    <a:pt x="6803010" y="1022096"/>
                  </a:cubicBezTo>
                  <a:close/>
                  <a:moveTo>
                    <a:pt x="6820408" y="1260475"/>
                  </a:moveTo>
                  <a:cubicBezTo>
                    <a:pt x="6906640" y="1303528"/>
                    <a:pt x="6984111" y="1340866"/>
                    <a:pt x="7058914" y="1384046"/>
                  </a:cubicBezTo>
                  <a:cubicBezTo>
                    <a:pt x="7073265" y="1392682"/>
                    <a:pt x="7081901" y="1409954"/>
                    <a:pt x="7084822" y="1427099"/>
                  </a:cubicBezTo>
                  <a:cubicBezTo>
                    <a:pt x="7090537" y="1478788"/>
                    <a:pt x="7093458" y="1533398"/>
                    <a:pt x="7096252" y="1585087"/>
                  </a:cubicBezTo>
                  <a:lnTo>
                    <a:pt x="7081901" y="1596517"/>
                  </a:lnTo>
                  <a:lnTo>
                    <a:pt x="6820408" y="1447165"/>
                  </a:lnTo>
                  <a:lnTo>
                    <a:pt x="6820408" y="1260475"/>
                  </a:lnTo>
                  <a:close/>
                  <a:moveTo>
                    <a:pt x="6814693" y="1475994"/>
                  </a:moveTo>
                  <a:cubicBezTo>
                    <a:pt x="6900925" y="1530604"/>
                    <a:pt x="6987032" y="1579372"/>
                    <a:pt x="7070344" y="1631188"/>
                  </a:cubicBezTo>
                  <a:cubicBezTo>
                    <a:pt x="7081774" y="1636903"/>
                    <a:pt x="7090410" y="1648460"/>
                    <a:pt x="7093331" y="1662811"/>
                  </a:cubicBezTo>
                  <a:cubicBezTo>
                    <a:pt x="7093331" y="1705864"/>
                    <a:pt x="7087615" y="1749044"/>
                    <a:pt x="7084695" y="1797812"/>
                  </a:cubicBezTo>
                  <a:lnTo>
                    <a:pt x="6785863" y="1573784"/>
                  </a:lnTo>
                  <a:lnTo>
                    <a:pt x="6814565" y="1476121"/>
                  </a:lnTo>
                  <a:close/>
                  <a:moveTo>
                    <a:pt x="6423660" y="52070"/>
                  </a:moveTo>
                  <a:cubicBezTo>
                    <a:pt x="6503416" y="52070"/>
                    <a:pt x="6584315" y="53975"/>
                    <a:pt x="6668008" y="53975"/>
                  </a:cubicBezTo>
                  <a:cubicBezTo>
                    <a:pt x="6685280" y="120015"/>
                    <a:pt x="6696710" y="188976"/>
                    <a:pt x="6708267" y="263652"/>
                  </a:cubicBezTo>
                  <a:cubicBezTo>
                    <a:pt x="6728333" y="467614"/>
                    <a:pt x="6739889" y="674497"/>
                    <a:pt x="6736969" y="881380"/>
                  </a:cubicBezTo>
                  <a:cubicBezTo>
                    <a:pt x="6736969" y="990600"/>
                    <a:pt x="6751320" y="1102614"/>
                    <a:pt x="6754240" y="1211707"/>
                  </a:cubicBezTo>
                  <a:cubicBezTo>
                    <a:pt x="6757161" y="1295019"/>
                    <a:pt x="6754240" y="1381252"/>
                    <a:pt x="6748525" y="1464564"/>
                  </a:cubicBezTo>
                  <a:cubicBezTo>
                    <a:pt x="6742810" y="1536446"/>
                    <a:pt x="6737095" y="1539240"/>
                    <a:pt x="6665213" y="1544955"/>
                  </a:cubicBezTo>
                  <a:cubicBezTo>
                    <a:pt x="6547484" y="1550670"/>
                    <a:pt x="6429628" y="1556385"/>
                    <a:pt x="6314693" y="1567942"/>
                  </a:cubicBezTo>
                  <a:cubicBezTo>
                    <a:pt x="6082029" y="1590929"/>
                    <a:pt x="5843523" y="1613916"/>
                    <a:pt x="5610859" y="1645539"/>
                  </a:cubicBezTo>
                  <a:cubicBezTo>
                    <a:pt x="5335015" y="1679956"/>
                    <a:pt x="5053456" y="1702943"/>
                    <a:pt x="4774818" y="1708785"/>
                  </a:cubicBezTo>
                  <a:cubicBezTo>
                    <a:pt x="4231893" y="1723136"/>
                    <a:pt x="3691762" y="1743202"/>
                    <a:pt x="3148710" y="1760474"/>
                  </a:cubicBezTo>
                  <a:cubicBezTo>
                    <a:pt x="2852800" y="1769110"/>
                    <a:pt x="2556890" y="1783461"/>
                    <a:pt x="2260980" y="1789176"/>
                  </a:cubicBezTo>
                  <a:cubicBezTo>
                    <a:pt x="1746757" y="1800606"/>
                    <a:pt x="1235328" y="1809242"/>
                    <a:pt x="724026" y="1820799"/>
                  </a:cubicBezTo>
                  <a:cubicBezTo>
                    <a:pt x="522985" y="1823720"/>
                    <a:pt x="318896" y="1840865"/>
                    <a:pt x="117855" y="1849501"/>
                  </a:cubicBezTo>
                  <a:lnTo>
                    <a:pt x="83312" y="1849501"/>
                  </a:lnTo>
                  <a:cubicBezTo>
                    <a:pt x="80391" y="1840865"/>
                    <a:pt x="77597" y="1829435"/>
                    <a:pt x="77597" y="1820799"/>
                  </a:cubicBezTo>
                  <a:cubicBezTo>
                    <a:pt x="68961" y="1639824"/>
                    <a:pt x="68961" y="1458849"/>
                    <a:pt x="80518" y="1277874"/>
                  </a:cubicBezTo>
                  <a:cubicBezTo>
                    <a:pt x="97663" y="1079500"/>
                    <a:pt x="106299" y="884174"/>
                    <a:pt x="117729" y="685927"/>
                  </a:cubicBezTo>
                  <a:cubicBezTo>
                    <a:pt x="123444" y="576707"/>
                    <a:pt x="126365" y="470408"/>
                    <a:pt x="129159" y="361315"/>
                  </a:cubicBezTo>
                  <a:cubicBezTo>
                    <a:pt x="132080" y="283718"/>
                    <a:pt x="134874" y="275082"/>
                    <a:pt x="215392" y="263652"/>
                  </a:cubicBezTo>
                  <a:cubicBezTo>
                    <a:pt x="373380" y="237744"/>
                    <a:pt x="534289" y="217678"/>
                    <a:pt x="692277" y="200406"/>
                  </a:cubicBezTo>
                  <a:cubicBezTo>
                    <a:pt x="918972" y="176784"/>
                    <a:pt x="1146302" y="171323"/>
                    <a:pt x="1373886" y="171323"/>
                  </a:cubicBezTo>
                  <a:cubicBezTo>
                    <a:pt x="1569847" y="171323"/>
                    <a:pt x="1766062" y="175387"/>
                    <a:pt x="1962404" y="175387"/>
                  </a:cubicBezTo>
                  <a:cubicBezTo>
                    <a:pt x="2009267" y="175387"/>
                    <a:pt x="2056003" y="175133"/>
                    <a:pt x="2102866" y="174625"/>
                  </a:cubicBezTo>
                  <a:cubicBezTo>
                    <a:pt x="2654427" y="165989"/>
                    <a:pt x="3203194" y="148717"/>
                    <a:pt x="3754755" y="140208"/>
                  </a:cubicBezTo>
                  <a:cubicBezTo>
                    <a:pt x="3876802" y="138811"/>
                    <a:pt x="3998214" y="138811"/>
                    <a:pt x="4119626" y="138811"/>
                  </a:cubicBezTo>
                  <a:cubicBezTo>
                    <a:pt x="4241038" y="138811"/>
                    <a:pt x="4362450" y="138811"/>
                    <a:pt x="4484497" y="137414"/>
                  </a:cubicBezTo>
                  <a:cubicBezTo>
                    <a:pt x="4794758" y="134493"/>
                    <a:pt x="5105019" y="131699"/>
                    <a:pt x="5415280" y="117348"/>
                  </a:cubicBezTo>
                  <a:cubicBezTo>
                    <a:pt x="5691124" y="105918"/>
                    <a:pt x="5969762" y="74295"/>
                    <a:pt x="6245606" y="57023"/>
                  </a:cubicBezTo>
                  <a:cubicBezTo>
                    <a:pt x="6304661" y="53340"/>
                    <a:pt x="6363843" y="52324"/>
                    <a:pt x="6423533" y="52324"/>
                  </a:cubicBezTo>
                  <a:close/>
                  <a:moveTo>
                    <a:pt x="6687820" y="1596771"/>
                  </a:moveTo>
                  <a:cubicBezTo>
                    <a:pt x="6738238" y="1596771"/>
                    <a:pt x="6780149" y="1619123"/>
                    <a:pt x="6820281" y="1657096"/>
                  </a:cubicBezTo>
                  <a:cubicBezTo>
                    <a:pt x="6874890" y="1703070"/>
                    <a:pt x="6932295" y="1749044"/>
                    <a:pt x="6992620" y="1792097"/>
                  </a:cubicBezTo>
                  <a:lnTo>
                    <a:pt x="7035673" y="1826514"/>
                  </a:lnTo>
                  <a:cubicBezTo>
                    <a:pt x="7027037" y="1835150"/>
                    <a:pt x="7021322" y="1843786"/>
                    <a:pt x="7015607" y="1843786"/>
                  </a:cubicBezTo>
                  <a:cubicBezTo>
                    <a:pt x="7011670" y="1843659"/>
                    <a:pt x="7007733" y="1843659"/>
                    <a:pt x="7003796" y="1843659"/>
                  </a:cubicBezTo>
                  <a:cubicBezTo>
                    <a:pt x="6916547" y="1843659"/>
                    <a:pt x="6836664" y="1873377"/>
                    <a:pt x="6754114" y="1892681"/>
                  </a:cubicBezTo>
                  <a:cubicBezTo>
                    <a:pt x="6746748" y="1895348"/>
                    <a:pt x="6739001" y="1896618"/>
                    <a:pt x="6731254" y="1896618"/>
                  </a:cubicBezTo>
                  <a:cubicBezTo>
                    <a:pt x="6706108" y="1896618"/>
                    <a:pt x="6681089" y="1883029"/>
                    <a:pt x="6667881" y="1861058"/>
                  </a:cubicBezTo>
                  <a:cubicBezTo>
                    <a:pt x="6613272" y="1789176"/>
                    <a:pt x="6555867" y="1723136"/>
                    <a:pt x="6498336" y="1654175"/>
                  </a:cubicBezTo>
                  <a:cubicBezTo>
                    <a:pt x="6492621" y="1642745"/>
                    <a:pt x="6483985" y="1631188"/>
                    <a:pt x="6478270" y="1619758"/>
                  </a:cubicBezTo>
                  <a:cubicBezTo>
                    <a:pt x="6495542" y="1616837"/>
                    <a:pt x="6509893" y="1614043"/>
                    <a:pt x="6527165" y="1611122"/>
                  </a:cubicBezTo>
                  <a:cubicBezTo>
                    <a:pt x="6564503" y="1611122"/>
                    <a:pt x="6604762" y="1608201"/>
                    <a:pt x="6642100" y="1602486"/>
                  </a:cubicBezTo>
                  <a:cubicBezTo>
                    <a:pt x="6658102" y="1598676"/>
                    <a:pt x="6673342" y="1596771"/>
                    <a:pt x="6687820" y="1596771"/>
                  </a:cubicBezTo>
                  <a:close/>
                  <a:moveTo>
                    <a:pt x="6409436" y="1616837"/>
                  </a:moveTo>
                  <a:cubicBezTo>
                    <a:pt x="6423787" y="1619758"/>
                    <a:pt x="6438138" y="1625473"/>
                    <a:pt x="6449695" y="1636903"/>
                  </a:cubicBezTo>
                  <a:cubicBezTo>
                    <a:pt x="6521576" y="1723136"/>
                    <a:pt x="6593332" y="1809242"/>
                    <a:pt x="6673723" y="1906905"/>
                  </a:cubicBezTo>
                  <a:lnTo>
                    <a:pt x="6328918" y="1952879"/>
                  </a:lnTo>
                  <a:lnTo>
                    <a:pt x="6133592" y="1631061"/>
                  </a:lnTo>
                  <a:cubicBezTo>
                    <a:pt x="6231255" y="1625346"/>
                    <a:pt x="6320282" y="1619631"/>
                    <a:pt x="6409436" y="1616710"/>
                  </a:cubicBezTo>
                  <a:close/>
                  <a:moveTo>
                    <a:pt x="6099175" y="1636903"/>
                  </a:moveTo>
                  <a:lnTo>
                    <a:pt x="6291707" y="1958721"/>
                  </a:lnTo>
                  <a:lnTo>
                    <a:pt x="5912485" y="2010410"/>
                  </a:lnTo>
                  <a:lnTo>
                    <a:pt x="5725795" y="1682877"/>
                  </a:lnTo>
                  <a:lnTo>
                    <a:pt x="6099302" y="1636903"/>
                  </a:lnTo>
                  <a:close/>
                  <a:moveTo>
                    <a:pt x="5694045" y="1691513"/>
                  </a:moveTo>
                  <a:lnTo>
                    <a:pt x="5869305" y="2013331"/>
                  </a:lnTo>
                  <a:cubicBezTo>
                    <a:pt x="5800344" y="2016252"/>
                    <a:pt x="5740019" y="2021967"/>
                    <a:pt x="5679694" y="2021967"/>
                  </a:cubicBezTo>
                  <a:cubicBezTo>
                    <a:pt x="5668264" y="2019046"/>
                    <a:pt x="5656707" y="2013331"/>
                    <a:pt x="5648071" y="2001901"/>
                  </a:cubicBezTo>
                  <a:cubicBezTo>
                    <a:pt x="5593461" y="1909953"/>
                    <a:pt x="5541772" y="1818005"/>
                    <a:pt x="5484368" y="1717421"/>
                  </a:cubicBezTo>
                  <a:lnTo>
                    <a:pt x="5694045" y="1691513"/>
                  </a:lnTo>
                  <a:close/>
                  <a:moveTo>
                    <a:pt x="5455539" y="1717421"/>
                  </a:moveTo>
                  <a:lnTo>
                    <a:pt x="5607812" y="2024761"/>
                  </a:lnTo>
                  <a:lnTo>
                    <a:pt x="5360796" y="2036191"/>
                  </a:lnTo>
                  <a:lnTo>
                    <a:pt x="5205602" y="1743202"/>
                  </a:lnTo>
                  <a:lnTo>
                    <a:pt x="5455538" y="1717294"/>
                  </a:lnTo>
                  <a:close/>
                  <a:moveTo>
                    <a:pt x="5156708" y="1746123"/>
                  </a:moveTo>
                  <a:cubicBezTo>
                    <a:pt x="5196967" y="1843786"/>
                    <a:pt x="5234305" y="1935734"/>
                    <a:pt x="5277358" y="2036318"/>
                  </a:cubicBezTo>
                  <a:lnTo>
                    <a:pt x="4938395" y="2056384"/>
                  </a:lnTo>
                  <a:lnTo>
                    <a:pt x="4777486" y="1760474"/>
                  </a:lnTo>
                  <a:lnTo>
                    <a:pt x="5156708" y="1746123"/>
                  </a:lnTo>
                  <a:close/>
                  <a:moveTo>
                    <a:pt x="4654296" y="1756283"/>
                  </a:moveTo>
                  <a:cubicBezTo>
                    <a:pt x="4679188" y="1756283"/>
                    <a:pt x="4703826" y="1756664"/>
                    <a:pt x="4728718" y="1757553"/>
                  </a:cubicBezTo>
                  <a:cubicBezTo>
                    <a:pt x="4743069" y="1760474"/>
                    <a:pt x="4754626" y="1768983"/>
                    <a:pt x="4763134" y="1783461"/>
                  </a:cubicBezTo>
                  <a:cubicBezTo>
                    <a:pt x="4806188" y="1869694"/>
                    <a:pt x="4846446" y="1961642"/>
                    <a:pt x="4892420" y="2059305"/>
                  </a:cubicBezTo>
                  <a:lnTo>
                    <a:pt x="4642484" y="2076577"/>
                  </a:lnTo>
                  <a:lnTo>
                    <a:pt x="4495926" y="1757680"/>
                  </a:lnTo>
                  <a:cubicBezTo>
                    <a:pt x="4553330" y="1757680"/>
                    <a:pt x="4604511" y="1756410"/>
                    <a:pt x="4654295" y="1756410"/>
                  </a:cubicBezTo>
                  <a:close/>
                  <a:moveTo>
                    <a:pt x="4214368" y="1777619"/>
                  </a:moveTo>
                  <a:lnTo>
                    <a:pt x="4337939" y="2087880"/>
                  </a:lnTo>
                  <a:lnTo>
                    <a:pt x="4036441" y="2087880"/>
                  </a:lnTo>
                  <a:lnTo>
                    <a:pt x="3927221" y="1777619"/>
                  </a:lnTo>
                  <a:close/>
                  <a:moveTo>
                    <a:pt x="4455668" y="1763268"/>
                  </a:moveTo>
                  <a:cubicBezTo>
                    <a:pt x="4455668" y="1763268"/>
                    <a:pt x="4455668" y="1763268"/>
                    <a:pt x="4455668" y="1763268"/>
                  </a:cubicBezTo>
                  <a:cubicBezTo>
                    <a:pt x="4470019" y="1763268"/>
                    <a:pt x="4481576" y="1771904"/>
                    <a:pt x="4487290" y="1783334"/>
                  </a:cubicBezTo>
                  <a:cubicBezTo>
                    <a:pt x="4533264" y="1878203"/>
                    <a:pt x="4576318" y="1972945"/>
                    <a:pt x="4622292" y="2076323"/>
                  </a:cubicBezTo>
                  <a:lnTo>
                    <a:pt x="4372356" y="2087753"/>
                  </a:lnTo>
                  <a:cubicBezTo>
                    <a:pt x="4332096" y="1981454"/>
                    <a:pt x="4291965" y="1880870"/>
                    <a:pt x="4245990" y="1768856"/>
                  </a:cubicBezTo>
                  <a:cubicBezTo>
                    <a:pt x="4317872" y="1768856"/>
                    <a:pt x="4386706" y="1763141"/>
                    <a:pt x="4455668" y="1763141"/>
                  </a:cubicBezTo>
                  <a:close/>
                  <a:moveTo>
                    <a:pt x="3878199" y="1783334"/>
                  </a:moveTo>
                  <a:lnTo>
                    <a:pt x="4004564" y="2093595"/>
                  </a:lnTo>
                  <a:lnTo>
                    <a:pt x="3728720" y="2105025"/>
                  </a:lnTo>
                  <a:lnTo>
                    <a:pt x="3559175" y="1789049"/>
                  </a:lnTo>
                  <a:cubicBezTo>
                    <a:pt x="3616578" y="1786128"/>
                    <a:pt x="3671189" y="1783334"/>
                    <a:pt x="3720084" y="1783334"/>
                  </a:cubicBezTo>
                  <a:close/>
                  <a:moveTo>
                    <a:pt x="3533394" y="1791970"/>
                  </a:moveTo>
                  <a:cubicBezTo>
                    <a:pt x="3576447" y="1898269"/>
                    <a:pt x="3616706" y="1998853"/>
                    <a:pt x="3662680" y="2107946"/>
                  </a:cubicBezTo>
                  <a:cubicBezTo>
                    <a:pt x="3642614" y="2110867"/>
                    <a:pt x="3619626" y="2113661"/>
                    <a:pt x="3599433" y="2116582"/>
                  </a:cubicBezTo>
                  <a:cubicBezTo>
                    <a:pt x="3542030" y="2119503"/>
                    <a:pt x="3484499" y="2122297"/>
                    <a:pt x="3427094" y="2128012"/>
                  </a:cubicBezTo>
                  <a:cubicBezTo>
                    <a:pt x="3422649" y="2129028"/>
                    <a:pt x="3418204" y="2129536"/>
                    <a:pt x="3413886" y="2129536"/>
                  </a:cubicBezTo>
                  <a:cubicBezTo>
                    <a:pt x="3392804" y="2129536"/>
                    <a:pt x="3373500" y="2118359"/>
                    <a:pt x="3363975" y="2099309"/>
                  </a:cubicBezTo>
                  <a:cubicBezTo>
                    <a:pt x="3318001" y="2004440"/>
                    <a:pt x="3274948" y="1909699"/>
                    <a:pt x="3223259" y="1806320"/>
                  </a:cubicBezTo>
                  <a:lnTo>
                    <a:pt x="3533520" y="1791969"/>
                  </a:lnTo>
                  <a:close/>
                  <a:moveTo>
                    <a:pt x="2719578" y="1823974"/>
                  </a:moveTo>
                  <a:cubicBezTo>
                    <a:pt x="2752090" y="1823974"/>
                    <a:pt x="2784475" y="1825625"/>
                    <a:pt x="2812288" y="1829308"/>
                  </a:cubicBezTo>
                  <a:cubicBezTo>
                    <a:pt x="2843911" y="1929892"/>
                    <a:pt x="2878328" y="2036191"/>
                    <a:pt x="2912872" y="2145284"/>
                  </a:cubicBezTo>
                  <a:lnTo>
                    <a:pt x="2666111" y="2145284"/>
                  </a:lnTo>
                  <a:cubicBezTo>
                    <a:pt x="2628773" y="2044700"/>
                    <a:pt x="2588514" y="1941322"/>
                    <a:pt x="2551176" y="1840738"/>
                  </a:cubicBezTo>
                  <a:cubicBezTo>
                    <a:pt x="2582291" y="1830959"/>
                    <a:pt x="2651633" y="1823974"/>
                    <a:pt x="2719832" y="1823974"/>
                  </a:cubicBezTo>
                  <a:close/>
                  <a:moveTo>
                    <a:pt x="3074162" y="1813687"/>
                  </a:moveTo>
                  <a:cubicBezTo>
                    <a:pt x="3111372" y="1813687"/>
                    <a:pt x="3150362" y="1814957"/>
                    <a:pt x="3194431" y="1814957"/>
                  </a:cubicBezTo>
                  <a:lnTo>
                    <a:pt x="3315081" y="2133854"/>
                  </a:lnTo>
                  <a:lnTo>
                    <a:pt x="2964561" y="2148205"/>
                  </a:lnTo>
                  <a:lnTo>
                    <a:pt x="2849625" y="1829308"/>
                  </a:lnTo>
                  <a:cubicBezTo>
                    <a:pt x="2884805" y="1816989"/>
                    <a:pt x="2920111" y="1815465"/>
                    <a:pt x="2954655" y="1815465"/>
                  </a:cubicBezTo>
                  <a:cubicBezTo>
                    <a:pt x="2966084" y="1815465"/>
                    <a:pt x="2977387" y="1815592"/>
                    <a:pt x="2988564" y="1815592"/>
                  </a:cubicBezTo>
                  <a:cubicBezTo>
                    <a:pt x="2998850" y="1815592"/>
                    <a:pt x="3009011" y="1815465"/>
                    <a:pt x="3019043" y="1814957"/>
                  </a:cubicBezTo>
                  <a:cubicBezTo>
                    <a:pt x="3037204" y="1813941"/>
                    <a:pt x="3055492" y="1813687"/>
                    <a:pt x="3074034" y="1813687"/>
                  </a:cubicBezTo>
                  <a:close/>
                  <a:moveTo>
                    <a:pt x="1464945" y="1872361"/>
                  </a:moveTo>
                  <a:lnTo>
                    <a:pt x="1579880" y="2159635"/>
                  </a:lnTo>
                  <a:cubicBezTo>
                    <a:pt x="1551178" y="2160651"/>
                    <a:pt x="1522476" y="2160905"/>
                    <a:pt x="1493901" y="2160905"/>
                  </a:cubicBezTo>
                  <a:cubicBezTo>
                    <a:pt x="1436878" y="2160905"/>
                    <a:pt x="1380744" y="2159635"/>
                    <a:pt x="1327023" y="2159635"/>
                  </a:cubicBezTo>
                  <a:lnTo>
                    <a:pt x="1169289" y="1872488"/>
                  </a:lnTo>
                  <a:close/>
                  <a:moveTo>
                    <a:pt x="2477389" y="1835023"/>
                  </a:moveTo>
                  <a:cubicBezTo>
                    <a:pt x="2519426" y="1835023"/>
                    <a:pt x="2520950" y="1837309"/>
                    <a:pt x="2536444" y="1883918"/>
                  </a:cubicBezTo>
                  <a:cubicBezTo>
                    <a:pt x="2565146" y="1970151"/>
                    <a:pt x="2588133" y="2053463"/>
                    <a:pt x="2616835" y="2145411"/>
                  </a:cubicBezTo>
                  <a:cubicBezTo>
                    <a:pt x="2602484" y="2151126"/>
                    <a:pt x="2585212" y="2154047"/>
                    <a:pt x="2570861" y="2156841"/>
                  </a:cubicBezTo>
                  <a:cubicBezTo>
                    <a:pt x="2501900" y="2159762"/>
                    <a:pt x="2430145" y="2159762"/>
                    <a:pt x="2358263" y="2162556"/>
                  </a:cubicBezTo>
                  <a:cubicBezTo>
                    <a:pt x="2354453" y="2162937"/>
                    <a:pt x="2350643" y="2163191"/>
                    <a:pt x="2346960" y="2163191"/>
                  </a:cubicBezTo>
                  <a:cubicBezTo>
                    <a:pt x="2325878" y="2163191"/>
                    <a:pt x="2307717" y="2155444"/>
                    <a:pt x="2297938" y="2130933"/>
                  </a:cubicBezTo>
                  <a:cubicBezTo>
                    <a:pt x="2260600" y="2036064"/>
                    <a:pt x="2223262" y="1944243"/>
                    <a:pt x="2183003" y="1840738"/>
                  </a:cubicBezTo>
                  <a:cubicBezTo>
                    <a:pt x="2234692" y="1840738"/>
                    <a:pt x="2277872" y="1837817"/>
                    <a:pt x="2323719" y="1837817"/>
                  </a:cubicBezTo>
                  <a:cubicBezTo>
                    <a:pt x="2369566" y="1837817"/>
                    <a:pt x="2415667" y="1837817"/>
                    <a:pt x="2461641" y="1834896"/>
                  </a:cubicBezTo>
                  <a:cubicBezTo>
                    <a:pt x="2467356" y="1834896"/>
                    <a:pt x="2472563" y="1834896"/>
                    <a:pt x="2477262" y="1834896"/>
                  </a:cubicBezTo>
                  <a:close/>
                  <a:moveTo>
                    <a:pt x="2145792" y="1843659"/>
                  </a:moveTo>
                  <a:cubicBezTo>
                    <a:pt x="2183130" y="1947037"/>
                    <a:pt x="2220468" y="2050542"/>
                    <a:pt x="2263521" y="2168271"/>
                  </a:cubicBezTo>
                  <a:lnTo>
                    <a:pt x="1982343" y="2168271"/>
                  </a:lnTo>
                  <a:cubicBezTo>
                    <a:pt x="1945005" y="2067687"/>
                    <a:pt x="1907667" y="1964309"/>
                    <a:pt x="1864614" y="1852294"/>
                  </a:cubicBezTo>
                  <a:cubicBezTo>
                    <a:pt x="1959483" y="1843659"/>
                    <a:pt x="2048510" y="1846580"/>
                    <a:pt x="2146173" y="1843659"/>
                  </a:cubicBezTo>
                  <a:close/>
                  <a:moveTo>
                    <a:pt x="1844167" y="1858010"/>
                  </a:moveTo>
                  <a:lnTo>
                    <a:pt x="1930400" y="2168271"/>
                  </a:lnTo>
                  <a:cubicBezTo>
                    <a:pt x="1915795" y="2170303"/>
                    <a:pt x="1901317" y="2171065"/>
                    <a:pt x="1886966" y="2171065"/>
                  </a:cubicBezTo>
                  <a:cubicBezTo>
                    <a:pt x="1852676" y="2171065"/>
                    <a:pt x="1819402" y="2166874"/>
                    <a:pt x="1787144" y="2166874"/>
                  </a:cubicBezTo>
                  <a:cubicBezTo>
                    <a:pt x="1777365" y="2166874"/>
                    <a:pt x="1767713" y="2167255"/>
                    <a:pt x="1758061" y="2168271"/>
                  </a:cubicBezTo>
                  <a:cubicBezTo>
                    <a:pt x="1749806" y="2169160"/>
                    <a:pt x="1741805" y="2169541"/>
                    <a:pt x="1734185" y="2169541"/>
                  </a:cubicBezTo>
                  <a:cubicBezTo>
                    <a:pt x="1665732" y="2169541"/>
                    <a:pt x="1626108" y="2134362"/>
                    <a:pt x="1602867" y="2061972"/>
                  </a:cubicBezTo>
                  <a:cubicBezTo>
                    <a:pt x="1576959" y="1993011"/>
                    <a:pt x="1545463" y="1926971"/>
                    <a:pt x="1510919" y="1860931"/>
                  </a:cubicBezTo>
                  <a:lnTo>
                    <a:pt x="1844167" y="1858010"/>
                  </a:lnTo>
                  <a:close/>
                  <a:moveTo>
                    <a:pt x="1125982" y="1875282"/>
                  </a:moveTo>
                  <a:lnTo>
                    <a:pt x="1295527" y="2156841"/>
                  </a:lnTo>
                  <a:lnTo>
                    <a:pt x="1008253" y="2171192"/>
                  </a:lnTo>
                  <a:cubicBezTo>
                    <a:pt x="953643" y="2076323"/>
                    <a:pt x="901954" y="1984502"/>
                    <a:pt x="841629" y="1878203"/>
                  </a:cubicBezTo>
                  <a:lnTo>
                    <a:pt x="841629" y="1875282"/>
                  </a:lnTo>
                  <a:close/>
                  <a:moveTo>
                    <a:pt x="766826" y="1883918"/>
                  </a:moveTo>
                  <a:cubicBezTo>
                    <a:pt x="784098" y="1886839"/>
                    <a:pt x="798449" y="1898269"/>
                    <a:pt x="807085" y="1912619"/>
                  </a:cubicBezTo>
                  <a:cubicBezTo>
                    <a:pt x="853059" y="1993011"/>
                    <a:pt x="896112" y="2076322"/>
                    <a:pt x="945007" y="2168271"/>
                  </a:cubicBezTo>
                  <a:lnTo>
                    <a:pt x="370459" y="2205609"/>
                  </a:lnTo>
                  <a:lnTo>
                    <a:pt x="100584" y="1918462"/>
                  </a:lnTo>
                  <a:cubicBezTo>
                    <a:pt x="195580" y="1910715"/>
                    <a:pt x="279019" y="1900809"/>
                    <a:pt x="361315" y="1900809"/>
                  </a:cubicBezTo>
                  <a:cubicBezTo>
                    <a:pt x="371094" y="1900809"/>
                    <a:pt x="381000" y="1900936"/>
                    <a:pt x="390779" y="1901317"/>
                  </a:cubicBezTo>
                  <a:lnTo>
                    <a:pt x="508508" y="2099564"/>
                  </a:lnTo>
                  <a:cubicBezTo>
                    <a:pt x="517144" y="2116836"/>
                    <a:pt x="525780" y="2131187"/>
                    <a:pt x="537210" y="2145538"/>
                  </a:cubicBezTo>
                  <a:cubicBezTo>
                    <a:pt x="547497" y="2157857"/>
                    <a:pt x="557657" y="2168652"/>
                    <a:pt x="570992" y="2168652"/>
                  </a:cubicBezTo>
                  <a:cubicBezTo>
                    <a:pt x="576326" y="2168652"/>
                    <a:pt x="582295" y="2166874"/>
                    <a:pt x="588899" y="2162810"/>
                  </a:cubicBezTo>
                  <a:cubicBezTo>
                    <a:pt x="611886" y="2148459"/>
                    <a:pt x="603250" y="2128393"/>
                    <a:pt x="591820" y="2108200"/>
                  </a:cubicBezTo>
                  <a:cubicBezTo>
                    <a:pt x="568833" y="2067941"/>
                    <a:pt x="545846" y="2027809"/>
                    <a:pt x="519938" y="1990471"/>
                  </a:cubicBezTo>
                  <a:cubicBezTo>
                    <a:pt x="499872" y="1961769"/>
                    <a:pt x="482600" y="1935861"/>
                    <a:pt x="453898" y="1895602"/>
                  </a:cubicBezTo>
                  <a:cubicBezTo>
                    <a:pt x="565912" y="1889887"/>
                    <a:pt x="666496" y="1886966"/>
                    <a:pt x="767080" y="1884172"/>
                  </a:cubicBezTo>
                  <a:close/>
                  <a:moveTo>
                    <a:pt x="6612382" y="0"/>
                  </a:moveTo>
                  <a:cubicBezTo>
                    <a:pt x="6600317" y="0"/>
                    <a:pt x="6588251" y="762"/>
                    <a:pt x="6576060" y="2159"/>
                  </a:cubicBezTo>
                  <a:cubicBezTo>
                    <a:pt x="6423787" y="7874"/>
                    <a:pt x="6268720" y="13589"/>
                    <a:pt x="6116447" y="22225"/>
                  </a:cubicBezTo>
                  <a:cubicBezTo>
                    <a:pt x="6073394" y="25146"/>
                    <a:pt x="6030214" y="30861"/>
                    <a:pt x="5987161" y="33655"/>
                  </a:cubicBezTo>
                  <a:cubicBezTo>
                    <a:pt x="5544693" y="50927"/>
                    <a:pt x="5102352" y="68072"/>
                    <a:pt x="4659884" y="79629"/>
                  </a:cubicBezTo>
                  <a:cubicBezTo>
                    <a:pt x="4312285" y="88265"/>
                    <a:pt x="3961765" y="88265"/>
                    <a:pt x="3614166" y="93980"/>
                  </a:cubicBezTo>
                  <a:cubicBezTo>
                    <a:pt x="3392932" y="99695"/>
                    <a:pt x="3174619" y="114046"/>
                    <a:pt x="2953385" y="116967"/>
                  </a:cubicBezTo>
                  <a:cubicBezTo>
                    <a:pt x="2513838" y="122682"/>
                    <a:pt x="2077085" y="128397"/>
                    <a:pt x="1637538" y="128397"/>
                  </a:cubicBezTo>
                  <a:cubicBezTo>
                    <a:pt x="1590802" y="128397"/>
                    <a:pt x="1543939" y="128397"/>
                    <a:pt x="1497203" y="128397"/>
                  </a:cubicBezTo>
                  <a:cubicBezTo>
                    <a:pt x="1216533" y="128397"/>
                    <a:pt x="935736" y="130556"/>
                    <a:pt x="655066" y="160020"/>
                  </a:cubicBezTo>
                  <a:cubicBezTo>
                    <a:pt x="488442" y="177292"/>
                    <a:pt x="324739" y="205994"/>
                    <a:pt x="158115" y="226060"/>
                  </a:cubicBezTo>
                  <a:cubicBezTo>
                    <a:pt x="120777" y="228981"/>
                    <a:pt x="89154" y="257683"/>
                    <a:pt x="83439" y="295021"/>
                  </a:cubicBezTo>
                  <a:cubicBezTo>
                    <a:pt x="80518" y="312293"/>
                    <a:pt x="77724" y="332359"/>
                    <a:pt x="77724" y="349631"/>
                  </a:cubicBezTo>
                  <a:cubicBezTo>
                    <a:pt x="72009" y="464566"/>
                    <a:pt x="69088" y="579501"/>
                    <a:pt x="63373" y="694436"/>
                  </a:cubicBezTo>
                  <a:cubicBezTo>
                    <a:pt x="54610" y="884174"/>
                    <a:pt x="45974" y="1073785"/>
                    <a:pt x="34417" y="1260475"/>
                  </a:cubicBezTo>
                  <a:cubicBezTo>
                    <a:pt x="28702" y="1303528"/>
                    <a:pt x="20066" y="1346708"/>
                    <a:pt x="8509" y="1386840"/>
                  </a:cubicBezTo>
                  <a:lnTo>
                    <a:pt x="0" y="1878203"/>
                  </a:lnTo>
                  <a:lnTo>
                    <a:pt x="0" y="1878203"/>
                  </a:lnTo>
                  <a:cubicBezTo>
                    <a:pt x="20066" y="1895475"/>
                    <a:pt x="40259" y="1912620"/>
                    <a:pt x="57404" y="1932813"/>
                  </a:cubicBezTo>
                  <a:cubicBezTo>
                    <a:pt x="123444" y="2013204"/>
                    <a:pt x="183769" y="2090801"/>
                    <a:pt x="247015" y="2171319"/>
                  </a:cubicBezTo>
                  <a:cubicBezTo>
                    <a:pt x="279908" y="2216912"/>
                    <a:pt x="335280" y="2244598"/>
                    <a:pt x="393192" y="2244598"/>
                  </a:cubicBezTo>
                  <a:cubicBezTo>
                    <a:pt x="400939" y="2244598"/>
                    <a:pt x="408686" y="2244090"/>
                    <a:pt x="416560" y="2243074"/>
                  </a:cubicBezTo>
                  <a:cubicBezTo>
                    <a:pt x="540131" y="2234438"/>
                    <a:pt x="663575" y="2231644"/>
                    <a:pt x="787146" y="2228723"/>
                  </a:cubicBezTo>
                  <a:cubicBezTo>
                    <a:pt x="1005967" y="2224659"/>
                    <a:pt x="1224661" y="2213229"/>
                    <a:pt x="1443482" y="2213229"/>
                  </a:cubicBezTo>
                  <a:cubicBezTo>
                    <a:pt x="1532128" y="2213229"/>
                    <a:pt x="1620774" y="2215134"/>
                    <a:pt x="1709420" y="2220087"/>
                  </a:cubicBezTo>
                  <a:cubicBezTo>
                    <a:pt x="1797812" y="2224278"/>
                    <a:pt x="1887601" y="2226945"/>
                    <a:pt x="1976755" y="2226945"/>
                  </a:cubicBezTo>
                  <a:cubicBezTo>
                    <a:pt x="2009394" y="2226945"/>
                    <a:pt x="2041906" y="2226564"/>
                    <a:pt x="2074291" y="2225802"/>
                  </a:cubicBezTo>
                  <a:cubicBezTo>
                    <a:pt x="2404618" y="2217166"/>
                    <a:pt x="2732151" y="2205736"/>
                    <a:pt x="3059684" y="2194179"/>
                  </a:cubicBezTo>
                  <a:cubicBezTo>
                    <a:pt x="3157347" y="2191258"/>
                    <a:pt x="3255010" y="2182749"/>
                    <a:pt x="3349879" y="2176907"/>
                  </a:cubicBezTo>
                  <a:cubicBezTo>
                    <a:pt x="3519424" y="2165477"/>
                    <a:pt x="3686048" y="2148205"/>
                    <a:pt x="3852672" y="2142490"/>
                  </a:cubicBezTo>
                  <a:cubicBezTo>
                    <a:pt x="4142867" y="2131060"/>
                    <a:pt x="4430141" y="2125218"/>
                    <a:pt x="4720336" y="2113788"/>
                  </a:cubicBezTo>
                  <a:cubicBezTo>
                    <a:pt x="4912868" y="2105152"/>
                    <a:pt x="5108194" y="2082165"/>
                    <a:pt x="5303520" y="2076450"/>
                  </a:cubicBezTo>
                  <a:cubicBezTo>
                    <a:pt x="5608066" y="2073529"/>
                    <a:pt x="5909691" y="2053463"/>
                    <a:pt x="6211316" y="2019046"/>
                  </a:cubicBezTo>
                  <a:cubicBezTo>
                    <a:pt x="6478524" y="1984629"/>
                    <a:pt x="6742811" y="1950085"/>
                    <a:pt x="7007098" y="1895475"/>
                  </a:cubicBezTo>
                  <a:cubicBezTo>
                    <a:pt x="7099046" y="1878203"/>
                    <a:pt x="7122033" y="1849501"/>
                    <a:pt x="7127748" y="1757553"/>
                  </a:cubicBezTo>
                  <a:lnTo>
                    <a:pt x="7127748" y="1711579"/>
                  </a:lnTo>
                  <a:cubicBezTo>
                    <a:pt x="7145020" y="1450086"/>
                    <a:pt x="7110476" y="1188720"/>
                    <a:pt x="7096125" y="927227"/>
                  </a:cubicBezTo>
                  <a:cubicBezTo>
                    <a:pt x="7087489" y="797941"/>
                    <a:pt x="7064502" y="668655"/>
                    <a:pt x="7084695" y="536448"/>
                  </a:cubicBezTo>
                  <a:cubicBezTo>
                    <a:pt x="7087615" y="499110"/>
                    <a:pt x="7084695" y="458851"/>
                    <a:pt x="7076059" y="421513"/>
                  </a:cubicBezTo>
                  <a:cubicBezTo>
                    <a:pt x="7067423" y="381254"/>
                    <a:pt x="7064628" y="338201"/>
                    <a:pt x="7067423" y="297942"/>
                  </a:cubicBezTo>
                  <a:cubicBezTo>
                    <a:pt x="7073138" y="263525"/>
                    <a:pt x="7055993" y="226060"/>
                    <a:pt x="7024370" y="208915"/>
                  </a:cubicBezTo>
                  <a:cubicBezTo>
                    <a:pt x="6943978" y="154305"/>
                    <a:pt x="6860667" y="102616"/>
                    <a:pt x="6777355" y="48006"/>
                  </a:cubicBezTo>
                  <a:cubicBezTo>
                    <a:pt x="6727063" y="17145"/>
                    <a:pt x="6671056" y="0"/>
                    <a:pt x="661238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685800" y="406339"/>
            <a:ext cx="3657600" cy="3365497"/>
          </a:xfrm>
          <a:custGeom>
            <a:avLst/>
            <a:gdLst/>
            <a:ahLst/>
            <a:cxnLst/>
            <a:rect l="l" t="t" r="r" b="b"/>
            <a:pathLst>
              <a:path w="3657600" h="3365497">
                <a:moveTo>
                  <a:pt x="0" y="0"/>
                </a:moveTo>
                <a:lnTo>
                  <a:pt x="3657600" y="0"/>
                </a:lnTo>
                <a:lnTo>
                  <a:pt x="3657600" y="3365497"/>
                </a:lnTo>
                <a:lnTo>
                  <a:pt x="0" y="3365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065503" y="7734300"/>
            <a:ext cx="2222497" cy="2425703"/>
          </a:xfrm>
          <a:custGeom>
            <a:avLst/>
            <a:gdLst/>
            <a:ahLst/>
            <a:cxnLst/>
            <a:rect l="l" t="t" r="r" b="b"/>
            <a:pathLst>
              <a:path w="2222497" h="2425703">
                <a:moveTo>
                  <a:pt x="0" y="0"/>
                </a:moveTo>
                <a:lnTo>
                  <a:pt x="2222497" y="0"/>
                </a:lnTo>
                <a:lnTo>
                  <a:pt x="2222497" y="2425703"/>
                </a:lnTo>
                <a:lnTo>
                  <a:pt x="0" y="2425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-799338" y="3162300"/>
            <a:ext cx="3656076" cy="3383528"/>
            <a:chOff x="0" y="0"/>
            <a:chExt cx="3656076" cy="33835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56076" cy="3383534"/>
            </a:xfrm>
            <a:custGeom>
              <a:avLst/>
              <a:gdLst/>
              <a:ahLst/>
              <a:cxnLst/>
              <a:rect l="l" t="t" r="r" b="b"/>
              <a:pathLst>
                <a:path w="3656076" h="3383534">
                  <a:moveTo>
                    <a:pt x="0" y="0"/>
                  </a:moveTo>
                  <a:lnTo>
                    <a:pt x="0" y="3383534"/>
                  </a:lnTo>
                  <a:lnTo>
                    <a:pt x="3656076" y="3383534"/>
                  </a:lnTo>
                  <a:lnTo>
                    <a:pt x="365607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5666756" y="731253"/>
            <a:ext cx="7144979" cy="2268531"/>
            <a:chOff x="0" y="0"/>
            <a:chExt cx="7144982" cy="22685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45020" cy="2268474"/>
            </a:xfrm>
            <a:custGeom>
              <a:avLst/>
              <a:gdLst/>
              <a:ahLst/>
              <a:cxnLst/>
              <a:rect l="l" t="t" r="r" b="b"/>
              <a:pathLst>
                <a:path w="7145020" h="2268474">
                  <a:moveTo>
                    <a:pt x="0" y="2268474"/>
                  </a:moveTo>
                  <a:lnTo>
                    <a:pt x="7145020" y="2268474"/>
                  </a:lnTo>
                  <a:lnTo>
                    <a:pt x="71450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4768669" y="8267700"/>
            <a:ext cx="2242976" cy="2447687"/>
            <a:chOff x="0" y="0"/>
            <a:chExt cx="2242972" cy="24476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2947" cy="2447671"/>
            </a:xfrm>
            <a:custGeom>
              <a:avLst/>
              <a:gdLst/>
              <a:ahLst/>
              <a:cxnLst/>
              <a:rect l="l" t="t" r="r" b="b"/>
              <a:pathLst>
                <a:path w="2242947" h="2447671">
                  <a:moveTo>
                    <a:pt x="0" y="2447671"/>
                  </a:moveTo>
                  <a:lnTo>
                    <a:pt x="2242947" y="2447671"/>
                  </a:lnTo>
                  <a:lnTo>
                    <a:pt x="22429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2400" y="4549416"/>
            <a:ext cx="17678400" cy="39928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45578" lvl="1" indent="-522789" algn="l">
              <a:lnSpc>
                <a:spcPts val="6344"/>
              </a:lnSpc>
              <a:buFont typeface="Arial"/>
              <a:buChar char="•"/>
            </a:pPr>
            <a:r>
              <a:rPr lang="en-US" sz="4842" spc="53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Frontend: </a:t>
            </a:r>
            <a:r>
              <a:rPr lang="en-US" sz="4842" spc="53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Handles UI, forms, and API requests</a:t>
            </a:r>
          </a:p>
          <a:p>
            <a:pPr marL="1045578" lvl="1" indent="-522789" algn="l">
              <a:lnSpc>
                <a:spcPts val="6344"/>
              </a:lnSpc>
              <a:buFont typeface="Arial"/>
              <a:buChar char="•"/>
            </a:pPr>
            <a:r>
              <a:rPr lang="en-US" sz="4842" spc="53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Backend: </a:t>
            </a:r>
            <a:r>
              <a:rPr lang="en-US" sz="4842" spc="53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Core business logic + REST APIs</a:t>
            </a:r>
          </a:p>
          <a:p>
            <a:pPr marL="1045578" lvl="1" indent="-522789" algn="l">
              <a:lnSpc>
                <a:spcPts val="6344"/>
              </a:lnSpc>
              <a:buFont typeface="Arial"/>
              <a:buChar char="•"/>
            </a:pPr>
            <a:r>
              <a:rPr lang="en-US" sz="4842" spc="53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Database</a:t>
            </a:r>
            <a:r>
              <a:rPr lang="en-US" sz="4842" spc="53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: SQL Server managed through Entity Framework</a:t>
            </a:r>
          </a:p>
          <a:p>
            <a:pPr marL="1045578" lvl="1" indent="-522789" algn="l">
              <a:lnSpc>
                <a:spcPts val="6344"/>
              </a:lnSpc>
              <a:buFont typeface="Arial"/>
              <a:buChar char="•"/>
            </a:pPr>
            <a:r>
              <a:rPr lang="en-US" sz="4842" spc="53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Auth: </a:t>
            </a:r>
            <a:r>
              <a:rPr lang="en-US" sz="4842" spc="53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Role-based access control</a:t>
            </a:r>
          </a:p>
          <a:p>
            <a:pPr marL="1045578" lvl="1" indent="-522789" algn="l">
              <a:lnSpc>
                <a:spcPts val="6344"/>
              </a:lnSpc>
              <a:buFont typeface="Arial"/>
              <a:buChar char="•"/>
            </a:pPr>
            <a:r>
              <a:rPr lang="en-US" sz="4842" spc="53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Integration: </a:t>
            </a:r>
            <a:r>
              <a:rPr lang="en-US" sz="4842" spc="53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Supplier, delivery, and notification services</a:t>
            </a:r>
          </a:p>
        </p:txBody>
      </p:sp>
      <p:sp>
        <p:nvSpPr>
          <p:cNvPr id="14" name="TextBox 14"/>
          <p:cNvSpPr txBox="1"/>
          <p:nvPr/>
        </p:nvSpPr>
        <p:spPr>
          <a:xfrm rot="9960">
            <a:off x="5995407" y="1232002"/>
            <a:ext cx="6423536" cy="847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42"/>
              </a:lnSpc>
            </a:pPr>
            <a:r>
              <a:rPr lang="en-US" sz="4673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SYSTEM ARCHITECTURE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02579" y="7391400"/>
            <a:ext cx="2222497" cy="2425703"/>
          </a:xfrm>
          <a:custGeom>
            <a:avLst/>
            <a:gdLst/>
            <a:ahLst/>
            <a:cxnLst/>
            <a:rect l="l" t="t" r="r" b="b"/>
            <a:pathLst>
              <a:path w="2222497" h="2425703">
                <a:moveTo>
                  <a:pt x="0" y="0"/>
                </a:moveTo>
                <a:lnTo>
                  <a:pt x="2222497" y="0"/>
                </a:lnTo>
                <a:lnTo>
                  <a:pt x="2222497" y="2425703"/>
                </a:lnTo>
                <a:lnTo>
                  <a:pt x="0" y="2425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62000" y="6362700"/>
            <a:ext cx="3657600" cy="3365497"/>
          </a:xfrm>
          <a:custGeom>
            <a:avLst/>
            <a:gdLst/>
            <a:ahLst/>
            <a:cxnLst/>
            <a:rect l="l" t="t" r="r" b="b"/>
            <a:pathLst>
              <a:path w="3657600" h="3365497">
                <a:moveTo>
                  <a:pt x="0" y="0"/>
                </a:moveTo>
                <a:lnTo>
                  <a:pt x="3657600" y="0"/>
                </a:lnTo>
                <a:lnTo>
                  <a:pt x="3657600" y="3365497"/>
                </a:lnTo>
                <a:lnTo>
                  <a:pt x="0" y="336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603262" y="667750"/>
            <a:ext cx="7271985" cy="2395528"/>
          </a:xfrm>
          <a:custGeom>
            <a:avLst/>
            <a:gdLst/>
            <a:ahLst/>
            <a:cxnLst/>
            <a:rect l="l" t="t" r="r" b="b"/>
            <a:pathLst>
              <a:path w="7271985" h="2395528">
                <a:moveTo>
                  <a:pt x="0" y="0"/>
                </a:moveTo>
                <a:lnTo>
                  <a:pt x="7271985" y="0"/>
                </a:lnTo>
                <a:lnTo>
                  <a:pt x="7271985" y="2395528"/>
                </a:lnTo>
                <a:lnTo>
                  <a:pt x="0" y="2395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 rot="9960">
            <a:off x="6023982" y="1232002"/>
            <a:ext cx="6365472" cy="847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42"/>
              </a:lnSpc>
            </a:pPr>
            <a:r>
              <a:rPr lang="en-US" sz="4673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PLATFORM WORKFLOW</a:t>
            </a:r>
          </a:p>
        </p:txBody>
      </p:sp>
      <p:graphicFrame>
        <p:nvGraphicFramePr>
          <p:cNvPr id="12" name="TextBox 5">
            <a:extLst>
              <a:ext uri="{FF2B5EF4-FFF2-40B4-BE49-F238E27FC236}">
                <a16:creationId xmlns:a16="http://schemas.microsoft.com/office/drawing/2014/main" id="{58980B1E-E936-FFF6-4E5E-5B4CCF9CAFE1}"/>
              </a:ext>
            </a:extLst>
          </p:cNvPr>
          <p:cNvGraphicFramePr/>
          <p:nvPr/>
        </p:nvGraphicFramePr>
        <p:xfrm>
          <a:off x="4343400" y="3467100"/>
          <a:ext cx="10346537" cy="44992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33266" y="316006"/>
            <a:ext cx="5221469" cy="1720050"/>
          </a:xfrm>
          <a:custGeom>
            <a:avLst/>
            <a:gdLst/>
            <a:ahLst/>
            <a:cxnLst/>
            <a:rect l="l" t="t" r="r" b="b"/>
            <a:pathLst>
              <a:path w="5221469" h="1720050">
                <a:moveTo>
                  <a:pt x="0" y="0"/>
                </a:moveTo>
                <a:lnTo>
                  <a:pt x="5221468" y="0"/>
                </a:lnTo>
                <a:lnTo>
                  <a:pt x="5221468" y="1720049"/>
                </a:lnTo>
                <a:lnTo>
                  <a:pt x="0" y="17200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731590" y="8044595"/>
            <a:ext cx="2040480" cy="2227045"/>
          </a:xfrm>
          <a:custGeom>
            <a:avLst/>
            <a:gdLst/>
            <a:ahLst/>
            <a:cxnLst/>
            <a:rect l="l" t="t" r="r" b="b"/>
            <a:pathLst>
              <a:path w="2040480" h="2227045">
                <a:moveTo>
                  <a:pt x="0" y="0"/>
                </a:moveTo>
                <a:lnTo>
                  <a:pt x="2040480" y="0"/>
                </a:lnTo>
                <a:lnTo>
                  <a:pt x="2040480" y="2227045"/>
                </a:lnTo>
                <a:lnTo>
                  <a:pt x="0" y="22270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602055">
            <a:off x="453476" y="7205582"/>
            <a:ext cx="2346888" cy="839012"/>
          </a:xfrm>
          <a:custGeom>
            <a:avLst/>
            <a:gdLst/>
            <a:ahLst/>
            <a:cxnLst/>
            <a:rect l="l" t="t" r="r" b="b"/>
            <a:pathLst>
              <a:path w="2346888" h="839012">
                <a:moveTo>
                  <a:pt x="0" y="0"/>
                </a:moveTo>
                <a:lnTo>
                  <a:pt x="2346887" y="0"/>
                </a:lnTo>
                <a:lnTo>
                  <a:pt x="2346887" y="839013"/>
                </a:lnTo>
                <a:lnTo>
                  <a:pt x="0" y="8390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 rot="9960">
            <a:off x="7341170" y="576357"/>
            <a:ext cx="6365472" cy="79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42"/>
              </a:lnSpc>
            </a:pPr>
            <a:r>
              <a:rPr lang="en-US" sz="4673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Home Page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71CA7D-B117-C53A-628B-56D57CE2E5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8059" y="2635569"/>
            <a:ext cx="10591800" cy="50158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6295A7-54E4-D15D-A5A1-EB53D842D2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8572500"/>
            <a:ext cx="14097000" cy="4820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93951" y="240659"/>
            <a:ext cx="7623619" cy="2507180"/>
          </a:xfrm>
          <a:custGeom>
            <a:avLst/>
            <a:gdLst/>
            <a:ahLst/>
            <a:cxnLst/>
            <a:rect l="l" t="t" r="r" b="b"/>
            <a:pathLst>
              <a:path w="7623619" h="2507180">
                <a:moveTo>
                  <a:pt x="0" y="0"/>
                </a:moveTo>
                <a:lnTo>
                  <a:pt x="7623619" y="0"/>
                </a:lnTo>
                <a:lnTo>
                  <a:pt x="7623619" y="2507180"/>
                </a:lnTo>
                <a:lnTo>
                  <a:pt x="0" y="2507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063982" y="5012686"/>
            <a:ext cx="10296696" cy="715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2092" lvl="1" indent="-466046" algn="l">
              <a:lnSpc>
                <a:spcPts val="6035"/>
              </a:lnSpc>
              <a:buFont typeface="Arial"/>
              <a:buChar char="•"/>
            </a:pPr>
            <a:r>
              <a:rPr lang="en-US" sz="43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Fields: email, password.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81600" y="606733"/>
            <a:ext cx="6987664" cy="1661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50"/>
              </a:lnSpc>
            </a:pPr>
            <a:r>
              <a:rPr lang="en-US" sz="4640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LOGIN &amp; REGISTRATION PAGE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86200" y="3518713"/>
            <a:ext cx="12623818" cy="14849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2092" lvl="1" indent="-466046" algn="l">
              <a:lnSpc>
                <a:spcPts val="6035"/>
              </a:lnSpc>
              <a:buFont typeface="Arial"/>
              <a:buChar char="•"/>
            </a:pPr>
            <a:r>
              <a:rPr lang="en-US" sz="43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Role-based form (Admin, Stock Manager, Customer, Supplier, Delivery).</a:t>
            </a:r>
          </a:p>
        </p:txBody>
      </p:sp>
      <p:sp>
        <p:nvSpPr>
          <p:cNvPr id="7" name="Freeform 7"/>
          <p:cNvSpPr/>
          <p:nvPr/>
        </p:nvSpPr>
        <p:spPr>
          <a:xfrm>
            <a:off x="1028700" y="6921503"/>
            <a:ext cx="3657600" cy="3365497"/>
          </a:xfrm>
          <a:custGeom>
            <a:avLst/>
            <a:gdLst/>
            <a:ahLst/>
            <a:cxnLst/>
            <a:rect l="l" t="t" r="r" b="b"/>
            <a:pathLst>
              <a:path w="3657600" h="3365497">
                <a:moveTo>
                  <a:pt x="0" y="0"/>
                </a:moveTo>
                <a:lnTo>
                  <a:pt x="3657600" y="0"/>
                </a:lnTo>
                <a:lnTo>
                  <a:pt x="3657600" y="3365497"/>
                </a:lnTo>
                <a:lnTo>
                  <a:pt x="0" y="33654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28700" y="6903472"/>
            <a:ext cx="3656076" cy="3383528"/>
            <a:chOff x="0" y="0"/>
            <a:chExt cx="3656076" cy="33835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56076" cy="3383534"/>
            </a:xfrm>
            <a:custGeom>
              <a:avLst/>
              <a:gdLst/>
              <a:ahLst/>
              <a:cxnLst/>
              <a:rect l="l" t="t" r="r" b="b"/>
              <a:pathLst>
                <a:path w="3656076" h="3383534">
                  <a:moveTo>
                    <a:pt x="0" y="0"/>
                  </a:moveTo>
                  <a:lnTo>
                    <a:pt x="0" y="3383534"/>
                  </a:lnTo>
                  <a:lnTo>
                    <a:pt x="3656076" y="3383534"/>
                  </a:lnTo>
                  <a:lnTo>
                    <a:pt x="365607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747997" y="7378703"/>
            <a:ext cx="2222497" cy="2425703"/>
          </a:xfrm>
          <a:custGeom>
            <a:avLst/>
            <a:gdLst/>
            <a:ahLst/>
            <a:cxnLst/>
            <a:rect l="l" t="t" r="r" b="b"/>
            <a:pathLst>
              <a:path w="2222497" h="2425703">
                <a:moveTo>
                  <a:pt x="0" y="0"/>
                </a:moveTo>
                <a:lnTo>
                  <a:pt x="2222497" y="0"/>
                </a:lnTo>
                <a:lnTo>
                  <a:pt x="2222497" y="2425703"/>
                </a:lnTo>
                <a:lnTo>
                  <a:pt x="0" y="24257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5737291" y="7371388"/>
            <a:ext cx="2242976" cy="2447687"/>
            <a:chOff x="0" y="0"/>
            <a:chExt cx="2242972" cy="24476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42947" cy="2447671"/>
            </a:xfrm>
            <a:custGeom>
              <a:avLst/>
              <a:gdLst/>
              <a:ahLst/>
              <a:cxnLst/>
              <a:rect l="l" t="t" r="r" b="b"/>
              <a:pathLst>
                <a:path w="2242947" h="2447671">
                  <a:moveTo>
                    <a:pt x="0" y="2447671"/>
                  </a:moveTo>
                  <a:lnTo>
                    <a:pt x="2242947" y="2447671"/>
                  </a:lnTo>
                  <a:lnTo>
                    <a:pt x="22429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93951" y="240659"/>
            <a:ext cx="7623619" cy="2507180"/>
          </a:xfrm>
          <a:custGeom>
            <a:avLst/>
            <a:gdLst/>
            <a:ahLst/>
            <a:cxnLst/>
            <a:rect l="l" t="t" r="r" b="b"/>
            <a:pathLst>
              <a:path w="7623619" h="2507180">
                <a:moveTo>
                  <a:pt x="0" y="0"/>
                </a:moveTo>
                <a:lnTo>
                  <a:pt x="7623619" y="0"/>
                </a:lnTo>
                <a:lnTo>
                  <a:pt x="7623619" y="2507180"/>
                </a:lnTo>
                <a:lnTo>
                  <a:pt x="0" y="2507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767616" y="616258"/>
            <a:ext cx="5609749" cy="1494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3"/>
              </a:lnSpc>
            </a:pPr>
            <a:r>
              <a:rPr lang="en-US" sz="4311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LOGIN &amp; REGISTRATION PAGE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6286500"/>
            <a:ext cx="3657600" cy="3365497"/>
          </a:xfrm>
          <a:custGeom>
            <a:avLst/>
            <a:gdLst/>
            <a:ahLst/>
            <a:cxnLst/>
            <a:rect l="l" t="t" r="r" b="b"/>
            <a:pathLst>
              <a:path w="3657600" h="3365497">
                <a:moveTo>
                  <a:pt x="0" y="0"/>
                </a:moveTo>
                <a:lnTo>
                  <a:pt x="3657600" y="0"/>
                </a:lnTo>
                <a:lnTo>
                  <a:pt x="3657600" y="3365497"/>
                </a:lnTo>
                <a:lnTo>
                  <a:pt x="0" y="33654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609600" y="5600700"/>
            <a:ext cx="3656076" cy="3383528"/>
            <a:chOff x="0" y="0"/>
            <a:chExt cx="3656076" cy="33835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56076" cy="3383534"/>
            </a:xfrm>
            <a:custGeom>
              <a:avLst/>
              <a:gdLst/>
              <a:ahLst/>
              <a:cxnLst/>
              <a:rect l="l" t="t" r="r" b="b"/>
              <a:pathLst>
                <a:path w="3656076" h="3383534">
                  <a:moveTo>
                    <a:pt x="0" y="0"/>
                  </a:moveTo>
                  <a:lnTo>
                    <a:pt x="0" y="3383534"/>
                  </a:lnTo>
                  <a:lnTo>
                    <a:pt x="3656076" y="3383534"/>
                  </a:lnTo>
                  <a:lnTo>
                    <a:pt x="365607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72093BE-4414-C162-D86B-AADEDCB3BE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776" y="3543300"/>
            <a:ext cx="10668000" cy="4271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29400" y="190500"/>
            <a:ext cx="5917308" cy="1979995"/>
          </a:xfrm>
          <a:custGeom>
            <a:avLst/>
            <a:gdLst/>
            <a:ahLst/>
            <a:cxnLst/>
            <a:rect l="l" t="t" r="r" b="b"/>
            <a:pathLst>
              <a:path w="5917308" h="1979995">
                <a:moveTo>
                  <a:pt x="0" y="0"/>
                </a:moveTo>
                <a:lnTo>
                  <a:pt x="5917309" y="0"/>
                </a:lnTo>
                <a:lnTo>
                  <a:pt x="5917309" y="1979994"/>
                </a:lnTo>
                <a:lnTo>
                  <a:pt x="0" y="19799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-152400" y="2484721"/>
            <a:ext cx="8839200" cy="77078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00150" lvl="1" indent="-742950">
              <a:lnSpc>
                <a:spcPts val="5476"/>
              </a:lnSpc>
              <a:buFont typeface="+mj-lt"/>
              <a:buAutoNum type="arabicPeriod"/>
            </a:pPr>
            <a:r>
              <a:rPr lang="en-US" sz="391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Purpose: </a:t>
            </a: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Central hub for quick access to all sections</a:t>
            </a:r>
          </a:p>
          <a:p>
            <a:pPr marL="1200150" lvl="1" indent="-742950">
              <a:lnSpc>
                <a:spcPts val="5476"/>
              </a:lnSpc>
              <a:buFont typeface="+mj-lt"/>
              <a:buAutoNum type="arabicPeriod"/>
            </a:pPr>
            <a:r>
              <a:rPr lang="en-US" sz="391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Features:</a:t>
            </a:r>
          </a:p>
          <a:p>
            <a:pPr marL="1485900" lvl="2" indent="-571500">
              <a:lnSpc>
                <a:spcPts val="5476"/>
              </a:lnSpc>
              <a:buFont typeface="Arial" panose="020B0604020202020204" pitchFamily="34" charset="0"/>
              <a:buChar char="•"/>
            </a:pP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    Quick links to Products, Stock Movements, Sales Orders, Purchase Orders</a:t>
            </a:r>
          </a:p>
          <a:p>
            <a:pPr marL="1485900" lvl="2" indent="-571500">
              <a:lnSpc>
                <a:spcPts val="5476"/>
              </a:lnSpc>
              <a:buFont typeface="Arial" panose="020B0604020202020204" pitchFamily="34" charset="0"/>
              <a:buChar char="•"/>
            </a:pP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    Displays recent sales orders with ID, Customer, Date, Status, and Total</a:t>
            </a:r>
          </a:p>
          <a:p>
            <a:pPr marL="1200150" lvl="1" indent="-742950">
              <a:lnSpc>
                <a:spcPts val="5476"/>
              </a:lnSpc>
              <a:buFont typeface="+mj-lt"/>
              <a:buAutoNum type="arabicPeriod"/>
            </a:pPr>
            <a:r>
              <a:rPr lang="en-US" sz="391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Benefit: </a:t>
            </a: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Gives users an overview of key metrics and pending actions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24800" y="667536"/>
            <a:ext cx="4336609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840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Dashboard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A12BB1-2D4C-3511-F2A4-89F6DC0BB9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2647531"/>
            <a:ext cx="9573897" cy="66875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70887" y="211063"/>
            <a:ext cx="6848592" cy="2252297"/>
          </a:xfrm>
          <a:custGeom>
            <a:avLst/>
            <a:gdLst/>
            <a:ahLst/>
            <a:cxnLst/>
            <a:rect l="l" t="t" r="r" b="b"/>
            <a:pathLst>
              <a:path w="6848592" h="2252297">
                <a:moveTo>
                  <a:pt x="0" y="0"/>
                </a:moveTo>
                <a:lnTo>
                  <a:pt x="6848593" y="0"/>
                </a:lnTo>
                <a:lnTo>
                  <a:pt x="6848593" y="2252297"/>
                </a:lnTo>
                <a:lnTo>
                  <a:pt x="0" y="22522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33332" y="2682831"/>
            <a:ext cx="7940949" cy="7002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65817" lvl="1" indent="-742950" algn="l">
              <a:lnSpc>
                <a:spcPts val="5476"/>
              </a:lnSpc>
              <a:buFont typeface="+mj-lt"/>
              <a:buAutoNum type="arabicPeriod"/>
            </a:pPr>
            <a:r>
              <a:rPr lang="en-US" sz="391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Purpose: </a:t>
            </a: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Manage all warehouse items</a:t>
            </a:r>
          </a:p>
          <a:p>
            <a:pPr marL="1165817" lvl="1" indent="-742950" algn="l">
              <a:lnSpc>
                <a:spcPts val="5476"/>
              </a:lnSpc>
              <a:buFont typeface="+mj-lt"/>
              <a:buAutoNum type="arabicPeriod"/>
            </a:pPr>
            <a:r>
              <a:rPr lang="en-US" sz="391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Features:</a:t>
            </a:r>
          </a:p>
          <a:p>
            <a:pPr marL="1451567" lvl="2" indent="-571500">
              <a:lnSpc>
                <a:spcPts val="5476"/>
              </a:lnSpc>
              <a:buFont typeface="Arial" panose="020B0604020202020204" pitchFamily="34" charset="0"/>
              <a:buChar char="•"/>
            </a:pP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Add, edit, or delete products</a:t>
            </a:r>
          </a:p>
          <a:p>
            <a:pPr marL="1451567" lvl="2" indent="-571500">
              <a:lnSpc>
                <a:spcPts val="5476"/>
              </a:lnSpc>
              <a:buFont typeface="Arial" panose="020B0604020202020204" pitchFamily="34" charset="0"/>
              <a:buChar char="•"/>
            </a:pP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Assign products to categories and warehouses</a:t>
            </a:r>
          </a:p>
          <a:p>
            <a:pPr marL="1451567" lvl="2" indent="-571500">
              <a:lnSpc>
                <a:spcPts val="5476"/>
              </a:lnSpc>
              <a:buFont typeface="Arial" panose="020B0604020202020204" pitchFamily="34" charset="0"/>
              <a:buChar char="•"/>
            </a:pP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View stock levels per product</a:t>
            </a:r>
          </a:p>
          <a:p>
            <a:pPr marL="1165817" lvl="1" indent="-742950" algn="l">
              <a:lnSpc>
                <a:spcPts val="5476"/>
              </a:lnSpc>
              <a:buFont typeface="+mj-lt"/>
              <a:buAutoNum type="arabicPeriod"/>
            </a:pPr>
            <a:r>
              <a:rPr lang="en-US" sz="391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Benefit: </a:t>
            </a: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Keeps product information accurate and up-to-date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1800" y="618694"/>
            <a:ext cx="6500241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241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Products Page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AFCBCF-ADEA-659B-B4BC-056B7772A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0041" y="4305300"/>
            <a:ext cx="9144000" cy="25748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51310" y="163563"/>
            <a:ext cx="7385380" cy="2431532"/>
          </a:xfrm>
          <a:custGeom>
            <a:avLst/>
            <a:gdLst/>
            <a:ahLst/>
            <a:cxnLst/>
            <a:rect l="l" t="t" r="r" b="b"/>
            <a:pathLst>
              <a:path w="7385380" h="2431532">
                <a:moveTo>
                  <a:pt x="0" y="0"/>
                </a:moveTo>
                <a:lnTo>
                  <a:pt x="7385380" y="0"/>
                </a:lnTo>
                <a:lnTo>
                  <a:pt x="7385380" y="2431533"/>
                </a:lnTo>
                <a:lnTo>
                  <a:pt x="0" y="2431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867400" y="722763"/>
            <a:ext cx="738538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4640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Stock Movements Page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3228184"/>
            <a:ext cx="11445271" cy="7319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4400" indent="-914400" algn="l">
              <a:lnSpc>
                <a:spcPts val="7164"/>
              </a:lnSpc>
              <a:buFont typeface="+mj-lt"/>
              <a:buAutoNum type="arabicPeriod"/>
            </a:pPr>
            <a:r>
              <a:rPr lang="en-US" sz="4000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Purpose: </a:t>
            </a:r>
            <a:r>
              <a:rPr lang="en-US" sz="4000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Track inventory in/out flows</a:t>
            </a:r>
          </a:p>
          <a:p>
            <a:pPr marL="914400" indent="-914400">
              <a:lnSpc>
                <a:spcPts val="7164"/>
              </a:lnSpc>
              <a:buFont typeface="+mj-lt"/>
              <a:buAutoNum type="arabicPeriod"/>
            </a:pPr>
            <a:r>
              <a:rPr lang="en-US" sz="4000" b="1" dirty="0">
                <a:solidFill>
                  <a:schemeClr val="accent6"/>
                </a:solidFill>
              </a:rPr>
              <a:t>Features:</a:t>
            </a:r>
          </a:p>
          <a:p>
            <a:pPr marL="1828800" lvl="2" indent="-914400">
              <a:lnSpc>
                <a:spcPts val="7164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Record stock additions, transfers, and withdrawals</a:t>
            </a:r>
          </a:p>
          <a:p>
            <a:pPr marL="1828800" lvl="2" indent="-914400">
              <a:lnSpc>
                <a:spcPts val="7164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Monitor warehouse stock adjustments</a:t>
            </a:r>
          </a:p>
          <a:p>
            <a:pPr marL="1828800" lvl="2" indent="-914400">
              <a:lnSpc>
                <a:spcPts val="7164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Generate movement history reports</a:t>
            </a:r>
          </a:p>
          <a:p>
            <a:pPr marL="742950" indent="-742950">
              <a:lnSpc>
                <a:spcPts val="7164"/>
              </a:lnSpc>
              <a:buFont typeface="+mj-lt"/>
              <a:buAutoNum type="arabicPeriod"/>
            </a:pPr>
            <a:r>
              <a:rPr lang="en-US" sz="4000" dirty="0">
                <a:solidFill>
                  <a:schemeClr val="accent6"/>
                </a:solidFill>
              </a:rPr>
              <a:t>Benefit: </a:t>
            </a:r>
            <a:r>
              <a:rPr lang="en-US" sz="4000" dirty="0">
                <a:solidFill>
                  <a:schemeClr val="bg1"/>
                </a:solidFill>
              </a:rPr>
              <a:t>Ensures accurate inventory tracking</a:t>
            </a:r>
          </a:p>
          <a:p>
            <a:pPr marL="914400" indent="-914400" algn="l">
              <a:lnSpc>
                <a:spcPts val="7164"/>
              </a:lnSpc>
              <a:buFont typeface="+mj-lt"/>
              <a:buAutoNum type="arabicPeriod"/>
            </a:pPr>
            <a:endParaRPr lang="en-US" sz="5117" dirty="0">
              <a:solidFill>
                <a:srgbClr val="FFFFFF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304800" y="163563"/>
            <a:ext cx="3488584" cy="3064621"/>
          </a:xfrm>
          <a:custGeom>
            <a:avLst/>
            <a:gdLst/>
            <a:ahLst/>
            <a:cxnLst/>
            <a:rect l="l" t="t" r="r" b="b"/>
            <a:pathLst>
              <a:path w="3488584" h="3064621">
                <a:moveTo>
                  <a:pt x="0" y="0"/>
                </a:moveTo>
                <a:lnTo>
                  <a:pt x="3488584" y="0"/>
                </a:lnTo>
                <a:lnTo>
                  <a:pt x="3488584" y="3064621"/>
                </a:lnTo>
                <a:lnTo>
                  <a:pt x="0" y="3064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5939253" y="7842465"/>
            <a:ext cx="2222497" cy="2425703"/>
          </a:xfrm>
          <a:custGeom>
            <a:avLst/>
            <a:gdLst/>
            <a:ahLst/>
            <a:cxnLst/>
            <a:rect l="l" t="t" r="r" b="b"/>
            <a:pathLst>
              <a:path w="2222497" h="2425703">
                <a:moveTo>
                  <a:pt x="0" y="0"/>
                </a:moveTo>
                <a:lnTo>
                  <a:pt x="2222496" y="0"/>
                </a:lnTo>
                <a:lnTo>
                  <a:pt x="2222496" y="2425703"/>
                </a:lnTo>
                <a:lnTo>
                  <a:pt x="0" y="24257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3A6E1B2-1DAD-E6FA-AE32-8A278D480D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7399" y="3390900"/>
            <a:ext cx="7504351" cy="4185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6277478" y="149925"/>
            <a:ext cx="6752722" cy="1757551"/>
          </a:xfrm>
          <a:custGeom>
            <a:avLst/>
            <a:gdLst/>
            <a:ahLst/>
            <a:cxnLst/>
            <a:rect l="l" t="t" r="r" b="b"/>
            <a:pathLst>
              <a:path w="5338271" h="1757551">
                <a:moveTo>
                  <a:pt x="0" y="0"/>
                </a:moveTo>
                <a:lnTo>
                  <a:pt x="5338271" y="0"/>
                </a:lnTo>
                <a:lnTo>
                  <a:pt x="5338271" y="1757550"/>
                </a:lnTo>
                <a:lnTo>
                  <a:pt x="0" y="175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245164" y="456088"/>
            <a:ext cx="4870635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4640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Sales Orders Page</a:t>
            </a:r>
          </a:p>
        </p:txBody>
      </p:sp>
      <p:sp>
        <p:nvSpPr>
          <p:cNvPr id="6" name="Freeform 6"/>
          <p:cNvSpPr/>
          <p:nvPr/>
        </p:nvSpPr>
        <p:spPr>
          <a:xfrm>
            <a:off x="2590800" y="149925"/>
            <a:ext cx="2286000" cy="2150137"/>
          </a:xfrm>
          <a:custGeom>
            <a:avLst/>
            <a:gdLst/>
            <a:ahLst/>
            <a:cxnLst/>
            <a:rect l="l" t="t" r="r" b="b"/>
            <a:pathLst>
              <a:path w="3488584" h="3064621">
                <a:moveTo>
                  <a:pt x="0" y="0"/>
                </a:moveTo>
                <a:lnTo>
                  <a:pt x="3488584" y="0"/>
                </a:lnTo>
                <a:lnTo>
                  <a:pt x="3488584" y="3064621"/>
                </a:lnTo>
                <a:lnTo>
                  <a:pt x="0" y="3064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152400" y="2484721"/>
            <a:ext cx="8839200" cy="7002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00150" lvl="1" indent="-742950">
              <a:lnSpc>
                <a:spcPts val="5476"/>
              </a:lnSpc>
              <a:buFont typeface="+mj-lt"/>
              <a:buAutoNum type="arabicPeriod"/>
            </a:pPr>
            <a:r>
              <a:rPr lang="en-US" sz="391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Purpose: </a:t>
            </a: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Handle customer orders</a:t>
            </a:r>
          </a:p>
          <a:p>
            <a:pPr marL="1200150" lvl="1" indent="-742950">
              <a:lnSpc>
                <a:spcPts val="5476"/>
              </a:lnSpc>
              <a:buFont typeface="+mj-lt"/>
              <a:buAutoNum type="arabicPeriod"/>
            </a:pPr>
            <a:r>
              <a:rPr lang="en-US" sz="391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Features:</a:t>
            </a:r>
          </a:p>
          <a:p>
            <a:pPr marL="1485900" lvl="2" indent="-571500">
              <a:lnSpc>
                <a:spcPts val="5476"/>
              </a:lnSpc>
              <a:buFont typeface="Arial" panose="020B0604020202020204" pitchFamily="34" charset="0"/>
              <a:buChar char="•"/>
            </a:pP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View all sales orders with details (ID, Customer, Date, Status, Total)</a:t>
            </a:r>
          </a:p>
          <a:p>
            <a:pPr marL="1485900" lvl="2" indent="-571500">
              <a:lnSpc>
                <a:spcPts val="5476"/>
              </a:lnSpc>
              <a:buFont typeface="Arial" panose="020B0604020202020204" pitchFamily="34" charset="0"/>
              <a:buChar char="•"/>
            </a:pP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Update order status (Pending, Completed, etc.)</a:t>
            </a:r>
          </a:p>
          <a:p>
            <a:pPr marL="1485900" lvl="2" indent="-571500">
              <a:lnSpc>
                <a:spcPts val="5476"/>
              </a:lnSpc>
              <a:buFont typeface="Arial" panose="020B0604020202020204" pitchFamily="34" charset="0"/>
              <a:buChar char="•"/>
            </a:pP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Filter orders by date or customer</a:t>
            </a:r>
          </a:p>
          <a:p>
            <a:pPr marL="1200150" lvl="1" indent="-742950">
              <a:lnSpc>
                <a:spcPts val="5476"/>
              </a:lnSpc>
              <a:buFont typeface="+mj-lt"/>
              <a:buAutoNum type="arabicPeriod"/>
            </a:pPr>
            <a:r>
              <a:rPr lang="en-US" sz="391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Benefit: </a:t>
            </a: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Streamlines order management and fulfillment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1F2245-6C5F-2253-12E1-8C6C6A3A0E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200" y="3075549"/>
            <a:ext cx="9296400" cy="50167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48038" y="247631"/>
            <a:ext cx="7534561" cy="2046799"/>
          </a:xfrm>
          <a:custGeom>
            <a:avLst/>
            <a:gdLst/>
            <a:ahLst/>
            <a:cxnLst/>
            <a:rect l="l" t="t" r="r" b="b"/>
            <a:pathLst>
              <a:path w="6503984" h="2046799">
                <a:moveTo>
                  <a:pt x="0" y="0"/>
                </a:moveTo>
                <a:lnTo>
                  <a:pt x="6503985" y="0"/>
                </a:lnTo>
                <a:lnTo>
                  <a:pt x="6503985" y="2046799"/>
                </a:lnTo>
                <a:lnTo>
                  <a:pt x="0" y="20467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011400" y="0"/>
            <a:ext cx="2222497" cy="2425703"/>
          </a:xfrm>
          <a:custGeom>
            <a:avLst/>
            <a:gdLst/>
            <a:ahLst/>
            <a:cxnLst/>
            <a:rect l="l" t="t" r="r" b="b"/>
            <a:pathLst>
              <a:path w="2222497" h="2425703">
                <a:moveTo>
                  <a:pt x="0" y="0"/>
                </a:moveTo>
                <a:lnTo>
                  <a:pt x="2222496" y="0"/>
                </a:lnTo>
                <a:lnTo>
                  <a:pt x="2222496" y="2425703"/>
                </a:lnTo>
                <a:lnTo>
                  <a:pt x="0" y="24257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00200" y="0"/>
            <a:ext cx="3657600" cy="3213097"/>
          </a:xfrm>
          <a:custGeom>
            <a:avLst/>
            <a:gdLst/>
            <a:ahLst/>
            <a:cxnLst/>
            <a:rect l="l" t="t" r="r" b="b"/>
            <a:pathLst>
              <a:path w="3657600" h="3213097">
                <a:moveTo>
                  <a:pt x="0" y="0"/>
                </a:moveTo>
                <a:lnTo>
                  <a:pt x="3657600" y="0"/>
                </a:lnTo>
                <a:lnTo>
                  <a:pt x="3657600" y="3213097"/>
                </a:lnTo>
                <a:lnTo>
                  <a:pt x="0" y="32130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943600" y="647700"/>
            <a:ext cx="6025972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4640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Purchase Orders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76200" y="3067355"/>
            <a:ext cx="8839200" cy="7002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00150" lvl="1" indent="-742950">
              <a:lnSpc>
                <a:spcPts val="5476"/>
              </a:lnSpc>
              <a:buFont typeface="+mj-lt"/>
              <a:buAutoNum type="arabicPeriod"/>
            </a:pPr>
            <a:r>
              <a:rPr lang="en-US" sz="391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Purpose: </a:t>
            </a: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Manage supplier orders</a:t>
            </a:r>
          </a:p>
          <a:p>
            <a:pPr marL="1200150" lvl="1" indent="-742950">
              <a:lnSpc>
                <a:spcPts val="5476"/>
              </a:lnSpc>
              <a:buFont typeface="+mj-lt"/>
              <a:buAutoNum type="arabicPeriod"/>
            </a:pPr>
            <a:r>
              <a:rPr lang="en-US" sz="391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Features:</a:t>
            </a:r>
          </a:p>
          <a:p>
            <a:pPr marL="1485900" lvl="2" indent="-571500">
              <a:lnSpc>
                <a:spcPts val="5476"/>
              </a:lnSpc>
              <a:buFont typeface="Arial" panose="020B0604020202020204" pitchFamily="34" charset="0"/>
              <a:buChar char="•"/>
            </a:pP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Create new purchase orders to suppliers</a:t>
            </a:r>
          </a:p>
          <a:p>
            <a:pPr marL="1485900" lvl="2" indent="-571500">
              <a:lnSpc>
                <a:spcPts val="5476"/>
              </a:lnSpc>
              <a:buFont typeface="Arial" panose="020B0604020202020204" pitchFamily="34" charset="0"/>
              <a:buChar char="•"/>
            </a:pP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Track delivery status and order confirmations</a:t>
            </a:r>
          </a:p>
          <a:p>
            <a:pPr marL="1485900" lvl="2" indent="-571500">
              <a:lnSpc>
                <a:spcPts val="5476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Maintain supplier-product relationships </a:t>
            </a:r>
          </a:p>
          <a:p>
            <a:pPr marL="1200150" lvl="1" indent="-742950">
              <a:lnSpc>
                <a:spcPts val="5476"/>
              </a:lnSpc>
              <a:buFont typeface="+mj-lt"/>
              <a:buAutoNum type="arabicPeriod"/>
            </a:pPr>
            <a:r>
              <a:rPr lang="en-US" sz="391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Benefit: </a:t>
            </a: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Streamlines order management and fulfillment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3B9D5D-732A-CFC3-6406-A5F122B402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694499"/>
            <a:ext cx="9711374" cy="63262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95693" y="338699"/>
            <a:ext cx="7483335" cy="2355009"/>
          </a:xfrm>
          <a:custGeom>
            <a:avLst/>
            <a:gdLst/>
            <a:ahLst/>
            <a:cxnLst/>
            <a:rect l="l" t="t" r="r" b="b"/>
            <a:pathLst>
              <a:path w="7483335" h="2355009">
                <a:moveTo>
                  <a:pt x="0" y="0"/>
                </a:moveTo>
                <a:lnTo>
                  <a:pt x="7483336" y="0"/>
                </a:lnTo>
                <a:lnTo>
                  <a:pt x="7483336" y="2355009"/>
                </a:lnTo>
                <a:lnTo>
                  <a:pt x="0" y="235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401800" y="30232"/>
            <a:ext cx="2222497" cy="2425703"/>
          </a:xfrm>
          <a:custGeom>
            <a:avLst/>
            <a:gdLst/>
            <a:ahLst/>
            <a:cxnLst/>
            <a:rect l="l" t="t" r="r" b="b"/>
            <a:pathLst>
              <a:path w="2222497" h="2425703">
                <a:moveTo>
                  <a:pt x="0" y="0"/>
                </a:moveTo>
                <a:lnTo>
                  <a:pt x="2222497" y="0"/>
                </a:lnTo>
                <a:lnTo>
                  <a:pt x="2222497" y="2425703"/>
                </a:lnTo>
                <a:lnTo>
                  <a:pt x="0" y="24257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09600" y="30232"/>
            <a:ext cx="3657600" cy="3060697"/>
          </a:xfrm>
          <a:custGeom>
            <a:avLst/>
            <a:gdLst/>
            <a:ahLst/>
            <a:cxnLst/>
            <a:rect l="l" t="t" r="r" b="b"/>
            <a:pathLst>
              <a:path w="3657600" h="3060697">
                <a:moveTo>
                  <a:pt x="0" y="0"/>
                </a:moveTo>
                <a:lnTo>
                  <a:pt x="3657600" y="0"/>
                </a:lnTo>
                <a:lnTo>
                  <a:pt x="3657600" y="3060697"/>
                </a:lnTo>
                <a:lnTo>
                  <a:pt x="0" y="30606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52400" y="2057152"/>
            <a:ext cx="3656076" cy="3078728"/>
            <a:chOff x="0" y="0"/>
            <a:chExt cx="3656076" cy="30787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56076" cy="3078734"/>
            </a:xfrm>
            <a:custGeom>
              <a:avLst/>
              <a:gdLst/>
              <a:ahLst/>
              <a:cxnLst/>
              <a:rect l="l" t="t" r="r" b="b"/>
              <a:pathLst>
                <a:path w="3656076" h="3078734">
                  <a:moveTo>
                    <a:pt x="0" y="0"/>
                  </a:moveTo>
                  <a:lnTo>
                    <a:pt x="0" y="3078734"/>
                  </a:lnTo>
                  <a:lnTo>
                    <a:pt x="3656076" y="3078734"/>
                  </a:lnTo>
                  <a:lnTo>
                    <a:pt x="365607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5395693" y="326527"/>
            <a:ext cx="7496623" cy="2380174"/>
            <a:chOff x="0" y="0"/>
            <a:chExt cx="7496620" cy="238017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496556" cy="2380234"/>
            </a:xfrm>
            <a:custGeom>
              <a:avLst/>
              <a:gdLst/>
              <a:ahLst/>
              <a:cxnLst/>
              <a:rect l="l" t="t" r="r" b="b"/>
              <a:pathLst>
                <a:path w="7496556" h="2380234">
                  <a:moveTo>
                    <a:pt x="0" y="2380234"/>
                  </a:moveTo>
                  <a:lnTo>
                    <a:pt x="7496556" y="2380234"/>
                  </a:lnTo>
                  <a:lnTo>
                    <a:pt x="74965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4097000" y="571500"/>
            <a:ext cx="2242976" cy="2447687"/>
            <a:chOff x="0" y="0"/>
            <a:chExt cx="2242972" cy="24476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2947" cy="2447671"/>
            </a:xfrm>
            <a:custGeom>
              <a:avLst/>
              <a:gdLst/>
              <a:ahLst/>
              <a:cxnLst/>
              <a:rect l="l" t="t" r="r" b="b"/>
              <a:pathLst>
                <a:path w="2242947" h="2447671">
                  <a:moveTo>
                    <a:pt x="0" y="2447671"/>
                  </a:moveTo>
                  <a:lnTo>
                    <a:pt x="2242947" y="2447671"/>
                  </a:lnTo>
                  <a:lnTo>
                    <a:pt x="22429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867905" y="890111"/>
            <a:ext cx="6116260" cy="85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16"/>
              </a:lnSpc>
            </a:pPr>
            <a:r>
              <a:rPr lang="en-US" sz="4654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Sidebar / Navigation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76200" y="3067355"/>
            <a:ext cx="9677400" cy="6297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00150" lvl="1" indent="-742950">
              <a:lnSpc>
                <a:spcPts val="5476"/>
              </a:lnSpc>
              <a:buFont typeface="+mj-lt"/>
              <a:buAutoNum type="arabicPeriod"/>
            </a:pPr>
            <a:r>
              <a:rPr lang="en-US" sz="391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Purpose: </a:t>
            </a: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Easy access to all main modules</a:t>
            </a:r>
          </a:p>
          <a:p>
            <a:pPr marL="1200150" lvl="1" indent="-742950">
              <a:lnSpc>
                <a:spcPts val="5476"/>
              </a:lnSpc>
              <a:buFont typeface="+mj-lt"/>
              <a:buAutoNum type="arabicPeriod"/>
            </a:pPr>
            <a:r>
              <a:rPr lang="en-US" sz="391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Features:</a:t>
            </a:r>
          </a:p>
          <a:p>
            <a:pPr marL="1485900" lvl="2" indent="-571500">
              <a:lnSpc>
                <a:spcPts val="5476"/>
              </a:lnSpc>
              <a:buFont typeface="Arial" panose="020B0604020202020204" pitchFamily="34" charset="0"/>
              <a:buChar char="•"/>
            </a:pP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Links to Dashboard, Products, Inventory, Sales Orders, Purchase Orders, Stock Movements</a:t>
            </a:r>
          </a:p>
          <a:p>
            <a:pPr marL="1485900" lvl="2" indent="-571500">
              <a:lnSpc>
                <a:spcPts val="5476"/>
              </a:lnSpc>
              <a:buFont typeface="Arial" panose="020B0604020202020204" pitchFamily="34" charset="0"/>
              <a:buChar char="•"/>
            </a:pP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Logout button for secure exit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</a:p>
          <a:p>
            <a:pPr marL="1200150" lvl="1" indent="-742950">
              <a:lnSpc>
                <a:spcPts val="5476"/>
              </a:lnSpc>
              <a:buFont typeface="+mj-lt"/>
              <a:buAutoNum type="arabicPeriod"/>
            </a:pPr>
            <a:r>
              <a:rPr lang="en-US" sz="3917" dirty="0">
                <a:solidFill>
                  <a:schemeClr val="accent6"/>
                </a:solidFill>
                <a:latin typeface="Itim"/>
                <a:ea typeface="Itim"/>
                <a:cs typeface="Itim"/>
                <a:sym typeface="Itim"/>
              </a:rPr>
              <a:t>Benefit: </a:t>
            </a:r>
            <a:r>
              <a:rPr lang="en-US" sz="3917" dirty="0">
                <a:solidFill>
                  <a:srgbClr val="FFFFFF"/>
                </a:solidFill>
                <a:latin typeface="Itim"/>
                <a:ea typeface="Itim"/>
                <a:cs typeface="Itim"/>
                <a:sym typeface="Itim"/>
              </a:rPr>
              <a:t>Enhances navigation and user experience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E6DAAF-F363-4602-6C31-B5835A8B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19E5F24-5D27-2AD5-1771-BAE4B68FC9BB}"/>
              </a:ext>
            </a:extLst>
          </p:cNvPr>
          <p:cNvSpPr/>
          <p:nvPr/>
        </p:nvSpPr>
        <p:spPr>
          <a:xfrm>
            <a:off x="5715000" y="271862"/>
            <a:ext cx="5794658" cy="1926479"/>
          </a:xfrm>
          <a:custGeom>
            <a:avLst/>
            <a:gdLst/>
            <a:ahLst/>
            <a:cxnLst/>
            <a:rect l="l" t="t" r="r" b="b"/>
            <a:pathLst>
              <a:path w="5794658" h="1926479">
                <a:moveTo>
                  <a:pt x="0" y="0"/>
                </a:moveTo>
                <a:lnTo>
                  <a:pt x="5794658" y="0"/>
                </a:lnTo>
                <a:lnTo>
                  <a:pt x="5794658" y="1926479"/>
                </a:lnTo>
                <a:lnTo>
                  <a:pt x="0" y="1926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B979386-FBED-10C5-C5D0-22D9331B743D}"/>
              </a:ext>
            </a:extLst>
          </p:cNvPr>
          <p:cNvSpPr txBox="1"/>
          <p:nvPr/>
        </p:nvSpPr>
        <p:spPr>
          <a:xfrm>
            <a:off x="1447800" y="2890609"/>
            <a:ext cx="14823129" cy="5815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3441" lvl="1" indent="-271721" algn="l">
              <a:lnSpc>
                <a:spcPts val="3508"/>
              </a:lnSpc>
              <a:buFont typeface="Arial"/>
              <a:buChar char="•"/>
            </a:pPr>
            <a:r>
              <a:rPr lang="en-US" sz="2800" b="1" dirty="0" err="1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AccountController</a:t>
            </a:r>
            <a:r>
              <a:rPr lang="en-US" sz="28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  <a:r>
              <a:rPr lang="en-US" sz="28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Handles authentication and user account operations.</a:t>
            </a:r>
          </a:p>
          <a:p>
            <a:pPr marL="543441" lvl="1" indent="-271721" algn="l">
              <a:lnSpc>
                <a:spcPts val="3508"/>
              </a:lnSpc>
              <a:buFont typeface="Arial"/>
              <a:buChar char="•"/>
            </a:pPr>
            <a:r>
              <a:rPr lang="en-US" sz="2800" b="1" dirty="0" err="1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UsersController</a:t>
            </a:r>
            <a:r>
              <a:rPr lang="en-US" sz="28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sz="2800" dirty="0">
                <a:solidFill>
                  <a:srgbClr val="FFFFFF"/>
                </a:solidFill>
                <a:latin typeface="Canva Sans"/>
                <a:sym typeface="Canva Sans Bold"/>
              </a:rPr>
              <a:t>Manage user Manages user data and roles.</a:t>
            </a:r>
            <a:endParaRPr lang="en-US" sz="2800" dirty="0">
              <a:solidFill>
                <a:srgbClr val="FFFFFF"/>
              </a:solidFill>
              <a:latin typeface="Canva Sans"/>
              <a:sym typeface="Canva Sans"/>
            </a:endParaRPr>
          </a:p>
          <a:p>
            <a:pPr marL="543441" lvl="1" indent="-271721" algn="l">
              <a:lnSpc>
                <a:spcPts val="3508"/>
              </a:lnSpc>
              <a:buFont typeface="Arial"/>
              <a:buChar char="•"/>
            </a:pPr>
            <a:r>
              <a:rPr lang="en-US" sz="2800" b="1" dirty="0" err="1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HomeController</a:t>
            </a:r>
            <a:r>
              <a:rPr lang="en-US" sz="28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sz="2800" dirty="0">
                <a:solidFill>
                  <a:srgbClr val="FFFFFF"/>
                </a:solidFill>
                <a:latin typeface="Canva Sans"/>
                <a:sym typeface="Canva Sans Bold"/>
              </a:rPr>
              <a:t>Provides main dashboard and general pages.</a:t>
            </a:r>
          </a:p>
          <a:p>
            <a:pPr marL="543441" lvl="1" indent="-271721" algn="l">
              <a:lnSpc>
                <a:spcPts val="3508"/>
              </a:lnSpc>
              <a:buFont typeface="Arial"/>
              <a:buChar char="•"/>
            </a:pPr>
            <a:r>
              <a:rPr lang="en-US" sz="2800" b="1" dirty="0" err="1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ProductsController</a:t>
            </a:r>
            <a:r>
              <a:rPr lang="en-US" sz="28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sz="2800" dirty="0">
                <a:solidFill>
                  <a:srgbClr val="FFFFFF"/>
                </a:solidFill>
                <a:latin typeface="Canva Sans"/>
                <a:sym typeface="Canva Sans Bold"/>
              </a:rPr>
              <a:t>Manages product CRUD operations.</a:t>
            </a:r>
          </a:p>
          <a:p>
            <a:pPr marL="543441" lvl="1" indent="-271721" algn="l">
              <a:lnSpc>
                <a:spcPts val="3508"/>
              </a:lnSpc>
              <a:buFont typeface="Arial"/>
              <a:buChar char="•"/>
            </a:pPr>
            <a:r>
              <a:rPr lang="en-US" sz="2800" b="1" dirty="0" err="1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CategoryController</a:t>
            </a:r>
            <a:r>
              <a:rPr lang="en-US" sz="28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  <a:r>
              <a:rPr lang="en-US" sz="28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Handles product categories and classification.</a:t>
            </a:r>
          </a:p>
          <a:p>
            <a:pPr marL="543441" lvl="1" indent="-271721" algn="l">
              <a:lnSpc>
                <a:spcPts val="3508"/>
              </a:lnSpc>
              <a:buFont typeface="Arial"/>
              <a:buChar char="•"/>
            </a:pPr>
            <a:r>
              <a:rPr lang="en-US" sz="2800" b="1" dirty="0" err="1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InventoryController</a:t>
            </a:r>
            <a:r>
              <a:rPr lang="en-US" sz="28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sz="28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Controls stock levels, adjustments, and availability. </a:t>
            </a:r>
          </a:p>
          <a:p>
            <a:pPr marL="543441" lvl="1" indent="-271721" algn="l">
              <a:lnSpc>
                <a:spcPts val="3508"/>
              </a:lnSpc>
              <a:buFont typeface="Arial"/>
              <a:buChar char="•"/>
            </a:pPr>
            <a:r>
              <a:rPr lang="en-US" sz="2800" b="1" dirty="0" err="1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StockMovementController</a:t>
            </a:r>
            <a:r>
              <a:rPr lang="en-US" sz="28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  <a:r>
              <a:rPr lang="en-US" sz="28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Tracks stock in/out and internal transfers.</a:t>
            </a:r>
          </a:p>
          <a:p>
            <a:pPr marL="543441" lvl="1" indent="-271721" algn="l">
              <a:lnSpc>
                <a:spcPts val="3508"/>
              </a:lnSpc>
              <a:buFont typeface="Arial"/>
              <a:buChar char="•"/>
            </a:pPr>
            <a:r>
              <a:rPr lang="en-US" sz="2800" b="1" dirty="0" err="1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WarehouseController</a:t>
            </a:r>
            <a:r>
              <a:rPr lang="en-US" sz="28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sz="2800" dirty="0">
                <a:solidFill>
                  <a:srgbClr val="FFFFFF"/>
                </a:solidFill>
                <a:latin typeface="Canva Sans"/>
                <a:sym typeface="Canva Sans Bold"/>
              </a:rPr>
              <a:t>Manages warehouse data and locations.</a:t>
            </a:r>
          </a:p>
          <a:p>
            <a:pPr marL="543441" lvl="1" indent="-271721">
              <a:lnSpc>
                <a:spcPts val="3508"/>
              </a:lnSpc>
              <a:buFont typeface="Arial"/>
              <a:buChar char="•"/>
            </a:pPr>
            <a:r>
              <a:rPr lang="en-US" sz="2800" b="1" dirty="0" err="1">
                <a:solidFill>
                  <a:srgbClr val="FF914D"/>
                </a:solidFill>
                <a:latin typeface="Canva Sans Bold"/>
              </a:rPr>
              <a:t>SupplierController</a:t>
            </a:r>
            <a:r>
              <a:rPr lang="en-US" sz="2800" b="1" dirty="0">
                <a:solidFill>
                  <a:srgbClr val="FF914D"/>
                </a:solidFill>
                <a:latin typeface="Canva Sans Bold"/>
              </a:rPr>
              <a:t>: </a:t>
            </a:r>
            <a:r>
              <a:rPr lang="en-US" sz="2800" dirty="0">
                <a:solidFill>
                  <a:srgbClr val="FFFFFF"/>
                </a:solidFill>
                <a:latin typeface="Canva Sans"/>
              </a:rPr>
              <a:t>Handles supplier information and interactions.</a:t>
            </a:r>
            <a:endParaRPr lang="en-US" sz="2800" b="1" dirty="0">
              <a:solidFill>
                <a:srgbClr val="FF914D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43441" lvl="1" indent="-271721">
              <a:lnSpc>
                <a:spcPts val="3508"/>
              </a:lnSpc>
              <a:buFont typeface="Arial"/>
              <a:buChar char="•"/>
            </a:pPr>
            <a:r>
              <a:rPr lang="en-US" sz="2800" b="1" dirty="0" err="1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PurchaseOrderController</a:t>
            </a:r>
            <a:r>
              <a:rPr lang="en-US" sz="28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  <a:r>
              <a:rPr lang="en-US" sz="28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Manages purchasing workflows and restocking.</a:t>
            </a:r>
          </a:p>
          <a:p>
            <a:pPr marL="543441" lvl="1" indent="-271721">
              <a:lnSpc>
                <a:spcPts val="3508"/>
              </a:lnSpc>
              <a:buFont typeface="Arial"/>
              <a:buChar char="•"/>
            </a:pPr>
            <a:r>
              <a:rPr lang="en-US" sz="2800" b="1" dirty="0" err="1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SalesOrderController</a:t>
            </a:r>
            <a:r>
              <a:rPr lang="en-US" sz="28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  <a:r>
              <a:rPr lang="en-US" sz="28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Handles sales orders and customer requests.</a:t>
            </a:r>
            <a:endParaRPr lang="en-US" sz="2800" b="1" dirty="0">
              <a:solidFill>
                <a:srgbClr val="FF914D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43441" lvl="1" indent="-271721">
              <a:lnSpc>
                <a:spcPts val="3508"/>
              </a:lnSpc>
              <a:buFont typeface="Arial"/>
              <a:buChar char="•"/>
            </a:pPr>
            <a:r>
              <a:rPr lang="en-US" sz="2800" b="1" dirty="0" err="1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CartController</a:t>
            </a:r>
            <a:r>
              <a:rPr lang="en-US" sz="28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  <a:r>
              <a:rPr lang="en-US" sz="28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Manages cart operations for order creation.</a:t>
            </a:r>
          </a:p>
          <a:p>
            <a:pPr marL="543441" lvl="1" indent="-271721">
              <a:lnSpc>
                <a:spcPts val="3508"/>
              </a:lnSpc>
              <a:buFont typeface="Arial"/>
              <a:buChar char="•"/>
            </a:pPr>
            <a:endParaRPr lang="en-US" sz="2800" dirty="0">
              <a:solidFill>
                <a:srgbClr val="FFFFFF"/>
              </a:solidFill>
              <a:latin typeface="Canva Sans"/>
              <a:sym typeface="Canva Sans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58A73CF-70E2-A00F-33C5-C2FCA028B0A2}"/>
              </a:ext>
            </a:extLst>
          </p:cNvPr>
          <p:cNvSpPr txBox="1"/>
          <p:nvPr/>
        </p:nvSpPr>
        <p:spPr>
          <a:xfrm>
            <a:off x="6008360" y="945109"/>
            <a:ext cx="4910109" cy="579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3206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Controllers in OUR Project</a:t>
            </a:r>
          </a:p>
        </p:txBody>
      </p:sp>
    </p:spTree>
    <p:extLst>
      <p:ext uri="{BB962C8B-B14F-4D97-AF65-F5344CB8AC3E}">
        <p14:creationId xmlns:p14="http://schemas.microsoft.com/office/powerpoint/2010/main" val="4091737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64294" y="498929"/>
            <a:ext cx="5948934" cy="1872129"/>
          </a:xfrm>
          <a:custGeom>
            <a:avLst/>
            <a:gdLst/>
            <a:ahLst/>
            <a:cxnLst/>
            <a:rect l="l" t="t" r="r" b="b"/>
            <a:pathLst>
              <a:path w="5948934" h="1872129">
                <a:moveTo>
                  <a:pt x="0" y="0"/>
                </a:moveTo>
                <a:lnTo>
                  <a:pt x="5948934" y="0"/>
                </a:lnTo>
                <a:lnTo>
                  <a:pt x="5948934" y="1872129"/>
                </a:lnTo>
                <a:lnTo>
                  <a:pt x="0" y="1872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900397" y="7531103"/>
            <a:ext cx="2222497" cy="2425703"/>
          </a:xfrm>
          <a:custGeom>
            <a:avLst/>
            <a:gdLst/>
            <a:ahLst/>
            <a:cxnLst/>
            <a:rect l="l" t="t" r="r" b="b"/>
            <a:pathLst>
              <a:path w="2222497" h="2425703">
                <a:moveTo>
                  <a:pt x="0" y="0"/>
                </a:moveTo>
                <a:lnTo>
                  <a:pt x="2222497" y="0"/>
                </a:lnTo>
                <a:lnTo>
                  <a:pt x="2222497" y="2425703"/>
                </a:lnTo>
                <a:lnTo>
                  <a:pt x="0" y="24257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81100" y="7073903"/>
            <a:ext cx="3657600" cy="3213097"/>
          </a:xfrm>
          <a:custGeom>
            <a:avLst/>
            <a:gdLst/>
            <a:ahLst/>
            <a:cxnLst/>
            <a:rect l="l" t="t" r="r" b="b"/>
            <a:pathLst>
              <a:path w="3657600" h="3213097">
                <a:moveTo>
                  <a:pt x="0" y="0"/>
                </a:moveTo>
                <a:lnTo>
                  <a:pt x="3657600" y="0"/>
                </a:lnTo>
                <a:lnTo>
                  <a:pt x="3657600" y="3213097"/>
                </a:lnTo>
                <a:lnTo>
                  <a:pt x="0" y="32130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-1214040">
            <a:off x="3505905" y="446265"/>
            <a:ext cx="2114569" cy="2333635"/>
            <a:chOff x="0" y="0"/>
            <a:chExt cx="2819425" cy="31115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19400" cy="3111500"/>
            </a:xfrm>
            <a:custGeom>
              <a:avLst/>
              <a:gdLst/>
              <a:ahLst/>
              <a:cxnLst/>
              <a:rect l="l" t="t" r="r" b="b"/>
              <a:pathLst>
                <a:path w="2819400" h="3111500">
                  <a:moveTo>
                    <a:pt x="2819400" y="0"/>
                  </a:moveTo>
                  <a:lnTo>
                    <a:pt x="0" y="0"/>
                  </a:lnTo>
                  <a:lnTo>
                    <a:pt x="0" y="3111500"/>
                  </a:lnTo>
                  <a:lnTo>
                    <a:pt x="2819400" y="3111500"/>
                  </a:lnTo>
                  <a:lnTo>
                    <a:pt x="2819400" y="3080258"/>
                  </a:lnTo>
                  <a:lnTo>
                    <a:pt x="281940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181100" y="7055872"/>
            <a:ext cx="3656076" cy="3231128"/>
            <a:chOff x="0" y="0"/>
            <a:chExt cx="3656076" cy="32311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56076" cy="3231134"/>
            </a:xfrm>
            <a:custGeom>
              <a:avLst/>
              <a:gdLst/>
              <a:ahLst/>
              <a:cxnLst/>
              <a:rect l="l" t="t" r="r" b="b"/>
              <a:pathLst>
                <a:path w="3656076" h="3231134">
                  <a:moveTo>
                    <a:pt x="0" y="0"/>
                  </a:moveTo>
                  <a:lnTo>
                    <a:pt x="0" y="3231134"/>
                  </a:lnTo>
                  <a:lnTo>
                    <a:pt x="3656076" y="3231134"/>
                  </a:lnTo>
                  <a:lnTo>
                    <a:pt x="365607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6164294" y="489252"/>
            <a:ext cx="5959412" cy="1892113"/>
            <a:chOff x="0" y="0"/>
            <a:chExt cx="5959412" cy="18921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59475" cy="1892173"/>
            </a:xfrm>
            <a:custGeom>
              <a:avLst/>
              <a:gdLst/>
              <a:ahLst/>
              <a:cxnLst/>
              <a:rect l="l" t="t" r="r" b="b"/>
              <a:pathLst>
                <a:path w="5959475" h="1892173">
                  <a:moveTo>
                    <a:pt x="0" y="1892173"/>
                  </a:moveTo>
                  <a:lnTo>
                    <a:pt x="5959475" y="1892173"/>
                  </a:lnTo>
                  <a:lnTo>
                    <a:pt x="59594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5889691" y="7523788"/>
            <a:ext cx="2242976" cy="2447687"/>
            <a:chOff x="0" y="0"/>
            <a:chExt cx="2242972" cy="24476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42947" cy="2447671"/>
            </a:xfrm>
            <a:custGeom>
              <a:avLst/>
              <a:gdLst/>
              <a:ahLst/>
              <a:cxnLst/>
              <a:rect l="l" t="t" r="r" b="b"/>
              <a:pathLst>
                <a:path w="2242947" h="2447671">
                  <a:moveTo>
                    <a:pt x="0" y="2447671"/>
                  </a:moveTo>
                  <a:lnTo>
                    <a:pt x="2242947" y="2447671"/>
                  </a:lnTo>
                  <a:lnTo>
                    <a:pt x="22429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667000" y="3249115"/>
            <a:ext cx="15621000" cy="3664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5800" indent="-685800" algn="l">
              <a:lnSpc>
                <a:spcPts val="7275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Built a complete, reliable full-stack Stock House system.</a:t>
            </a:r>
          </a:p>
          <a:p>
            <a:pPr marL="685800" indent="-685800" algn="l">
              <a:lnSpc>
                <a:spcPts val="7275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Improved workflow through automated stock management.</a:t>
            </a:r>
          </a:p>
          <a:p>
            <a:pPr marL="685800" indent="-685800" algn="l">
              <a:lnSpc>
                <a:spcPts val="7275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Provided a scalable foundation for future enhancements.</a:t>
            </a:r>
          </a:p>
          <a:p>
            <a:pPr marL="685800" indent="-685800" algn="l">
              <a:lnSpc>
                <a:spcPts val="7275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Showcased strong end-to-end full-stack development skills.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5580" y="901398"/>
            <a:ext cx="3570246" cy="842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4640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03503" y="7277100"/>
            <a:ext cx="2222497" cy="2425703"/>
          </a:xfrm>
          <a:custGeom>
            <a:avLst/>
            <a:gdLst/>
            <a:ahLst/>
            <a:cxnLst/>
            <a:rect l="l" t="t" r="r" b="b"/>
            <a:pathLst>
              <a:path w="2222497" h="2425703">
                <a:moveTo>
                  <a:pt x="0" y="0"/>
                </a:moveTo>
                <a:lnTo>
                  <a:pt x="2222497" y="0"/>
                </a:lnTo>
                <a:lnTo>
                  <a:pt x="2222497" y="2425703"/>
                </a:lnTo>
                <a:lnTo>
                  <a:pt x="0" y="2425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84590" y="214713"/>
            <a:ext cx="7610342" cy="3973049"/>
          </a:xfrm>
          <a:custGeom>
            <a:avLst/>
            <a:gdLst/>
            <a:ahLst/>
            <a:cxnLst/>
            <a:rect l="l" t="t" r="r" b="b"/>
            <a:pathLst>
              <a:path w="7610342" h="3973049">
                <a:moveTo>
                  <a:pt x="0" y="0"/>
                </a:moveTo>
                <a:lnTo>
                  <a:pt x="7610342" y="0"/>
                </a:lnTo>
                <a:lnTo>
                  <a:pt x="7610342" y="3973049"/>
                </a:lnTo>
                <a:lnTo>
                  <a:pt x="0" y="3973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33500" y="7226303"/>
            <a:ext cx="3657600" cy="3060697"/>
          </a:xfrm>
          <a:custGeom>
            <a:avLst/>
            <a:gdLst/>
            <a:ahLst/>
            <a:cxnLst/>
            <a:rect l="l" t="t" r="r" b="b"/>
            <a:pathLst>
              <a:path w="3657600" h="3060697">
                <a:moveTo>
                  <a:pt x="0" y="0"/>
                </a:moveTo>
                <a:lnTo>
                  <a:pt x="3657600" y="0"/>
                </a:lnTo>
                <a:lnTo>
                  <a:pt x="3657600" y="3060697"/>
                </a:lnTo>
                <a:lnTo>
                  <a:pt x="0" y="30606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333500" y="7208272"/>
            <a:ext cx="3656076" cy="3078728"/>
            <a:chOff x="0" y="0"/>
            <a:chExt cx="3656076" cy="30787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56076" cy="3078734"/>
            </a:xfrm>
            <a:custGeom>
              <a:avLst/>
              <a:gdLst/>
              <a:ahLst/>
              <a:cxnLst/>
              <a:rect l="l" t="t" r="r" b="b"/>
              <a:pathLst>
                <a:path w="3656076" h="3078734">
                  <a:moveTo>
                    <a:pt x="0" y="0"/>
                  </a:moveTo>
                  <a:lnTo>
                    <a:pt x="0" y="3078734"/>
                  </a:lnTo>
                  <a:lnTo>
                    <a:pt x="3656076" y="3078734"/>
                  </a:lnTo>
                  <a:lnTo>
                    <a:pt x="365607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5367070" y="27134"/>
            <a:ext cx="7623620" cy="3993623"/>
            <a:chOff x="0" y="0"/>
            <a:chExt cx="7623620" cy="3993629"/>
          </a:xfrm>
        </p:grpSpPr>
        <p:sp>
          <p:nvSpPr>
            <p:cNvPr id="8" name="Freeform 8"/>
            <p:cNvSpPr/>
            <p:nvPr/>
          </p:nvSpPr>
          <p:spPr>
            <a:xfrm>
              <a:off x="1470914" y="63500"/>
              <a:ext cx="4681728" cy="1486408"/>
            </a:xfrm>
            <a:custGeom>
              <a:avLst/>
              <a:gdLst/>
              <a:ahLst/>
              <a:cxnLst/>
              <a:rect l="l" t="t" r="r" b="b"/>
              <a:pathLst>
                <a:path w="4681728" h="1486408">
                  <a:moveTo>
                    <a:pt x="0" y="1486408"/>
                  </a:moveTo>
                  <a:lnTo>
                    <a:pt x="4681728" y="1486408"/>
                  </a:lnTo>
                  <a:lnTo>
                    <a:pt x="46817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63500" y="1549908"/>
              <a:ext cx="7496556" cy="2380234"/>
            </a:xfrm>
            <a:custGeom>
              <a:avLst/>
              <a:gdLst/>
              <a:ahLst/>
              <a:cxnLst/>
              <a:rect l="l" t="t" r="r" b="b"/>
              <a:pathLst>
                <a:path w="7496556" h="2380234">
                  <a:moveTo>
                    <a:pt x="0" y="2380234"/>
                  </a:moveTo>
                  <a:lnTo>
                    <a:pt x="7496556" y="2380234"/>
                  </a:lnTo>
                  <a:lnTo>
                    <a:pt x="74965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5285425" y="7260374"/>
            <a:ext cx="2242976" cy="2447687"/>
            <a:chOff x="0" y="0"/>
            <a:chExt cx="2242972" cy="24476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42947" cy="2447671"/>
            </a:xfrm>
            <a:custGeom>
              <a:avLst/>
              <a:gdLst/>
              <a:ahLst/>
              <a:cxnLst/>
              <a:rect l="l" t="t" r="r" b="b"/>
              <a:pathLst>
                <a:path w="2242947" h="2447671">
                  <a:moveTo>
                    <a:pt x="0" y="2447671"/>
                  </a:moveTo>
                  <a:lnTo>
                    <a:pt x="2242947" y="2447671"/>
                  </a:lnTo>
                  <a:lnTo>
                    <a:pt x="22429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733800" y="4556689"/>
            <a:ext cx="11277600" cy="3349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38"/>
              </a:lnSpc>
            </a:pPr>
            <a:r>
              <a:rPr lang="en-US" sz="4156" dirty="0">
                <a:solidFill>
                  <a:srgbClr val="FFF5F0"/>
                </a:solidFill>
                <a:latin typeface="Baloo Thambi"/>
                <a:ea typeface="Baloo Thambi"/>
                <a:cs typeface="Baloo Thambi"/>
                <a:sym typeface="Baloo Thambi"/>
              </a:rPr>
              <a:t>Mobile app Version Real Enhance</a:t>
            </a:r>
          </a:p>
          <a:p>
            <a:pPr algn="ctr">
              <a:lnSpc>
                <a:spcPts val="9338"/>
              </a:lnSpc>
            </a:pPr>
            <a:r>
              <a:rPr lang="en-US" sz="4156" dirty="0">
                <a:solidFill>
                  <a:srgbClr val="FFF5F0"/>
                </a:solidFill>
                <a:latin typeface="Baloo Thambi"/>
                <a:ea typeface="Baloo Thambi"/>
                <a:cs typeface="Baloo Thambi"/>
                <a:sym typeface="Baloo Thambi"/>
              </a:rPr>
              <a:t> Add advanced features (analytics, alerts).</a:t>
            </a:r>
          </a:p>
          <a:p>
            <a:pPr algn="ctr">
              <a:lnSpc>
                <a:spcPts val="8407"/>
              </a:lnSpc>
            </a:pPr>
            <a:r>
              <a:rPr lang="en-US" sz="4057" dirty="0">
                <a:solidFill>
                  <a:srgbClr val="FFF5F0"/>
                </a:solidFill>
                <a:latin typeface="Baloo Thambi"/>
                <a:ea typeface="Baloo Thambi"/>
                <a:cs typeface="Baloo Thambi"/>
                <a:sym typeface="Baloo Thambi"/>
              </a:rPr>
              <a:t>Improve performance and scalability.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96315" y="330260"/>
            <a:ext cx="3565131" cy="877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8"/>
              </a:lnSpc>
            </a:pPr>
            <a:r>
              <a:rPr lang="en-US" sz="4799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Future Plans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05473" y="2089033"/>
            <a:ext cx="5677054" cy="1127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38"/>
              </a:lnSpc>
            </a:pPr>
            <a:r>
              <a:rPr lang="en-US" sz="6599" dirty="0">
                <a:solidFill>
                  <a:srgbClr val="FF914D"/>
                </a:solidFill>
                <a:latin typeface="Baloo Thambi"/>
                <a:ea typeface="Baloo Thambi"/>
                <a:cs typeface="Baloo Thambi"/>
                <a:sym typeface="Baloo Thambi"/>
              </a:rPr>
              <a:t>What is next?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8941308"/>
            <a:ext cx="10226050" cy="1409195"/>
          </a:xfrm>
          <a:custGeom>
            <a:avLst/>
            <a:gdLst/>
            <a:ahLst/>
            <a:cxnLst/>
            <a:rect l="l" t="t" r="r" b="b"/>
            <a:pathLst>
              <a:path w="10226050" h="1409195">
                <a:moveTo>
                  <a:pt x="0" y="0"/>
                </a:moveTo>
                <a:lnTo>
                  <a:pt x="10226049" y="0"/>
                </a:lnTo>
                <a:lnTo>
                  <a:pt x="10226049" y="1409195"/>
                </a:lnTo>
                <a:lnTo>
                  <a:pt x="0" y="1409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5833205" y="5071605"/>
            <a:ext cx="6722640" cy="567242"/>
            <a:chOff x="0" y="0"/>
            <a:chExt cx="6722643" cy="567246"/>
          </a:xfrm>
        </p:grpSpPr>
        <p:sp>
          <p:nvSpPr>
            <p:cNvPr id="4" name="Freeform 4"/>
            <p:cNvSpPr/>
            <p:nvPr/>
          </p:nvSpPr>
          <p:spPr>
            <a:xfrm>
              <a:off x="-64770" y="0"/>
              <a:ext cx="6812789" cy="567182"/>
            </a:xfrm>
            <a:custGeom>
              <a:avLst/>
              <a:gdLst/>
              <a:ahLst/>
              <a:cxnLst/>
              <a:rect l="l" t="t" r="r" b="b"/>
              <a:pathLst>
                <a:path w="6812789" h="567182">
                  <a:moveTo>
                    <a:pt x="5690616" y="0"/>
                  </a:moveTo>
                  <a:cubicBezTo>
                    <a:pt x="5654421" y="0"/>
                    <a:pt x="5606796" y="64008"/>
                    <a:pt x="5531612" y="249555"/>
                  </a:cubicBezTo>
                  <a:cubicBezTo>
                    <a:pt x="5511546" y="299974"/>
                    <a:pt x="5493131" y="319405"/>
                    <a:pt x="5475478" y="319405"/>
                  </a:cubicBezTo>
                  <a:cubicBezTo>
                    <a:pt x="5415661" y="319405"/>
                    <a:pt x="5364607" y="96266"/>
                    <a:pt x="5288026" y="96266"/>
                  </a:cubicBezTo>
                  <a:cubicBezTo>
                    <a:pt x="5274945" y="96266"/>
                    <a:pt x="5261229" y="102743"/>
                    <a:pt x="5246497" y="117856"/>
                  </a:cubicBezTo>
                  <a:cubicBezTo>
                    <a:pt x="5153406" y="237363"/>
                    <a:pt x="5100320" y="283972"/>
                    <a:pt x="5055616" y="283972"/>
                  </a:cubicBezTo>
                  <a:cubicBezTo>
                    <a:pt x="4991227" y="283972"/>
                    <a:pt x="4944237" y="187198"/>
                    <a:pt x="4820412" y="72136"/>
                  </a:cubicBezTo>
                  <a:cubicBezTo>
                    <a:pt x="4806950" y="59309"/>
                    <a:pt x="4795647" y="53086"/>
                    <a:pt x="4784979" y="53086"/>
                  </a:cubicBezTo>
                  <a:cubicBezTo>
                    <a:pt x="4771136" y="53086"/>
                    <a:pt x="4758817" y="63754"/>
                    <a:pt x="4745101" y="84328"/>
                  </a:cubicBezTo>
                  <a:cubicBezTo>
                    <a:pt x="4661789" y="234442"/>
                    <a:pt x="4610100" y="292608"/>
                    <a:pt x="4564634" y="292608"/>
                  </a:cubicBezTo>
                  <a:cubicBezTo>
                    <a:pt x="4499229" y="292608"/>
                    <a:pt x="4446270" y="172720"/>
                    <a:pt x="4329811" y="33274"/>
                  </a:cubicBezTo>
                  <a:cubicBezTo>
                    <a:pt x="4317111" y="18161"/>
                    <a:pt x="4305173" y="10668"/>
                    <a:pt x="4293362" y="10668"/>
                  </a:cubicBezTo>
                  <a:cubicBezTo>
                    <a:pt x="4280154" y="10668"/>
                    <a:pt x="4267327" y="20066"/>
                    <a:pt x="4254500" y="38608"/>
                  </a:cubicBezTo>
                  <a:cubicBezTo>
                    <a:pt x="4137787" y="228219"/>
                    <a:pt x="4087749" y="317881"/>
                    <a:pt x="4031361" y="317881"/>
                  </a:cubicBezTo>
                  <a:cubicBezTo>
                    <a:pt x="3975354" y="317881"/>
                    <a:pt x="3913124" y="229489"/>
                    <a:pt x="3773170" y="62865"/>
                  </a:cubicBezTo>
                  <a:cubicBezTo>
                    <a:pt x="3758819" y="56769"/>
                    <a:pt x="3745611" y="53975"/>
                    <a:pt x="3733292" y="53975"/>
                  </a:cubicBezTo>
                  <a:cubicBezTo>
                    <a:pt x="3618611" y="53975"/>
                    <a:pt x="3585210" y="295021"/>
                    <a:pt x="3488182" y="295021"/>
                  </a:cubicBezTo>
                  <a:cubicBezTo>
                    <a:pt x="3447415" y="295021"/>
                    <a:pt x="3395473" y="252476"/>
                    <a:pt x="3321431" y="131445"/>
                  </a:cubicBezTo>
                  <a:cubicBezTo>
                    <a:pt x="3282188" y="67945"/>
                    <a:pt x="3250057" y="43561"/>
                    <a:pt x="3221736" y="43561"/>
                  </a:cubicBezTo>
                  <a:cubicBezTo>
                    <a:pt x="3143123" y="43561"/>
                    <a:pt x="3092577" y="230251"/>
                    <a:pt x="2994787" y="291465"/>
                  </a:cubicBezTo>
                  <a:cubicBezTo>
                    <a:pt x="2981960" y="300609"/>
                    <a:pt x="2969895" y="304673"/>
                    <a:pt x="2958465" y="304673"/>
                  </a:cubicBezTo>
                  <a:cubicBezTo>
                    <a:pt x="2867533" y="304673"/>
                    <a:pt x="2814193" y="48006"/>
                    <a:pt x="2725928" y="46736"/>
                  </a:cubicBezTo>
                  <a:cubicBezTo>
                    <a:pt x="2725801" y="46736"/>
                    <a:pt x="2725547" y="46736"/>
                    <a:pt x="2725420" y="46736"/>
                  </a:cubicBezTo>
                  <a:cubicBezTo>
                    <a:pt x="2621661" y="46736"/>
                    <a:pt x="2586101" y="346075"/>
                    <a:pt x="2449195" y="346075"/>
                  </a:cubicBezTo>
                  <a:cubicBezTo>
                    <a:pt x="2391537" y="346075"/>
                    <a:pt x="2315972" y="292989"/>
                    <a:pt x="2209673" y="142240"/>
                  </a:cubicBezTo>
                  <a:cubicBezTo>
                    <a:pt x="2176018" y="100330"/>
                    <a:pt x="2147824" y="83693"/>
                    <a:pt x="2123313" y="83693"/>
                  </a:cubicBezTo>
                  <a:cubicBezTo>
                    <a:pt x="2026539" y="83693"/>
                    <a:pt x="1986407" y="343408"/>
                    <a:pt x="1887601" y="343408"/>
                  </a:cubicBezTo>
                  <a:cubicBezTo>
                    <a:pt x="1846580" y="343408"/>
                    <a:pt x="1795399" y="298577"/>
                    <a:pt x="1725803" y="171831"/>
                  </a:cubicBezTo>
                  <a:cubicBezTo>
                    <a:pt x="1689227" y="134493"/>
                    <a:pt x="1659763" y="119634"/>
                    <a:pt x="1635125" y="119634"/>
                  </a:cubicBezTo>
                  <a:cubicBezTo>
                    <a:pt x="1535557" y="119634"/>
                    <a:pt x="1515618" y="363601"/>
                    <a:pt x="1435735" y="363601"/>
                  </a:cubicBezTo>
                  <a:cubicBezTo>
                    <a:pt x="1395603" y="363601"/>
                    <a:pt x="1340485" y="302260"/>
                    <a:pt x="1252601" y="117983"/>
                  </a:cubicBezTo>
                  <a:cubicBezTo>
                    <a:pt x="1233424" y="98425"/>
                    <a:pt x="1215898" y="90043"/>
                    <a:pt x="1199515" y="90043"/>
                  </a:cubicBezTo>
                  <a:cubicBezTo>
                    <a:pt x="1119251" y="90043"/>
                    <a:pt x="1068832" y="289941"/>
                    <a:pt x="1017397" y="342392"/>
                  </a:cubicBezTo>
                  <a:cubicBezTo>
                    <a:pt x="988695" y="382524"/>
                    <a:pt x="964184" y="398653"/>
                    <a:pt x="942340" y="398653"/>
                  </a:cubicBezTo>
                  <a:cubicBezTo>
                    <a:pt x="852932" y="398526"/>
                    <a:pt x="809117" y="127000"/>
                    <a:pt x="715772" y="127000"/>
                  </a:cubicBezTo>
                  <a:cubicBezTo>
                    <a:pt x="668655" y="127000"/>
                    <a:pt x="608965" y="196088"/>
                    <a:pt x="524383" y="404114"/>
                  </a:cubicBezTo>
                  <a:cubicBezTo>
                    <a:pt x="514096" y="412242"/>
                    <a:pt x="504952" y="415925"/>
                    <a:pt x="497078" y="415925"/>
                  </a:cubicBezTo>
                  <a:cubicBezTo>
                    <a:pt x="423672" y="415925"/>
                    <a:pt x="439293" y="107061"/>
                    <a:pt x="348488" y="107061"/>
                  </a:cubicBezTo>
                  <a:cubicBezTo>
                    <a:pt x="342646" y="107061"/>
                    <a:pt x="336296" y="108331"/>
                    <a:pt x="329565" y="111125"/>
                  </a:cubicBezTo>
                  <a:cubicBezTo>
                    <a:pt x="267208" y="167386"/>
                    <a:pt x="0" y="567182"/>
                    <a:pt x="79375" y="567182"/>
                  </a:cubicBezTo>
                  <a:cubicBezTo>
                    <a:pt x="89154" y="567182"/>
                    <a:pt x="104013" y="561213"/>
                    <a:pt x="125095" y="547878"/>
                  </a:cubicBezTo>
                  <a:cubicBezTo>
                    <a:pt x="223266" y="484759"/>
                    <a:pt x="235331" y="335534"/>
                    <a:pt x="324104" y="268224"/>
                  </a:cubicBezTo>
                  <a:cubicBezTo>
                    <a:pt x="391287" y="336804"/>
                    <a:pt x="410083" y="511556"/>
                    <a:pt x="497459" y="561213"/>
                  </a:cubicBezTo>
                  <a:cubicBezTo>
                    <a:pt x="602234" y="520573"/>
                    <a:pt x="625348" y="256794"/>
                    <a:pt x="728345" y="256794"/>
                  </a:cubicBezTo>
                  <a:cubicBezTo>
                    <a:pt x="731139" y="256794"/>
                    <a:pt x="733933" y="256921"/>
                    <a:pt x="736727" y="257302"/>
                  </a:cubicBezTo>
                  <a:cubicBezTo>
                    <a:pt x="813054" y="306197"/>
                    <a:pt x="901065" y="508508"/>
                    <a:pt x="988441" y="508508"/>
                  </a:cubicBezTo>
                  <a:cubicBezTo>
                    <a:pt x="999617" y="508508"/>
                    <a:pt x="1010666" y="505206"/>
                    <a:pt x="1021715" y="497967"/>
                  </a:cubicBezTo>
                  <a:cubicBezTo>
                    <a:pt x="1115060" y="330073"/>
                    <a:pt x="1144524" y="245999"/>
                    <a:pt x="1182497" y="245999"/>
                  </a:cubicBezTo>
                  <a:cubicBezTo>
                    <a:pt x="1217803" y="245999"/>
                    <a:pt x="1260475" y="318643"/>
                    <a:pt x="1368552" y="464439"/>
                  </a:cubicBezTo>
                  <a:cubicBezTo>
                    <a:pt x="1391412" y="494792"/>
                    <a:pt x="1412494" y="507365"/>
                    <a:pt x="1432306" y="507365"/>
                  </a:cubicBezTo>
                  <a:cubicBezTo>
                    <a:pt x="1522476" y="507365"/>
                    <a:pt x="1585341" y="248666"/>
                    <a:pt x="1656334" y="248666"/>
                  </a:cubicBezTo>
                  <a:cubicBezTo>
                    <a:pt x="1669034" y="248666"/>
                    <a:pt x="1681861" y="256921"/>
                    <a:pt x="1695323" y="276225"/>
                  </a:cubicBezTo>
                  <a:cubicBezTo>
                    <a:pt x="1751584" y="356870"/>
                    <a:pt x="1828800" y="476885"/>
                    <a:pt x="1903730" y="476885"/>
                  </a:cubicBezTo>
                  <a:cubicBezTo>
                    <a:pt x="1923669" y="476885"/>
                    <a:pt x="1943608" y="468376"/>
                    <a:pt x="1962785" y="448310"/>
                  </a:cubicBezTo>
                  <a:cubicBezTo>
                    <a:pt x="2028444" y="392430"/>
                    <a:pt x="2069846" y="197993"/>
                    <a:pt x="2158619" y="197993"/>
                  </a:cubicBezTo>
                  <a:cubicBezTo>
                    <a:pt x="2168017" y="197993"/>
                    <a:pt x="2178050" y="200152"/>
                    <a:pt x="2188591" y="204978"/>
                  </a:cubicBezTo>
                  <a:cubicBezTo>
                    <a:pt x="2267712" y="251206"/>
                    <a:pt x="2356866" y="447675"/>
                    <a:pt x="2463927" y="447675"/>
                  </a:cubicBezTo>
                  <a:cubicBezTo>
                    <a:pt x="2487676" y="447675"/>
                    <a:pt x="2512441" y="438023"/>
                    <a:pt x="2538095" y="414782"/>
                  </a:cubicBezTo>
                  <a:cubicBezTo>
                    <a:pt x="2623185" y="337439"/>
                    <a:pt x="2696210" y="186436"/>
                    <a:pt x="2741549" y="186436"/>
                  </a:cubicBezTo>
                  <a:cubicBezTo>
                    <a:pt x="2750566" y="186436"/>
                    <a:pt x="2758567" y="192532"/>
                    <a:pt x="2765298" y="206375"/>
                  </a:cubicBezTo>
                  <a:cubicBezTo>
                    <a:pt x="2831084" y="341122"/>
                    <a:pt x="2888107" y="403479"/>
                    <a:pt x="2949702" y="403479"/>
                  </a:cubicBezTo>
                  <a:cubicBezTo>
                    <a:pt x="3016631" y="403479"/>
                    <a:pt x="3088894" y="329946"/>
                    <a:pt x="3183255" y="195580"/>
                  </a:cubicBezTo>
                  <a:cubicBezTo>
                    <a:pt x="3196082" y="177419"/>
                    <a:pt x="3210179" y="169672"/>
                    <a:pt x="3225165" y="169672"/>
                  </a:cubicBezTo>
                  <a:cubicBezTo>
                    <a:pt x="3304413" y="169672"/>
                    <a:pt x="3409061" y="385572"/>
                    <a:pt x="3487039" y="416052"/>
                  </a:cubicBezTo>
                  <a:cubicBezTo>
                    <a:pt x="3497326" y="421386"/>
                    <a:pt x="3506851" y="423799"/>
                    <a:pt x="3515868" y="423799"/>
                  </a:cubicBezTo>
                  <a:cubicBezTo>
                    <a:pt x="3594989" y="423799"/>
                    <a:pt x="3629152" y="235458"/>
                    <a:pt x="3708908" y="195580"/>
                  </a:cubicBezTo>
                  <a:cubicBezTo>
                    <a:pt x="3727069" y="177927"/>
                    <a:pt x="3745230" y="170307"/>
                    <a:pt x="3763518" y="170307"/>
                  </a:cubicBezTo>
                  <a:cubicBezTo>
                    <a:pt x="3860546" y="170307"/>
                    <a:pt x="3958971" y="383286"/>
                    <a:pt x="4051681" y="424053"/>
                  </a:cubicBezTo>
                  <a:cubicBezTo>
                    <a:pt x="4058920" y="426339"/>
                    <a:pt x="4065905" y="427482"/>
                    <a:pt x="4072763" y="427482"/>
                  </a:cubicBezTo>
                  <a:cubicBezTo>
                    <a:pt x="4182237" y="427482"/>
                    <a:pt x="4235069" y="146177"/>
                    <a:pt x="4324731" y="146177"/>
                  </a:cubicBezTo>
                  <a:cubicBezTo>
                    <a:pt x="4356354" y="146177"/>
                    <a:pt x="4392676" y="181229"/>
                    <a:pt x="4437634" y="276225"/>
                  </a:cubicBezTo>
                  <a:cubicBezTo>
                    <a:pt x="4515993" y="392938"/>
                    <a:pt x="4569714" y="434086"/>
                    <a:pt x="4610100" y="434086"/>
                  </a:cubicBezTo>
                  <a:cubicBezTo>
                    <a:pt x="4707255" y="434086"/>
                    <a:pt x="4726813" y="195453"/>
                    <a:pt x="4823587" y="195453"/>
                  </a:cubicBezTo>
                  <a:cubicBezTo>
                    <a:pt x="4864100" y="195453"/>
                    <a:pt x="4918075" y="237109"/>
                    <a:pt x="4996815" y="355473"/>
                  </a:cubicBezTo>
                  <a:cubicBezTo>
                    <a:pt x="5023993" y="393446"/>
                    <a:pt x="5046472" y="407924"/>
                    <a:pt x="5066792" y="407924"/>
                  </a:cubicBezTo>
                  <a:cubicBezTo>
                    <a:pt x="5116830" y="407924"/>
                    <a:pt x="5153152" y="320294"/>
                    <a:pt x="5210556" y="282956"/>
                  </a:cubicBezTo>
                  <a:cubicBezTo>
                    <a:pt x="5243703" y="233680"/>
                    <a:pt x="5271643" y="214503"/>
                    <a:pt x="5296154" y="214503"/>
                  </a:cubicBezTo>
                  <a:cubicBezTo>
                    <a:pt x="5382641" y="214503"/>
                    <a:pt x="5426964" y="453390"/>
                    <a:pt x="5512181" y="453390"/>
                  </a:cubicBezTo>
                  <a:cubicBezTo>
                    <a:pt x="5522214" y="453390"/>
                    <a:pt x="5532628" y="450088"/>
                    <a:pt x="5543931" y="442849"/>
                  </a:cubicBezTo>
                  <a:cubicBezTo>
                    <a:pt x="5588762" y="359156"/>
                    <a:pt x="5641721" y="115316"/>
                    <a:pt x="5684901" y="115316"/>
                  </a:cubicBezTo>
                  <a:cubicBezTo>
                    <a:pt x="5690998" y="115316"/>
                    <a:pt x="5696839" y="120142"/>
                    <a:pt x="5702555" y="130937"/>
                  </a:cubicBezTo>
                  <a:cubicBezTo>
                    <a:pt x="5770753" y="259080"/>
                    <a:pt x="5816220" y="426593"/>
                    <a:pt x="5915407" y="426593"/>
                  </a:cubicBezTo>
                  <a:cubicBezTo>
                    <a:pt x="5960746" y="426593"/>
                    <a:pt x="6017261" y="391541"/>
                    <a:pt x="6092445" y="301625"/>
                  </a:cubicBezTo>
                  <a:cubicBezTo>
                    <a:pt x="6154040" y="228092"/>
                    <a:pt x="6185536" y="161163"/>
                    <a:pt x="6215127" y="161163"/>
                  </a:cubicBezTo>
                  <a:cubicBezTo>
                    <a:pt x="6225541" y="161163"/>
                    <a:pt x="6235828" y="169418"/>
                    <a:pt x="6247004" y="188722"/>
                  </a:cubicBezTo>
                  <a:cubicBezTo>
                    <a:pt x="6332094" y="332613"/>
                    <a:pt x="6376417" y="428371"/>
                    <a:pt x="6427979" y="428371"/>
                  </a:cubicBezTo>
                  <a:cubicBezTo>
                    <a:pt x="6470778" y="428371"/>
                    <a:pt x="6518657" y="362077"/>
                    <a:pt x="6599302" y="202184"/>
                  </a:cubicBezTo>
                  <a:cubicBezTo>
                    <a:pt x="6605398" y="190119"/>
                    <a:pt x="6611240" y="185674"/>
                    <a:pt x="6616574" y="185674"/>
                  </a:cubicBezTo>
                  <a:cubicBezTo>
                    <a:pt x="6624194" y="185674"/>
                    <a:pt x="6630925" y="194818"/>
                    <a:pt x="6635624" y="203581"/>
                  </a:cubicBezTo>
                  <a:cubicBezTo>
                    <a:pt x="6679566" y="259080"/>
                    <a:pt x="6735446" y="445643"/>
                    <a:pt x="6768974" y="445643"/>
                  </a:cubicBezTo>
                  <a:cubicBezTo>
                    <a:pt x="6774435" y="445643"/>
                    <a:pt x="6779388" y="440690"/>
                    <a:pt x="6783452" y="429387"/>
                  </a:cubicBezTo>
                  <a:cubicBezTo>
                    <a:pt x="6812789" y="351155"/>
                    <a:pt x="6681344" y="78867"/>
                    <a:pt x="6595873" y="78867"/>
                  </a:cubicBezTo>
                  <a:cubicBezTo>
                    <a:pt x="6575553" y="78867"/>
                    <a:pt x="6557900" y="94234"/>
                    <a:pt x="6545581" y="131064"/>
                  </a:cubicBezTo>
                  <a:cubicBezTo>
                    <a:pt x="6498083" y="274955"/>
                    <a:pt x="6461507" y="327025"/>
                    <a:pt x="6429249" y="327025"/>
                  </a:cubicBezTo>
                  <a:cubicBezTo>
                    <a:pt x="6371972" y="327025"/>
                    <a:pt x="6328665" y="162941"/>
                    <a:pt x="6263260" y="57150"/>
                  </a:cubicBezTo>
                  <a:cubicBezTo>
                    <a:pt x="6249544" y="43307"/>
                    <a:pt x="6236082" y="37211"/>
                    <a:pt x="6222747" y="37211"/>
                  </a:cubicBezTo>
                  <a:cubicBezTo>
                    <a:pt x="6138800" y="37211"/>
                    <a:pt x="6059679" y="275336"/>
                    <a:pt x="5971541" y="312547"/>
                  </a:cubicBezTo>
                  <a:cubicBezTo>
                    <a:pt x="5961381" y="315087"/>
                    <a:pt x="5951856" y="316357"/>
                    <a:pt x="5942712" y="316357"/>
                  </a:cubicBezTo>
                  <a:cubicBezTo>
                    <a:pt x="5795645" y="316484"/>
                    <a:pt x="5771261" y="0"/>
                    <a:pt x="569061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7628620" y="-63503"/>
            <a:ext cx="10722874" cy="1404528"/>
          </a:xfrm>
          <a:custGeom>
            <a:avLst/>
            <a:gdLst/>
            <a:ahLst/>
            <a:cxnLst/>
            <a:rect l="l" t="t" r="r" b="b"/>
            <a:pathLst>
              <a:path w="10722874" h="1404528">
                <a:moveTo>
                  <a:pt x="0" y="0"/>
                </a:moveTo>
                <a:lnTo>
                  <a:pt x="10722874" y="0"/>
                </a:lnTo>
                <a:lnTo>
                  <a:pt x="10722874" y="1404528"/>
                </a:lnTo>
                <a:lnTo>
                  <a:pt x="0" y="1404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108469" y="7915866"/>
            <a:ext cx="3179531" cy="2371134"/>
          </a:xfrm>
          <a:custGeom>
            <a:avLst/>
            <a:gdLst/>
            <a:ahLst/>
            <a:cxnLst/>
            <a:rect l="l" t="t" r="r" b="b"/>
            <a:pathLst>
              <a:path w="3179531" h="2371134">
                <a:moveTo>
                  <a:pt x="0" y="0"/>
                </a:moveTo>
                <a:lnTo>
                  <a:pt x="3179531" y="0"/>
                </a:lnTo>
                <a:lnTo>
                  <a:pt x="3179531" y="2371134"/>
                </a:lnTo>
                <a:lnTo>
                  <a:pt x="0" y="23711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2649750" y="545411"/>
            <a:ext cx="1679067" cy="1734826"/>
            <a:chOff x="0" y="0"/>
            <a:chExt cx="2238756" cy="231310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38756" cy="2313051"/>
            </a:xfrm>
            <a:custGeom>
              <a:avLst/>
              <a:gdLst/>
              <a:ahLst/>
              <a:cxnLst/>
              <a:rect l="l" t="t" r="r" b="b"/>
              <a:pathLst>
                <a:path w="2238756" h="2313051">
                  <a:moveTo>
                    <a:pt x="381127" y="0"/>
                  </a:moveTo>
                  <a:cubicBezTo>
                    <a:pt x="170815" y="254"/>
                    <a:pt x="0" y="170688"/>
                    <a:pt x="0" y="381508"/>
                  </a:cubicBezTo>
                  <a:lnTo>
                    <a:pt x="0" y="1932432"/>
                  </a:lnTo>
                  <a:cubicBezTo>
                    <a:pt x="0" y="2134235"/>
                    <a:pt x="156845" y="2299843"/>
                    <a:pt x="355854" y="2313051"/>
                  </a:cubicBezTo>
                  <a:lnTo>
                    <a:pt x="1882902" y="2313051"/>
                  </a:lnTo>
                  <a:cubicBezTo>
                    <a:pt x="2081403" y="2299843"/>
                    <a:pt x="2238756" y="2134616"/>
                    <a:pt x="2238756" y="1932432"/>
                  </a:cubicBezTo>
                  <a:lnTo>
                    <a:pt x="2238756" y="381508"/>
                  </a:lnTo>
                  <a:cubicBezTo>
                    <a:pt x="2238756" y="171196"/>
                    <a:pt x="2068449" y="254"/>
                    <a:pt x="1857629" y="0"/>
                  </a:cubicBezTo>
                  <a:close/>
                </a:path>
              </a:pathLst>
            </a:custGeom>
            <a:blipFill>
              <a:blip r:embed="rId8"/>
              <a:stretch>
                <a:fillRect l="-1910" r="-1819" b="-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2629462" y="525123"/>
            <a:ext cx="1719653" cy="1776051"/>
          </a:xfrm>
          <a:custGeom>
            <a:avLst/>
            <a:gdLst/>
            <a:ahLst/>
            <a:cxnLst/>
            <a:rect l="l" t="t" r="r" b="b"/>
            <a:pathLst>
              <a:path w="1719653" h="1776051">
                <a:moveTo>
                  <a:pt x="0" y="0"/>
                </a:moveTo>
                <a:lnTo>
                  <a:pt x="1719653" y="0"/>
                </a:lnTo>
                <a:lnTo>
                  <a:pt x="1719653" y="1776050"/>
                </a:lnTo>
                <a:lnTo>
                  <a:pt x="0" y="17760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571290" y="555146"/>
            <a:ext cx="1660236" cy="1715376"/>
            <a:chOff x="0" y="0"/>
            <a:chExt cx="2213648" cy="22871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13610" cy="2287143"/>
            </a:xfrm>
            <a:custGeom>
              <a:avLst/>
              <a:gdLst/>
              <a:ahLst/>
              <a:cxnLst/>
              <a:rect l="l" t="t" r="r" b="b"/>
              <a:pathLst>
                <a:path w="2213610" h="2287143">
                  <a:moveTo>
                    <a:pt x="377317" y="0"/>
                  </a:moveTo>
                  <a:cubicBezTo>
                    <a:pt x="169164" y="0"/>
                    <a:pt x="0" y="168656"/>
                    <a:pt x="0" y="377190"/>
                  </a:cubicBezTo>
                  <a:lnTo>
                    <a:pt x="0" y="1910715"/>
                  </a:lnTo>
                  <a:cubicBezTo>
                    <a:pt x="0" y="2110359"/>
                    <a:pt x="155194" y="2274062"/>
                    <a:pt x="351790" y="2287143"/>
                  </a:cubicBezTo>
                  <a:lnTo>
                    <a:pt x="1861820" y="2287143"/>
                  </a:lnTo>
                  <a:cubicBezTo>
                    <a:pt x="2058162" y="2274062"/>
                    <a:pt x="2213610" y="2110740"/>
                    <a:pt x="2213610" y="1910715"/>
                  </a:cubicBezTo>
                  <a:lnTo>
                    <a:pt x="2213610" y="377190"/>
                  </a:lnTo>
                  <a:cubicBezTo>
                    <a:pt x="2213610" y="169164"/>
                    <a:pt x="2044954" y="0"/>
                    <a:pt x="1836420" y="0"/>
                  </a:cubicBezTo>
                  <a:close/>
                </a:path>
              </a:pathLst>
            </a:custGeom>
            <a:blipFill>
              <a:blip r:embed="rId11"/>
              <a:stretch>
                <a:fillRect l="-1679" r="-1643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551221" y="535076"/>
            <a:ext cx="1700365" cy="1756134"/>
          </a:xfrm>
          <a:custGeom>
            <a:avLst/>
            <a:gdLst/>
            <a:ahLst/>
            <a:cxnLst/>
            <a:rect l="l" t="t" r="r" b="b"/>
            <a:pathLst>
              <a:path w="1700365" h="1756134">
                <a:moveTo>
                  <a:pt x="0" y="0"/>
                </a:moveTo>
                <a:lnTo>
                  <a:pt x="1700365" y="0"/>
                </a:lnTo>
                <a:lnTo>
                  <a:pt x="1700365" y="1756134"/>
                </a:lnTo>
                <a:lnTo>
                  <a:pt x="0" y="17561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0" y="8999239"/>
            <a:ext cx="10099081" cy="1287761"/>
            <a:chOff x="0" y="0"/>
            <a:chExt cx="10099078" cy="128775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099040" cy="1287780"/>
            </a:xfrm>
            <a:custGeom>
              <a:avLst/>
              <a:gdLst/>
              <a:ahLst/>
              <a:cxnLst/>
              <a:rect l="l" t="t" r="r" b="b"/>
              <a:pathLst>
                <a:path w="10099040" h="1287780">
                  <a:moveTo>
                    <a:pt x="0" y="0"/>
                  </a:moveTo>
                  <a:lnTo>
                    <a:pt x="0" y="1287780"/>
                  </a:lnTo>
                  <a:lnTo>
                    <a:pt x="10099040" y="1287780"/>
                  </a:lnTo>
                  <a:lnTo>
                    <a:pt x="1009904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5697693" y="4697368"/>
            <a:ext cx="6892614" cy="1165479"/>
            <a:chOff x="0" y="0"/>
            <a:chExt cx="6892620" cy="116547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892671" cy="1165479"/>
            </a:xfrm>
            <a:custGeom>
              <a:avLst/>
              <a:gdLst/>
              <a:ahLst/>
              <a:cxnLst/>
              <a:rect l="l" t="t" r="r" b="b"/>
              <a:pathLst>
                <a:path w="6892671" h="1165479">
                  <a:moveTo>
                    <a:pt x="0" y="1165479"/>
                  </a:moveTo>
                  <a:lnTo>
                    <a:pt x="6892671" y="1165479"/>
                  </a:lnTo>
                  <a:lnTo>
                    <a:pt x="68926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7692123" y="0"/>
            <a:ext cx="10595877" cy="1283256"/>
            <a:chOff x="0" y="0"/>
            <a:chExt cx="10595877" cy="128325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595864" cy="1283208"/>
            </a:xfrm>
            <a:custGeom>
              <a:avLst/>
              <a:gdLst/>
              <a:ahLst/>
              <a:cxnLst/>
              <a:rect l="l" t="t" r="r" b="b"/>
              <a:pathLst>
                <a:path w="10595864" h="1283208">
                  <a:moveTo>
                    <a:pt x="0" y="0"/>
                  </a:moveTo>
                  <a:lnTo>
                    <a:pt x="0" y="1283208"/>
                  </a:lnTo>
                  <a:lnTo>
                    <a:pt x="10595864" y="1283208"/>
                  </a:lnTo>
                  <a:lnTo>
                    <a:pt x="1059586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5100611" y="7913008"/>
            <a:ext cx="3187389" cy="2373992"/>
            <a:chOff x="0" y="0"/>
            <a:chExt cx="3187395" cy="237398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87446" cy="2374011"/>
            </a:xfrm>
            <a:custGeom>
              <a:avLst/>
              <a:gdLst/>
              <a:ahLst/>
              <a:cxnLst/>
              <a:rect l="l" t="t" r="r" b="b"/>
              <a:pathLst>
                <a:path w="3187446" h="2374011">
                  <a:moveTo>
                    <a:pt x="0" y="0"/>
                  </a:moveTo>
                  <a:lnTo>
                    <a:pt x="0" y="2374011"/>
                  </a:lnTo>
                  <a:lnTo>
                    <a:pt x="3187446" y="2374011"/>
                  </a:lnTo>
                  <a:lnTo>
                    <a:pt x="318744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950753" y="2031787"/>
            <a:ext cx="6514128" cy="3406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41"/>
              </a:lnSpc>
            </a:pPr>
            <a:r>
              <a:rPr lang="en-US" sz="14354">
                <a:solidFill>
                  <a:srgbClr val="FFFFFF"/>
                </a:solidFill>
                <a:latin typeface="Baloo Thambi"/>
                <a:ea typeface="Baloo Thambi"/>
                <a:cs typeface="Baloo Thambi"/>
                <a:sym typeface="Baloo Thambi"/>
              </a:rPr>
              <a:t>THANK YOU</a:t>
            </a:r>
          </a:p>
          <a:p>
            <a:pPr algn="ctr">
              <a:lnSpc>
                <a:spcPts val="5169"/>
              </a:lnSpc>
            </a:pPr>
            <a:endParaRPr lang="en-US" sz="14354">
              <a:solidFill>
                <a:srgbClr val="FFFFFF"/>
              </a:solidFill>
              <a:latin typeface="Baloo Thambi"/>
              <a:ea typeface="Baloo Thambi"/>
              <a:cs typeface="Baloo Thambi"/>
              <a:sym typeface="Baloo Thambi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050066" y="7135397"/>
            <a:ext cx="15333202" cy="574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914D"/>
                </a:solidFill>
                <a:latin typeface="Canva Sans"/>
                <a:ea typeface="Canva Sans"/>
                <a:cs typeface="Canva Sans"/>
                <a:sym typeface="Canva Sans"/>
              </a:rPr>
              <a:t>Project Repo link:</a:t>
            </a:r>
            <a:r>
              <a:rPr lang="en-US" sz="3399" dirty="0">
                <a:solidFill>
                  <a:srgbClr val="FFF5F0"/>
                </a:solidFill>
                <a:latin typeface="Canva Sans"/>
                <a:ea typeface="Canva Sans"/>
                <a:cs typeface="Canva Sans"/>
                <a:sym typeface="Canva Sans"/>
              </a:rPr>
              <a:t> https://github.com/moaazbaghdad/NHA-261_notorg.</a:t>
            </a: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907898" y="6208927"/>
            <a:ext cx="64722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914D"/>
                </a:solidFill>
                <a:latin typeface="Canva Sans"/>
                <a:ea typeface="Canva Sans"/>
                <a:cs typeface="Canva Sans"/>
                <a:sym typeface="Canva Sans"/>
              </a:rPr>
              <a:t>Do you have any Questions?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1148</Words>
  <Application>Microsoft Office PowerPoint</Application>
  <PresentationFormat>Custom</PresentationFormat>
  <Paragraphs>161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Canva Sans</vt:lpstr>
      <vt:lpstr>Canva Sans Bold</vt:lpstr>
      <vt:lpstr>Caveat Brush</vt:lpstr>
      <vt:lpstr>Calibri</vt:lpstr>
      <vt:lpstr>Baloo Thambi</vt:lpstr>
      <vt:lpstr>Aptos</vt:lpstr>
      <vt:lpstr>Arial</vt:lpstr>
      <vt:lpstr>Itim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Wasla PowerPoint.pdf</dc:title>
  <dc:creator>Rahma Sabry</dc:creator>
  <cp:lastModifiedBy>moaazbadad@gmail.com</cp:lastModifiedBy>
  <cp:revision>36</cp:revision>
  <dcterms:created xsi:type="dcterms:W3CDTF">2006-08-16T00:00:00Z</dcterms:created>
  <dcterms:modified xsi:type="dcterms:W3CDTF">2025-11-29T18:52:48Z</dcterms:modified>
  <dc:identifier>DAGnmaqjCEE</dc:identifier>
</cp:coreProperties>
</file>